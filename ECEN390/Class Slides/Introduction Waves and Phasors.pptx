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3.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4.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theme/theme5.xml" ContentType="application/vnd.openxmlformats-officedocument.theme+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theme/theme6.xml" ContentType="application/vnd.openxmlformats-officedocument.theme+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theme/theme7.xml" ContentType="application/vnd.openxmlformats-officedocument.theme+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theme/theme8.xml" ContentType="application/vnd.openxmlformats-officedocument.theme+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theme/theme9.xml" ContentType="application/vnd.openxmlformats-officedocument.theme+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 id="2147483669" r:id="rId2"/>
    <p:sldMasterId id="2147483728" r:id="rId3"/>
    <p:sldMasterId id="2147483752" r:id="rId4"/>
    <p:sldMasterId id="2147483790" r:id="rId5"/>
    <p:sldMasterId id="2147483807" r:id="rId6"/>
    <p:sldMasterId id="2147483822" r:id="rId7"/>
    <p:sldMasterId id="2147483835" r:id="rId8"/>
    <p:sldMasterId id="2147483904" r:id="rId9"/>
    <p:sldMasterId id="2147483935" r:id="rId10"/>
  </p:sldMasterIdLst>
  <p:notesMasterIdLst>
    <p:notesMasterId r:id="rId90"/>
  </p:notesMasterIdLst>
  <p:handoutMasterIdLst>
    <p:handoutMasterId r:id="rId91"/>
  </p:handoutMasterIdLst>
  <p:sldIdLst>
    <p:sldId id="299" r:id="rId11"/>
    <p:sldId id="692" r:id="rId12"/>
    <p:sldId id="309" r:id="rId13"/>
    <p:sldId id="260" r:id="rId14"/>
    <p:sldId id="612" r:id="rId15"/>
    <p:sldId id="698" r:id="rId16"/>
    <p:sldId id="551" r:id="rId17"/>
    <p:sldId id="697" r:id="rId18"/>
    <p:sldId id="940" r:id="rId19"/>
    <p:sldId id="428" r:id="rId20"/>
    <p:sldId id="304" r:id="rId21"/>
    <p:sldId id="303" r:id="rId22"/>
    <p:sldId id="305" r:id="rId23"/>
    <p:sldId id="542" r:id="rId24"/>
    <p:sldId id="316" r:id="rId25"/>
    <p:sldId id="937" r:id="rId26"/>
    <p:sldId id="938" r:id="rId27"/>
    <p:sldId id="939" r:id="rId28"/>
    <p:sldId id="438" r:id="rId29"/>
    <p:sldId id="439" r:id="rId30"/>
    <p:sldId id="694" r:id="rId31"/>
    <p:sldId id="690" r:id="rId32"/>
    <p:sldId id="440" r:id="rId33"/>
    <p:sldId id="263" r:id="rId34"/>
    <p:sldId id="936" r:id="rId35"/>
    <p:sldId id="273" r:id="rId36"/>
    <p:sldId id="1057" r:id="rId37"/>
    <p:sldId id="272" r:id="rId38"/>
    <p:sldId id="482" r:id="rId39"/>
    <p:sldId id="691" r:id="rId40"/>
    <p:sldId id="337" r:id="rId41"/>
    <p:sldId id="270" r:id="rId42"/>
    <p:sldId id="269" r:id="rId43"/>
    <p:sldId id="481" r:id="rId44"/>
    <p:sldId id="695" r:id="rId45"/>
    <p:sldId id="696" r:id="rId46"/>
    <p:sldId id="480" r:id="rId47"/>
    <p:sldId id="271" r:id="rId48"/>
    <p:sldId id="275" r:id="rId49"/>
    <p:sldId id="276" r:id="rId50"/>
    <p:sldId id="347" r:id="rId51"/>
    <p:sldId id="348" r:id="rId52"/>
    <p:sldId id="349" r:id="rId53"/>
    <p:sldId id="282" r:id="rId54"/>
    <p:sldId id="283" r:id="rId55"/>
    <p:sldId id="284" r:id="rId56"/>
    <p:sldId id="540" r:id="rId57"/>
    <p:sldId id="541" r:id="rId58"/>
    <p:sldId id="470" r:id="rId59"/>
    <p:sldId id="471" r:id="rId60"/>
    <p:sldId id="454" r:id="rId61"/>
    <p:sldId id="264" r:id="rId62"/>
    <p:sldId id="689" r:id="rId63"/>
    <p:sldId id="462" r:id="rId64"/>
    <p:sldId id="688" r:id="rId65"/>
    <p:sldId id="464" r:id="rId66"/>
    <p:sldId id="465" r:id="rId67"/>
    <p:sldId id="466" r:id="rId68"/>
    <p:sldId id="611" r:id="rId69"/>
    <p:sldId id="606" r:id="rId70"/>
    <p:sldId id="434" r:id="rId71"/>
    <p:sldId id="435" r:id="rId72"/>
    <p:sldId id="457" r:id="rId73"/>
    <p:sldId id="458" r:id="rId74"/>
    <p:sldId id="510" r:id="rId75"/>
    <p:sldId id="313" r:id="rId76"/>
    <p:sldId id="338" r:id="rId77"/>
    <p:sldId id="267" r:id="rId78"/>
    <p:sldId id="268" r:id="rId79"/>
    <p:sldId id="509" r:id="rId80"/>
    <p:sldId id="353" r:id="rId81"/>
    <p:sldId id="346" r:id="rId82"/>
    <p:sldId id="334" r:id="rId83"/>
    <p:sldId id="335" r:id="rId84"/>
    <p:sldId id="287" r:id="rId85"/>
    <p:sldId id="291" r:id="rId86"/>
    <p:sldId id="285" r:id="rId87"/>
    <p:sldId id="558" r:id="rId88"/>
    <p:sldId id="609" r:id="rId89"/>
  </p:sldIdLst>
  <p:sldSz cx="12192000" cy="6858000"/>
  <p:notesSz cx="6858000" cy="9144000"/>
  <p:embeddedFontLst>
    <p:embeddedFont>
      <p:font typeface="Cambria" panose="02040503050406030204" pitchFamily="18" charset="0"/>
      <p:regular r:id="rId92"/>
      <p:bold r:id="rId93"/>
      <p:italic r:id="rId94"/>
      <p:boldItalic r:id="rId95"/>
    </p:embeddedFont>
    <p:embeddedFont>
      <p:font typeface="Cambria Math" panose="02040503050406030204" pitchFamily="18" charset="0"/>
      <p:regular r:id="rId9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5DA2"/>
    <a:srgbClr val="0065B0"/>
    <a:srgbClr val="EEEE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0C988E-32CA-4EB5-8DB7-0F53C2B9D0D3}" v="485" dt="2025-09-16T18:26:30.1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3" d="2"/>
        <a:sy n="3" d="2"/>
      </p:scale>
      <p:origin x="0" y="0"/>
    </p:cViewPr>
  </p:notesTextViewPr>
  <p:sorterViewPr>
    <p:cViewPr varScale="1">
      <p:scale>
        <a:sx n="100" d="100"/>
        <a:sy n="100" d="100"/>
      </p:scale>
      <p:origin x="0" y="-696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6.xml"/><Relationship Id="rId21" Type="http://schemas.openxmlformats.org/officeDocument/2006/relationships/slide" Target="slides/slide11.xml"/><Relationship Id="rId42" Type="http://schemas.openxmlformats.org/officeDocument/2006/relationships/slide" Target="slides/slide32.xml"/><Relationship Id="rId47" Type="http://schemas.openxmlformats.org/officeDocument/2006/relationships/slide" Target="slides/slide37.xml"/><Relationship Id="rId63" Type="http://schemas.openxmlformats.org/officeDocument/2006/relationships/slide" Target="slides/slide53.xml"/><Relationship Id="rId68" Type="http://schemas.openxmlformats.org/officeDocument/2006/relationships/slide" Target="slides/slide58.xml"/><Relationship Id="rId84" Type="http://schemas.openxmlformats.org/officeDocument/2006/relationships/slide" Target="slides/slide74.xml"/><Relationship Id="rId89" Type="http://schemas.openxmlformats.org/officeDocument/2006/relationships/slide" Target="slides/slide79.xml"/><Relationship Id="rId16" Type="http://schemas.openxmlformats.org/officeDocument/2006/relationships/slide" Target="slides/slide6.xml"/><Relationship Id="rId11" Type="http://schemas.openxmlformats.org/officeDocument/2006/relationships/slide" Target="slides/slide1.xml"/><Relationship Id="rId32" Type="http://schemas.openxmlformats.org/officeDocument/2006/relationships/slide" Target="slides/slide22.xml"/><Relationship Id="rId37" Type="http://schemas.openxmlformats.org/officeDocument/2006/relationships/slide" Target="slides/slide27.xml"/><Relationship Id="rId53" Type="http://schemas.openxmlformats.org/officeDocument/2006/relationships/slide" Target="slides/slide43.xml"/><Relationship Id="rId58" Type="http://schemas.openxmlformats.org/officeDocument/2006/relationships/slide" Target="slides/slide48.xml"/><Relationship Id="rId74" Type="http://schemas.openxmlformats.org/officeDocument/2006/relationships/slide" Target="slides/slide64.xml"/><Relationship Id="rId79" Type="http://schemas.openxmlformats.org/officeDocument/2006/relationships/slide" Target="slides/slide69.xml"/><Relationship Id="rId102" Type="http://schemas.microsoft.com/office/2015/10/relationships/revisionInfo" Target="revisionInfo.xml"/><Relationship Id="rId5" Type="http://schemas.openxmlformats.org/officeDocument/2006/relationships/slideMaster" Target="slideMasters/slideMaster5.xml"/><Relationship Id="rId90" Type="http://schemas.openxmlformats.org/officeDocument/2006/relationships/notesMaster" Target="notesMasters/notesMaster1.xml"/><Relationship Id="rId95" Type="http://schemas.openxmlformats.org/officeDocument/2006/relationships/font" Target="fonts/font4.fntdata"/><Relationship Id="rId22" Type="http://schemas.openxmlformats.org/officeDocument/2006/relationships/slide" Target="slides/slide12.xml"/><Relationship Id="rId27" Type="http://schemas.openxmlformats.org/officeDocument/2006/relationships/slide" Target="slides/slide17.xml"/><Relationship Id="rId43" Type="http://schemas.openxmlformats.org/officeDocument/2006/relationships/slide" Target="slides/slide33.xml"/><Relationship Id="rId48" Type="http://schemas.openxmlformats.org/officeDocument/2006/relationships/slide" Target="slides/slide38.xml"/><Relationship Id="rId64" Type="http://schemas.openxmlformats.org/officeDocument/2006/relationships/slide" Target="slides/slide54.xml"/><Relationship Id="rId69" Type="http://schemas.openxmlformats.org/officeDocument/2006/relationships/slide" Target="slides/slide59.xml"/><Relationship Id="rId80" Type="http://schemas.openxmlformats.org/officeDocument/2006/relationships/slide" Target="slides/slide70.xml"/><Relationship Id="rId85" Type="http://schemas.openxmlformats.org/officeDocument/2006/relationships/slide" Target="slides/slide75.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slide" Target="slides/slide49.xml"/><Relationship Id="rId67" Type="http://schemas.openxmlformats.org/officeDocument/2006/relationships/slide" Target="slides/slide57.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slide" Target="slides/slide44.xml"/><Relationship Id="rId62" Type="http://schemas.openxmlformats.org/officeDocument/2006/relationships/slide" Target="slides/slide52.xml"/><Relationship Id="rId70" Type="http://schemas.openxmlformats.org/officeDocument/2006/relationships/slide" Target="slides/slide60.xml"/><Relationship Id="rId75" Type="http://schemas.openxmlformats.org/officeDocument/2006/relationships/slide" Target="slides/slide65.xml"/><Relationship Id="rId83" Type="http://schemas.openxmlformats.org/officeDocument/2006/relationships/slide" Target="slides/slide73.xml"/><Relationship Id="rId88" Type="http://schemas.openxmlformats.org/officeDocument/2006/relationships/slide" Target="slides/slide78.xml"/><Relationship Id="rId91" Type="http://schemas.openxmlformats.org/officeDocument/2006/relationships/handoutMaster" Target="handoutMasters/handoutMaster1.xml"/><Relationship Id="rId96"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10" Type="http://schemas.openxmlformats.org/officeDocument/2006/relationships/slideMaster" Target="slideMasters/slideMaster10.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slide" Target="slides/slide50.xml"/><Relationship Id="rId65" Type="http://schemas.openxmlformats.org/officeDocument/2006/relationships/slide" Target="slides/slide55.xml"/><Relationship Id="rId73" Type="http://schemas.openxmlformats.org/officeDocument/2006/relationships/slide" Target="slides/slide63.xml"/><Relationship Id="rId78" Type="http://schemas.openxmlformats.org/officeDocument/2006/relationships/slide" Target="slides/slide68.xml"/><Relationship Id="rId81" Type="http://schemas.openxmlformats.org/officeDocument/2006/relationships/slide" Target="slides/slide71.xml"/><Relationship Id="rId86" Type="http://schemas.openxmlformats.org/officeDocument/2006/relationships/slide" Target="slides/slide76.xml"/><Relationship Id="rId94" Type="http://schemas.openxmlformats.org/officeDocument/2006/relationships/font" Target="fonts/font3.fntdata"/><Relationship Id="rId99" Type="http://schemas.openxmlformats.org/officeDocument/2006/relationships/theme" Target="theme/theme1.xml"/><Relationship Id="rId101" Type="http://schemas.microsoft.com/office/2016/11/relationships/changesInfo" Target="changesInfos/changesInfo1.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slide" Target="slides/slide29.xml"/><Relationship Id="rId34" Type="http://schemas.openxmlformats.org/officeDocument/2006/relationships/slide" Target="slides/slide24.xml"/><Relationship Id="rId50" Type="http://schemas.openxmlformats.org/officeDocument/2006/relationships/slide" Target="slides/slide40.xml"/><Relationship Id="rId55" Type="http://schemas.openxmlformats.org/officeDocument/2006/relationships/slide" Target="slides/slide45.xml"/><Relationship Id="rId76" Type="http://schemas.openxmlformats.org/officeDocument/2006/relationships/slide" Target="slides/slide66.xml"/><Relationship Id="rId97" Type="http://schemas.openxmlformats.org/officeDocument/2006/relationships/presProps" Target="presProps.xml"/><Relationship Id="rId7" Type="http://schemas.openxmlformats.org/officeDocument/2006/relationships/slideMaster" Target="slideMasters/slideMaster7.xml"/><Relationship Id="rId71" Type="http://schemas.openxmlformats.org/officeDocument/2006/relationships/slide" Target="slides/slide61.xml"/><Relationship Id="rId92" Type="http://schemas.openxmlformats.org/officeDocument/2006/relationships/font" Target="fonts/font1.fntdata"/><Relationship Id="rId2" Type="http://schemas.openxmlformats.org/officeDocument/2006/relationships/slideMaster" Target="slideMasters/slideMaster2.xml"/><Relationship Id="rId29" Type="http://schemas.openxmlformats.org/officeDocument/2006/relationships/slide" Target="slides/slide19.xml"/><Relationship Id="rId24" Type="http://schemas.openxmlformats.org/officeDocument/2006/relationships/slide" Target="slides/slide14.xml"/><Relationship Id="rId40" Type="http://schemas.openxmlformats.org/officeDocument/2006/relationships/slide" Target="slides/slide30.xml"/><Relationship Id="rId45" Type="http://schemas.openxmlformats.org/officeDocument/2006/relationships/slide" Target="slides/slide35.xml"/><Relationship Id="rId66" Type="http://schemas.openxmlformats.org/officeDocument/2006/relationships/slide" Target="slides/slide56.xml"/><Relationship Id="rId87" Type="http://schemas.openxmlformats.org/officeDocument/2006/relationships/slide" Target="slides/slide77.xml"/><Relationship Id="rId61" Type="http://schemas.openxmlformats.org/officeDocument/2006/relationships/slide" Target="slides/slide51.xml"/><Relationship Id="rId82" Type="http://schemas.openxmlformats.org/officeDocument/2006/relationships/slide" Target="slides/slide72.xml"/><Relationship Id="rId19" Type="http://schemas.openxmlformats.org/officeDocument/2006/relationships/slide" Target="slides/slide9.xml"/><Relationship Id="rId14" Type="http://schemas.openxmlformats.org/officeDocument/2006/relationships/slide" Target="slides/slide4.xml"/><Relationship Id="rId30" Type="http://schemas.openxmlformats.org/officeDocument/2006/relationships/slide" Target="slides/slide20.xml"/><Relationship Id="rId35" Type="http://schemas.openxmlformats.org/officeDocument/2006/relationships/slide" Target="slides/slide25.xml"/><Relationship Id="rId56" Type="http://schemas.openxmlformats.org/officeDocument/2006/relationships/slide" Target="slides/slide46.xml"/><Relationship Id="rId77" Type="http://schemas.openxmlformats.org/officeDocument/2006/relationships/slide" Target="slides/slide67.xml"/><Relationship Id="rId100" Type="http://schemas.openxmlformats.org/officeDocument/2006/relationships/tableStyles" Target="tableStyles.xml"/><Relationship Id="rId8" Type="http://schemas.openxmlformats.org/officeDocument/2006/relationships/slideMaster" Target="slideMasters/slideMaster8.xml"/><Relationship Id="rId51" Type="http://schemas.openxmlformats.org/officeDocument/2006/relationships/slide" Target="slides/slide41.xml"/><Relationship Id="rId72" Type="http://schemas.openxmlformats.org/officeDocument/2006/relationships/slide" Target="slides/slide62.xml"/><Relationship Id="rId93" Type="http://schemas.openxmlformats.org/officeDocument/2006/relationships/font" Target="fonts/font2.fntdata"/><Relationship Id="rId98" Type="http://schemas.openxmlformats.org/officeDocument/2006/relationships/viewProps" Target="viewProps.xml"/><Relationship Id="rId3"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wenson, Jody" userId="f700768a-5749-4e0f-98d7-2b523cc7d418" providerId="ADAL" clId="{CDDBA0FA-3ADB-4A07-8E9F-7BAC8611602D}"/>
    <pc:docChg chg="undo custSel addSld delSld modSld sldOrd">
      <pc:chgData name="Swenson, Jody" userId="f700768a-5749-4e0f-98d7-2b523cc7d418" providerId="ADAL" clId="{CDDBA0FA-3ADB-4A07-8E9F-7BAC8611602D}" dt="2023-06-05T23:18:13.046" v="2244" actId="20577"/>
      <pc:docMkLst>
        <pc:docMk/>
      </pc:docMkLst>
      <pc:sldChg chg="modSp mod ord modAnim">
        <pc:chgData name="Swenson, Jody" userId="f700768a-5749-4e0f-98d7-2b523cc7d418" providerId="ADAL" clId="{CDDBA0FA-3ADB-4A07-8E9F-7BAC8611602D}" dt="2023-04-10T21:58:03.916" v="1741" actId="20577"/>
        <pc:sldMkLst>
          <pc:docMk/>
          <pc:sldMk cId="4271671880" sldId="260"/>
        </pc:sldMkLst>
      </pc:sldChg>
      <pc:sldChg chg="modSp ord modAnim">
        <pc:chgData name="Swenson, Jody" userId="f700768a-5749-4e0f-98d7-2b523cc7d418" providerId="ADAL" clId="{CDDBA0FA-3ADB-4A07-8E9F-7BAC8611602D}" dt="2023-04-13T22:09:03.240" v="1874" actId="20577"/>
        <pc:sldMkLst>
          <pc:docMk/>
          <pc:sldMk cId="527418030" sldId="263"/>
        </pc:sldMkLst>
      </pc:sldChg>
      <pc:sldChg chg="addSp modSp mod modAnim">
        <pc:chgData name="Swenson, Jody" userId="f700768a-5749-4e0f-98d7-2b523cc7d418" providerId="ADAL" clId="{CDDBA0FA-3ADB-4A07-8E9F-7BAC8611602D}" dt="2023-04-13T23:23:33.243" v="2032" actId="1076"/>
        <pc:sldMkLst>
          <pc:docMk/>
          <pc:sldMk cId="3992391188" sldId="264"/>
        </pc:sldMkLst>
      </pc:sldChg>
      <pc:sldChg chg="addSp delSp modSp del mod">
        <pc:chgData name="Swenson, Jody" userId="f700768a-5749-4e0f-98d7-2b523cc7d418" providerId="ADAL" clId="{CDDBA0FA-3ADB-4A07-8E9F-7BAC8611602D}" dt="2022-09-18T03:11:40.702" v="1192" actId="2696"/>
        <pc:sldMkLst>
          <pc:docMk/>
          <pc:sldMk cId="2787517571" sldId="266"/>
        </pc:sldMkLst>
      </pc:sldChg>
      <pc:sldChg chg="add del">
        <pc:chgData name="Swenson, Jody" userId="f700768a-5749-4e0f-98d7-2b523cc7d418" providerId="ADAL" clId="{CDDBA0FA-3ADB-4A07-8E9F-7BAC8611602D}" dt="2023-04-13T23:07:58.013" v="1980" actId="47"/>
        <pc:sldMkLst>
          <pc:docMk/>
          <pc:sldMk cId="4034188602" sldId="266"/>
        </pc:sldMkLst>
      </pc:sldChg>
      <pc:sldChg chg="addSp modSp mod modAnim">
        <pc:chgData name="Swenson, Jody" userId="f700768a-5749-4e0f-98d7-2b523cc7d418" providerId="ADAL" clId="{CDDBA0FA-3ADB-4A07-8E9F-7BAC8611602D}" dt="2023-04-13T23:21:39.454" v="2019" actId="1076"/>
        <pc:sldMkLst>
          <pc:docMk/>
          <pc:sldMk cId="81831422" sldId="268"/>
        </pc:sldMkLst>
      </pc:sldChg>
      <pc:sldChg chg="modSp">
        <pc:chgData name="Swenson, Jody" userId="f700768a-5749-4e0f-98d7-2b523cc7d418" providerId="ADAL" clId="{CDDBA0FA-3ADB-4A07-8E9F-7BAC8611602D}" dt="2022-04-20T01:02:17.762" v="388" actId="20577"/>
        <pc:sldMkLst>
          <pc:docMk/>
          <pc:sldMk cId="2950902500" sldId="269"/>
        </pc:sldMkLst>
      </pc:sldChg>
      <pc:sldChg chg="modSp mod modAnim">
        <pc:chgData name="Swenson, Jody" userId="f700768a-5749-4e0f-98d7-2b523cc7d418" providerId="ADAL" clId="{CDDBA0FA-3ADB-4A07-8E9F-7BAC8611602D}" dt="2023-04-17T20:49:23.415" v="2226"/>
        <pc:sldMkLst>
          <pc:docMk/>
          <pc:sldMk cId="3206178191" sldId="270"/>
        </pc:sldMkLst>
      </pc:sldChg>
      <pc:sldChg chg="delSp modSp mod delAnim">
        <pc:chgData name="Swenson, Jody" userId="f700768a-5749-4e0f-98d7-2b523cc7d418" providerId="ADAL" clId="{CDDBA0FA-3ADB-4A07-8E9F-7BAC8611602D}" dt="2023-04-13T23:20:47.308" v="1982" actId="21"/>
        <pc:sldMkLst>
          <pc:docMk/>
          <pc:sldMk cId="3979944832" sldId="272"/>
        </pc:sldMkLst>
      </pc:sldChg>
      <pc:sldChg chg="modSp">
        <pc:chgData name="Swenson, Jody" userId="f700768a-5749-4e0f-98d7-2b523cc7d418" providerId="ADAL" clId="{CDDBA0FA-3ADB-4A07-8E9F-7BAC8611602D}" dt="2022-09-13T20:56:22.434" v="636" actId="20577"/>
        <pc:sldMkLst>
          <pc:docMk/>
          <pc:sldMk cId="1367762608" sldId="273"/>
        </pc:sldMkLst>
      </pc:sldChg>
      <pc:sldChg chg="delSp modSp mod delAnim">
        <pc:chgData name="Swenson, Jody" userId="f700768a-5749-4e0f-98d7-2b523cc7d418" providerId="ADAL" clId="{CDDBA0FA-3ADB-4A07-8E9F-7BAC8611602D}" dt="2023-04-20T21:23:14.691" v="2242" actId="478"/>
        <pc:sldMkLst>
          <pc:docMk/>
          <pc:sldMk cId="933017049" sldId="276"/>
        </pc:sldMkLst>
      </pc:sldChg>
      <pc:sldChg chg="modSp mod modAnim">
        <pc:chgData name="Swenson, Jody" userId="f700768a-5749-4e0f-98d7-2b523cc7d418" providerId="ADAL" clId="{CDDBA0FA-3ADB-4A07-8E9F-7BAC8611602D}" dt="2023-04-10T21:48:15.110" v="1549" actId="21"/>
        <pc:sldMkLst>
          <pc:docMk/>
          <pc:sldMk cId="3801973461" sldId="281"/>
        </pc:sldMkLst>
      </pc:sldChg>
      <pc:sldChg chg="del">
        <pc:chgData name="Swenson, Jody" userId="f700768a-5749-4e0f-98d7-2b523cc7d418" providerId="ADAL" clId="{CDDBA0FA-3ADB-4A07-8E9F-7BAC8611602D}" dt="2022-09-13T22:33:47.564" v="746" actId="47"/>
        <pc:sldMkLst>
          <pc:docMk/>
          <pc:sldMk cId="4146311102" sldId="298"/>
        </pc:sldMkLst>
      </pc:sldChg>
      <pc:sldChg chg="del">
        <pc:chgData name="Swenson, Jody" userId="f700768a-5749-4e0f-98d7-2b523cc7d418" providerId="ADAL" clId="{CDDBA0FA-3ADB-4A07-8E9F-7BAC8611602D}" dt="2023-04-13T23:08:00.966" v="1981" actId="47"/>
        <pc:sldMkLst>
          <pc:docMk/>
          <pc:sldMk cId="2570317899" sldId="300"/>
        </pc:sldMkLst>
      </pc:sldChg>
      <pc:sldChg chg="modSp mod ord modAnim">
        <pc:chgData name="Swenson, Jody" userId="f700768a-5749-4e0f-98d7-2b523cc7d418" providerId="ADAL" clId="{CDDBA0FA-3ADB-4A07-8E9F-7BAC8611602D}" dt="2023-06-05T23:18:13.046" v="2244" actId="20577"/>
        <pc:sldMkLst>
          <pc:docMk/>
          <pc:sldMk cId="2240843329" sldId="305"/>
        </pc:sldMkLst>
      </pc:sldChg>
      <pc:sldChg chg="modSp mod">
        <pc:chgData name="Swenson, Jody" userId="f700768a-5749-4e0f-98d7-2b523cc7d418" providerId="ADAL" clId="{CDDBA0FA-3ADB-4A07-8E9F-7BAC8611602D}" dt="2022-09-13T20:56:06.213" v="634" actId="20577"/>
        <pc:sldMkLst>
          <pc:docMk/>
          <pc:sldMk cId="2256072541" sldId="307"/>
        </pc:sldMkLst>
      </pc:sldChg>
      <pc:sldChg chg="modSp modAnim">
        <pc:chgData name="Swenson, Jody" userId="f700768a-5749-4e0f-98d7-2b523cc7d418" providerId="ADAL" clId="{CDDBA0FA-3ADB-4A07-8E9F-7BAC8611602D}" dt="2023-04-13T22:04:27.984" v="1871"/>
        <pc:sldMkLst>
          <pc:docMk/>
          <pc:sldMk cId="2424565010" sldId="308"/>
        </pc:sldMkLst>
      </pc:sldChg>
      <pc:sldChg chg="modSp">
        <pc:chgData name="Swenson, Jody" userId="f700768a-5749-4e0f-98d7-2b523cc7d418" providerId="ADAL" clId="{CDDBA0FA-3ADB-4A07-8E9F-7BAC8611602D}" dt="2022-09-12T22:18:49.222" v="633" actId="20577"/>
        <pc:sldMkLst>
          <pc:docMk/>
          <pc:sldMk cId="571501204" sldId="315"/>
        </pc:sldMkLst>
      </pc:sldChg>
      <pc:sldChg chg="modSp modAnim">
        <pc:chgData name="Swenson, Jody" userId="f700768a-5749-4e0f-98d7-2b523cc7d418" providerId="ADAL" clId="{CDDBA0FA-3ADB-4A07-8E9F-7BAC8611602D}" dt="2022-09-12T22:17:46.863" v="580" actId="20577"/>
        <pc:sldMkLst>
          <pc:docMk/>
          <pc:sldMk cId="1509837525" sldId="316"/>
        </pc:sldMkLst>
      </pc:sldChg>
      <pc:sldChg chg="modSp del mod">
        <pc:chgData name="Swenson, Jody" userId="f700768a-5749-4e0f-98d7-2b523cc7d418" providerId="ADAL" clId="{CDDBA0FA-3ADB-4A07-8E9F-7BAC8611602D}" dt="2023-04-13T23:07:49.733" v="1979" actId="47"/>
        <pc:sldMkLst>
          <pc:docMk/>
          <pc:sldMk cId="2382479015" sldId="321"/>
        </pc:sldMkLst>
      </pc:sldChg>
      <pc:sldChg chg="modSp">
        <pc:chgData name="Swenson, Jody" userId="f700768a-5749-4e0f-98d7-2b523cc7d418" providerId="ADAL" clId="{CDDBA0FA-3ADB-4A07-8E9F-7BAC8611602D}" dt="2022-09-13T20:57:13.058" v="641" actId="20577"/>
        <pc:sldMkLst>
          <pc:docMk/>
          <pc:sldMk cId="2621366359" sldId="322"/>
        </pc:sldMkLst>
      </pc:sldChg>
      <pc:sldChg chg="add del">
        <pc:chgData name="Swenson, Jody" userId="f700768a-5749-4e0f-98d7-2b523cc7d418" providerId="ADAL" clId="{CDDBA0FA-3ADB-4A07-8E9F-7BAC8611602D}" dt="2021-12-02T23:49:58.675" v="3" actId="47"/>
        <pc:sldMkLst>
          <pc:docMk/>
          <pc:sldMk cId="1561613026" sldId="328"/>
        </pc:sldMkLst>
      </pc:sldChg>
      <pc:sldChg chg="modSp mod">
        <pc:chgData name="Swenson, Jody" userId="f700768a-5749-4e0f-98d7-2b523cc7d418" providerId="ADAL" clId="{CDDBA0FA-3ADB-4A07-8E9F-7BAC8611602D}" dt="2022-09-13T20:57:19.873" v="642" actId="20577"/>
        <pc:sldMkLst>
          <pc:docMk/>
          <pc:sldMk cId="966993937" sldId="334"/>
        </pc:sldMkLst>
      </pc:sldChg>
      <pc:sldChg chg="modSp mod ord modAnim">
        <pc:chgData name="Swenson, Jody" userId="f700768a-5749-4e0f-98d7-2b523cc7d418" providerId="ADAL" clId="{CDDBA0FA-3ADB-4A07-8E9F-7BAC8611602D}" dt="2022-04-14T20:54:42.746" v="258"/>
        <pc:sldMkLst>
          <pc:docMk/>
          <pc:sldMk cId="639015299" sldId="337"/>
        </pc:sldMkLst>
      </pc:sldChg>
      <pc:sldChg chg="del">
        <pc:chgData name="Swenson, Jody" userId="f700768a-5749-4e0f-98d7-2b523cc7d418" providerId="ADAL" clId="{CDDBA0FA-3ADB-4A07-8E9F-7BAC8611602D}" dt="2022-04-14T21:06:41.852" v="269" actId="47"/>
        <pc:sldMkLst>
          <pc:docMk/>
          <pc:sldMk cId="1505765113" sldId="434"/>
        </pc:sldMkLst>
      </pc:sldChg>
      <pc:sldChg chg="addSp delSp modSp add mod modAnim">
        <pc:chgData name="Swenson, Jody" userId="f700768a-5749-4e0f-98d7-2b523cc7d418" providerId="ADAL" clId="{CDDBA0FA-3ADB-4A07-8E9F-7BAC8611602D}" dt="2022-09-16T02:44:45.149" v="1104" actId="14100"/>
        <pc:sldMkLst>
          <pc:docMk/>
          <pc:sldMk cId="3737908738" sldId="434"/>
        </pc:sldMkLst>
      </pc:sldChg>
      <pc:sldChg chg="addSp delSp modSp del mod">
        <pc:chgData name="Swenson, Jody" userId="f700768a-5749-4e0f-98d7-2b523cc7d418" providerId="ADAL" clId="{CDDBA0FA-3ADB-4A07-8E9F-7BAC8611602D}" dt="2022-04-14T21:06:43.638" v="270" actId="47"/>
        <pc:sldMkLst>
          <pc:docMk/>
          <pc:sldMk cId="1836899250" sldId="435"/>
        </pc:sldMkLst>
      </pc:sldChg>
      <pc:sldChg chg="addSp delSp modSp add mod delAnim modAnim">
        <pc:chgData name="Swenson, Jody" userId="f700768a-5749-4e0f-98d7-2b523cc7d418" providerId="ADAL" clId="{CDDBA0FA-3ADB-4A07-8E9F-7BAC8611602D}" dt="2023-04-13T23:27:47.497" v="2104" actId="1038"/>
        <pc:sldMkLst>
          <pc:docMk/>
          <pc:sldMk cId="2779200237" sldId="435"/>
        </pc:sldMkLst>
      </pc:sldChg>
      <pc:sldChg chg="add">
        <pc:chgData name="Swenson, Jody" userId="f700768a-5749-4e0f-98d7-2b523cc7d418" providerId="ADAL" clId="{CDDBA0FA-3ADB-4A07-8E9F-7BAC8611602D}" dt="2023-04-13T22:34:40.021" v="1978"/>
        <pc:sldMkLst>
          <pc:docMk/>
          <pc:sldMk cId="1394374719" sldId="438"/>
        </pc:sldMkLst>
      </pc:sldChg>
      <pc:sldChg chg="add">
        <pc:chgData name="Swenson, Jody" userId="f700768a-5749-4e0f-98d7-2b523cc7d418" providerId="ADAL" clId="{CDDBA0FA-3ADB-4A07-8E9F-7BAC8611602D}" dt="2023-04-13T22:34:40.021" v="1978"/>
        <pc:sldMkLst>
          <pc:docMk/>
          <pc:sldMk cId="4011579590" sldId="439"/>
        </pc:sldMkLst>
      </pc:sldChg>
      <pc:sldChg chg="add">
        <pc:chgData name="Swenson, Jody" userId="f700768a-5749-4e0f-98d7-2b523cc7d418" providerId="ADAL" clId="{CDDBA0FA-3ADB-4A07-8E9F-7BAC8611602D}" dt="2022-04-14T20:45:20.954" v="35"/>
        <pc:sldMkLst>
          <pc:docMk/>
          <pc:sldMk cId="2295845355" sldId="440"/>
        </pc:sldMkLst>
      </pc:sldChg>
      <pc:sldChg chg="modSp mod">
        <pc:chgData name="Swenson, Jody" userId="f700768a-5749-4e0f-98d7-2b523cc7d418" providerId="ADAL" clId="{CDDBA0FA-3ADB-4A07-8E9F-7BAC8611602D}" dt="2022-09-13T22:21:14.723" v="719" actId="6549"/>
        <pc:sldMkLst>
          <pc:docMk/>
          <pc:sldMk cId="3963981182" sldId="454"/>
        </pc:sldMkLst>
      </pc:sldChg>
      <pc:sldChg chg="del">
        <pc:chgData name="Swenson, Jody" userId="f700768a-5749-4e0f-98d7-2b523cc7d418" providerId="ADAL" clId="{CDDBA0FA-3ADB-4A07-8E9F-7BAC8611602D}" dt="2022-04-14T21:06:45.154" v="271" actId="47"/>
        <pc:sldMkLst>
          <pc:docMk/>
          <pc:sldMk cId="3790887021" sldId="457"/>
        </pc:sldMkLst>
      </pc:sldChg>
      <pc:sldChg chg="addSp delSp modSp add mod modAnim">
        <pc:chgData name="Swenson, Jody" userId="f700768a-5749-4e0f-98d7-2b523cc7d418" providerId="ADAL" clId="{CDDBA0FA-3ADB-4A07-8E9F-7BAC8611602D}" dt="2022-09-16T02:50:06.643" v="1149" actId="1035"/>
        <pc:sldMkLst>
          <pc:docMk/>
          <pc:sldMk cId="4145430680" sldId="457"/>
        </pc:sldMkLst>
      </pc:sldChg>
      <pc:sldChg chg="del">
        <pc:chgData name="Swenson, Jody" userId="f700768a-5749-4e0f-98d7-2b523cc7d418" providerId="ADAL" clId="{CDDBA0FA-3ADB-4A07-8E9F-7BAC8611602D}" dt="2022-04-14T21:06:47.351" v="272" actId="47"/>
        <pc:sldMkLst>
          <pc:docMk/>
          <pc:sldMk cId="1020085662" sldId="458"/>
        </pc:sldMkLst>
      </pc:sldChg>
      <pc:sldChg chg="addSp delSp modSp add mod delAnim modAnim">
        <pc:chgData name="Swenson, Jody" userId="f700768a-5749-4e0f-98d7-2b523cc7d418" providerId="ADAL" clId="{CDDBA0FA-3ADB-4A07-8E9F-7BAC8611602D}" dt="2022-09-16T03:03:44.361" v="1177"/>
        <pc:sldMkLst>
          <pc:docMk/>
          <pc:sldMk cId="1272928431" sldId="458"/>
        </pc:sldMkLst>
      </pc:sldChg>
      <pc:sldChg chg="modSp modAnim">
        <pc:chgData name="Swenson, Jody" userId="f700768a-5749-4e0f-98d7-2b523cc7d418" providerId="ADAL" clId="{CDDBA0FA-3ADB-4A07-8E9F-7BAC8611602D}" dt="2023-04-20T21:14:47.396" v="2241"/>
        <pc:sldMkLst>
          <pc:docMk/>
          <pc:sldMk cId="564069817" sldId="462"/>
        </pc:sldMkLst>
      </pc:sldChg>
      <pc:sldChg chg="modSp modAnim">
        <pc:chgData name="Swenson, Jody" userId="f700768a-5749-4e0f-98d7-2b523cc7d418" providerId="ADAL" clId="{CDDBA0FA-3ADB-4A07-8E9F-7BAC8611602D}" dt="2022-09-16T02:36:24.558" v="1054" actId="113"/>
        <pc:sldMkLst>
          <pc:docMk/>
          <pc:sldMk cId="3981189037" sldId="465"/>
        </pc:sldMkLst>
      </pc:sldChg>
      <pc:sldChg chg="modSp mod modAnim">
        <pc:chgData name="Swenson, Jody" userId="f700768a-5749-4e0f-98d7-2b523cc7d418" providerId="ADAL" clId="{CDDBA0FA-3ADB-4A07-8E9F-7BAC8611602D}" dt="2023-04-13T23:26:37.982" v="2058" actId="1076"/>
        <pc:sldMkLst>
          <pc:docMk/>
          <pc:sldMk cId="1664408019" sldId="466"/>
        </pc:sldMkLst>
      </pc:sldChg>
      <pc:sldChg chg="modSp mod ord modNotesTx">
        <pc:chgData name="Swenson, Jody" userId="f700768a-5749-4e0f-98d7-2b523cc7d418" providerId="ADAL" clId="{CDDBA0FA-3ADB-4A07-8E9F-7BAC8611602D}" dt="2023-04-13T22:21:01.834" v="1977" actId="1035"/>
        <pc:sldMkLst>
          <pc:docMk/>
          <pc:sldMk cId="1945664844" sldId="480"/>
        </pc:sldMkLst>
      </pc:sldChg>
      <pc:sldChg chg="addSp delSp modSp mod">
        <pc:chgData name="Swenson, Jody" userId="f700768a-5749-4e0f-98d7-2b523cc7d418" providerId="ADAL" clId="{CDDBA0FA-3ADB-4A07-8E9F-7BAC8611602D}" dt="2023-04-17T20:54:07.959" v="2232" actId="14100"/>
        <pc:sldMkLst>
          <pc:docMk/>
          <pc:sldMk cId="4071500627" sldId="481"/>
        </pc:sldMkLst>
      </pc:sldChg>
      <pc:sldChg chg="add del modAnim">
        <pc:chgData name="Swenson, Jody" userId="f700768a-5749-4e0f-98d7-2b523cc7d418" providerId="ADAL" clId="{CDDBA0FA-3ADB-4A07-8E9F-7BAC8611602D}" dt="2022-09-18T02:49:07.584" v="1190"/>
        <pc:sldMkLst>
          <pc:docMk/>
          <pc:sldMk cId="403495124" sldId="482"/>
        </pc:sldMkLst>
      </pc:sldChg>
      <pc:sldChg chg="del">
        <pc:chgData name="Swenson, Jody" userId="f700768a-5749-4e0f-98d7-2b523cc7d418" providerId="ADAL" clId="{CDDBA0FA-3ADB-4A07-8E9F-7BAC8611602D}" dt="2022-09-16T19:38:03.547" v="1181" actId="47"/>
        <pc:sldMkLst>
          <pc:docMk/>
          <pc:sldMk cId="1017382974" sldId="483"/>
        </pc:sldMkLst>
      </pc:sldChg>
      <pc:sldChg chg="add del">
        <pc:chgData name="Swenson, Jody" userId="f700768a-5749-4e0f-98d7-2b523cc7d418" providerId="ADAL" clId="{CDDBA0FA-3ADB-4A07-8E9F-7BAC8611602D}" dt="2022-01-07T17:37:41.743" v="7" actId="47"/>
        <pc:sldMkLst>
          <pc:docMk/>
          <pc:sldMk cId="1316416327" sldId="505"/>
        </pc:sldMkLst>
      </pc:sldChg>
      <pc:sldChg chg="modSp add del">
        <pc:chgData name="Swenson, Jody" userId="f700768a-5749-4e0f-98d7-2b523cc7d418" providerId="ADAL" clId="{CDDBA0FA-3ADB-4A07-8E9F-7BAC8611602D}" dt="2022-09-16T21:01:52.784" v="1187" actId="47"/>
        <pc:sldMkLst>
          <pc:docMk/>
          <pc:sldMk cId="2051894878" sldId="507"/>
        </pc:sldMkLst>
      </pc:sldChg>
      <pc:sldChg chg="add del">
        <pc:chgData name="Swenson, Jody" userId="f700768a-5749-4e0f-98d7-2b523cc7d418" providerId="ADAL" clId="{CDDBA0FA-3ADB-4A07-8E9F-7BAC8611602D}" dt="2022-09-16T21:01:56.161" v="1188" actId="47"/>
        <pc:sldMkLst>
          <pc:docMk/>
          <pc:sldMk cId="3882938088" sldId="508"/>
        </pc:sldMkLst>
      </pc:sldChg>
      <pc:sldChg chg="add del">
        <pc:chgData name="Swenson, Jody" userId="f700768a-5749-4e0f-98d7-2b523cc7d418" providerId="ADAL" clId="{CDDBA0FA-3ADB-4A07-8E9F-7BAC8611602D}" dt="2022-04-22T23:30:35.649" v="393" actId="47"/>
        <pc:sldMkLst>
          <pc:docMk/>
          <pc:sldMk cId="2118003291" sldId="512"/>
        </pc:sldMkLst>
      </pc:sldChg>
      <pc:sldChg chg="add del">
        <pc:chgData name="Swenson, Jody" userId="f700768a-5749-4e0f-98d7-2b523cc7d418" providerId="ADAL" clId="{CDDBA0FA-3ADB-4A07-8E9F-7BAC8611602D}" dt="2022-09-16T21:01:39.344" v="1185"/>
        <pc:sldMkLst>
          <pc:docMk/>
          <pc:sldMk cId="3053384213" sldId="521"/>
        </pc:sldMkLst>
      </pc:sldChg>
      <pc:sldChg chg="addSp delSp modSp mod">
        <pc:chgData name="Swenson, Jody" userId="f700768a-5749-4e0f-98d7-2b523cc7d418" providerId="ADAL" clId="{CDDBA0FA-3ADB-4A07-8E9F-7BAC8611602D}" dt="2022-09-16T02:41:32.038" v="1092" actId="14100"/>
        <pc:sldMkLst>
          <pc:docMk/>
          <pc:sldMk cId="208784900" sldId="540"/>
        </pc:sldMkLst>
      </pc:sldChg>
      <pc:sldChg chg="modSp ord">
        <pc:chgData name="Swenson, Jody" userId="f700768a-5749-4e0f-98d7-2b523cc7d418" providerId="ADAL" clId="{CDDBA0FA-3ADB-4A07-8E9F-7BAC8611602D}" dt="2022-09-12T22:09:03.289" v="407"/>
        <pc:sldMkLst>
          <pc:docMk/>
          <pc:sldMk cId="2071983125" sldId="542"/>
        </pc:sldMkLst>
      </pc:sldChg>
      <pc:sldChg chg="del">
        <pc:chgData name="Swenson, Jody" userId="f700768a-5749-4e0f-98d7-2b523cc7d418" providerId="ADAL" clId="{CDDBA0FA-3ADB-4A07-8E9F-7BAC8611602D}" dt="2022-01-04T04:06:03.421" v="5" actId="47"/>
        <pc:sldMkLst>
          <pc:docMk/>
          <pc:sldMk cId="3471834386" sldId="549"/>
        </pc:sldMkLst>
      </pc:sldChg>
      <pc:sldChg chg="modSp add mod modAnim">
        <pc:chgData name="Swenson, Jody" userId="f700768a-5749-4e0f-98d7-2b523cc7d418" providerId="ADAL" clId="{CDDBA0FA-3ADB-4A07-8E9F-7BAC8611602D}" dt="2022-12-04T04:03:55.701" v="1422" actId="1036"/>
        <pc:sldMkLst>
          <pc:docMk/>
          <pc:sldMk cId="466786918" sldId="556"/>
        </pc:sldMkLst>
      </pc:sldChg>
      <pc:sldChg chg="addSp delSp modSp mod delAnim modAnim">
        <pc:chgData name="Swenson, Jody" userId="f700768a-5749-4e0f-98d7-2b523cc7d418" providerId="ADAL" clId="{CDDBA0FA-3ADB-4A07-8E9F-7BAC8611602D}" dt="2022-12-10T01:29:03.123" v="1424"/>
        <pc:sldMkLst>
          <pc:docMk/>
          <pc:sldMk cId="3534964001" sldId="607"/>
        </pc:sldMkLst>
      </pc:sldChg>
      <pc:sldChg chg="addSp delSp modSp add del mod">
        <pc:chgData name="Swenson, Jody" userId="f700768a-5749-4e0f-98d7-2b523cc7d418" providerId="ADAL" clId="{CDDBA0FA-3ADB-4A07-8E9F-7BAC8611602D}" dt="2022-04-14T21:05:33.692" v="267" actId="47"/>
        <pc:sldMkLst>
          <pc:docMk/>
          <pc:sldMk cId="2720059285" sldId="608"/>
        </pc:sldMkLst>
      </pc:sldChg>
      <pc:sldChg chg="ord">
        <pc:chgData name="Swenson, Jody" userId="f700768a-5749-4e0f-98d7-2b523cc7d418" providerId="ADAL" clId="{CDDBA0FA-3ADB-4A07-8E9F-7BAC8611602D}" dt="2022-12-04T03:56:29.443" v="1400"/>
        <pc:sldMkLst>
          <pc:docMk/>
          <pc:sldMk cId="2905076712" sldId="609"/>
        </pc:sldMkLst>
      </pc:sldChg>
      <pc:sldChg chg="modSp add del mod ord">
        <pc:chgData name="Swenson, Jody" userId="f700768a-5749-4e0f-98d7-2b523cc7d418" providerId="ADAL" clId="{CDDBA0FA-3ADB-4A07-8E9F-7BAC8611602D}" dt="2022-04-18T17:04:17.627" v="371" actId="47"/>
        <pc:sldMkLst>
          <pc:docMk/>
          <pc:sldMk cId="3471834386" sldId="610"/>
        </pc:sldMkLst>
      </pc:sldChg>
      <pc:sldChg chg="modSp add modAnim">
        <pc:chgData name="Swenson, Jody" userId="f700768a-5749-4e0f-98d7-2b523cc7d418" providerId="ADAL" clId="{CDDBA0FA-3ADB-4A07-8E9F-7BAC8611602D}" dt="2022-09-13T22:38:49.732" v="803"/>
        <pc:sldMkLst>
          <pc:docMk/>
          <pc:sldMk cId="2430290514" sldId="611"/>
        </pc:sldMkLst>
      </pc:sldChg>
      <pc:sldChg chg="modSp add mod">
        <pc:chgData name="Swenson, Jody" userId="f700768a-5749-4e0f-98d7-2b523cc7d418" providerId="ADAL" clId="{CDDBA0FA-3ADB-4A07-8E9F-7BAC8611602D}" dt="2022-09-10T23:51:22.950" v="403" actId="113"/>
        <pc:sldMkLst>
          <pc:docMk/>
          <pc:sldMk cId="1207622185" sldId="612"/>
        </pc:sldMkLst>
      </pc:sldChg>
      <pc:sldChg chg="add del">
        <pc:chgData name="Swenson, Jody" userId="f700768a-5749-4e0f-98d7-2b523cc7d418" providerId="ADAL" clId="{CDDBA0FA-3ADB-4A07-8E9F-7BAC8611602D}" dt="2022-04-14T21:14:44.853" v="273" actId="47"/>
        <pc:sldMkLst>
          <pc:docMk/>
          <pc:sldMk cId="3737908738" sldId="612"/>
        </pc:sldMkLst>
      </pc:sldChg>
      <pc:sldChg chg="add del">
        <pc:chgData name="Swenson, Jody" userId="f700768a-5749-4e0f-98d7-2b523cc7d418" providerId="ADAL" clId="{CDDBA0FA-3ADB-4A07-8E9F-7BAC8611602D}" dt="2022-04-14T21:14:44.853" v="273" actId="47"/>
        <pc:sldMkLst>
          <pc:docMk/>
          <pc:sldMk cId="2779200237" sldId="613"/>
        </pc:sldMkLst>
      </pc:sldChg>
      <pc:sldChg chg="add del">
        <pc:chgData name="Swenson, Jody" userId="f700768a-5749-4e0f-98d7-2b523cc7d418" providerId="ADAL" clId="{CDDBA0FA-3ADB-4A07-8E9F-7BAC8611602D}" dt="2022-04-14T21:14:44.853" v="273" actId="47"/>
        <pc:sldMkLst>
          <pc:docMk/>
          <pc:sldMk cId="4145430680" sldId="614"/>
        </pc:sldMkLst>
      </pc:sldChg>
      <pc:sldChg chg="add del">
        <pc:chgData name="Swenson, Jody" userId="f700768a-5749-4e0f-98d7-2b523cc7d418" providerId="ADAL" clId="{CDDBA0FA-3ADB-4A07-8E9F-7BAC8611602D}" dt="2022-04-14T21:14:44.853" v="273" actId="47"/>
        <pc:sldMkLst>
          <pc:docMk/>
          <pc:sldMk cId="1272928431" sldId="615"/>
        </pc:sldMkLst>
      </pc:sldChg>
      <pc:sldChg chg="modSp add modAnim">
        <pc:chgData name="Swenson, Jody" userId="f700768a-5749-4e0f-98d7-2b523cc7d418" providerId="ADAL" clId="{CDDBA0FA-3ADB-4A07-8E9F-7BAC8611602D}" dt="2022-09-16T01:55:06.476" v="878"/>
        <pc:sldMkLst>
          <pc:docMk/>
          <pc:sldMk cId="2092400586" sldId="688"/>
        </pc:sldMkLst>
      </pc:sldChg>
      <pc:sldChg chg="modSp add">
        <pc:chgData name="Swenson, Jody" userId="f700768a-5749-4e0f-98d7-2b523cc7d418" providerId="ADAL" clId="{CDDBA0FA-3ADB-4A07-8E9F-7BAC8611602D}" dt="2023-04-13T23:26:05.731" v="2055" actId="20577"/>
        <pc:sldMkLst>
          <pc:docMk/>
          <pc:sldMk cId="1193190631" sldId="689"/>
        </pc:sldMkLst>
      </pc:sldChg>
      <pc:sldChg chg="add">
        <pc:chgData name="Swenson, Jody" userId="f700768a-5749-4e0f-98d7-2b523cc7d418" providerId="ADAL" clId="{CDDBA0FA-3ADB-4A07-8E9F-7BAC8611602D}" dt="2022-09-16T21:01:49.104" v="1186"/>
        <pc:sldMkLst>
          <pc:docMk/>
          <pc:sldMk cId="1502611407" sldId="690"/>
        </pc:sldMkLst>
      </pc:sldChg>
      <pc:sldChg chg="modSp add">
        <pc:chgData name="Swenson, Jody" userId="f700768a-5749-4e0f-98d7-2b523cc7d418" providerId="ADAL" clId="{CDDBA0FA-3ADB-4A07-8E9F-7BAC8611602D}" dt="2023-04-17T20:46:23.656" v="2215" actId="20577"/>
        <pc:sldMkLst>
          <pc:docMk/>
          <pc:sldMk cId="1531105995" sldId="691"/>
        </pc:sldMkLst>
      </pc:sldChg>
      <pc:sldChg chg="modSp add mod modAnim">
        <pc:chgData name="Swenson, Jody" userId="f700768a-5749-4e0f-98d7-2b523cc7d418" providerId="ADAL" clId="{CDDBA0FA-3ADB-4A07-8E9F-7BAC8611602D}" dt="2023-04-17T20:29:17.788" v="2148" actId="1076"/>
        <pc:sldMkLst>
          <pc:docMk/>
          <pc:sldMk cId="1504892176" sldId="692"/>
        </pc:sldMkLst>
      </pc:sldChg>
      <pc:sldMasterChg chg="addSldLayout delSldLayout">
        <pc:chgData name="Swenson, Jody" userId="f700768a-5749-4e0f-98d7-2b523cc7d418" providerId="ADAL" clId="{CDDBA0FA-3ADB-4A07-8E9F-7BAC8611602D}" dt="2021-12-02T23:49:58.675" v="3" actId="47"/>
        <pc:sldMasterMkLst>
          <pc:docMk/>
          <pc:sldMasterMk cId="874611347" sldId="2147483696"/>
        </pc:sldMasterMkLst>
        <pc:sldLayoutChg chg="add del">
          <pc:chgData name="Swenson, Jody" userId="f700768a-5749-4e0f-98d7-2b523cc7d418" providerId="ADAL" clId="{CDDBA0FA-3ADB-4A07-8E9F-7BAC8611602D}" dt="2021-12-02T23:49:58.675" v="3" actId="47"/>
          <pc:sldLayoutMkLst>
            <pc:docMk/>
            <pc:sldMasterMk cId="874611347" sldId="2147483696"/>
            <pc:sldLayoutMk cId="8750803" sldId="2147483726"/>
          </pc:sldLayoutMkLst>
        </pc:sldLayoutChg>
      </pc:sldMasterChg>
    </pc:docChg>
  </pc:docChgLst>
  <pc:docChgLst>
    <pc:chgData name="Swenson, Jody" userId="f700768a-5749-4e0f-98d7-2b523cc7d418" providerId="ADAL" clId="{DEE8B74C-F18D-4085-B116-35004C0BBDB6}"/>
    <pc:docChg chg="addSld delSld modSld">
      <pc:chgData name="Swenson, Jody" userId="f700768a-5749-4e0f-98d7-2b523cc7d418" providerId="ADAL" clId="{DEE8B74C-F18D-4085-B116-35004C0BBDB6}" dt="2023-10-03T16:33:56.251" v="1" actId="47"/>
      <pc:docMkLst>
        <pc:docMk/>
      </pc:docMkLst>
      <pc:sldChg chg="del">
        <pc:chgData name="Swenson, Jody" userId="f700768a-5749-4e0f-98d7-2b523cc7d418" providerId="ADAL" clId="{DEE8B74C-F18D-4085-B116-35004C0BBDB6}" dt="2023-10-03T16:33:56.251" v="1" actId="47"/>
        <pc:sldMkLst>
          <pc:docMk/>
          <pc:sldMk cId="3284550633" sldId="388"/>
        </pc:sldMkLst>
      </pc:sldChg>
      <pc:sldChg chg="add">
        <pc:chgData name="Swenson, Jody" userId="f700768a-5749-4e0f-98d7-2b523cc7d418" providerId="ADAL" clId="{DEE8B74C-F18D-4085-B116-35004C0BBDB6}" dt="2023-10-03T16:33:50.654" v="0"/>
        <pc:sldMkLst>
          <pc:docMk/>
          <pc:sldMk cId="3032930235" sldId="936"/>
        </pc:sldMkLst>
      </pc:sldChg>
    </pc:docChg>
  </pc:docChgLst>
  <pc:docChgLst>
    <pc:chgData name="Jody Swenson" userId="f700768a-5749-4e0f-98d7-2b523cc7d418" providerId="ADAL" clId="{FAA86A18-39A9-4EED-A959-EE54C184714D}"/>
    <pc:docChg chg="modSld">
      <pc:chgData name="Jody Swenson" userId="f700768a-5749-4e0f-98d7-2b523cc7d418" providerId="ADAL" clId="{FAA86A18-39A9-4EED-A959-EE54C184714D}" dt="2021-04-22T21:34:36.341" v="1" actId="20577"/>
      <pc:docMkLst>
        <pc:docMk/>
      </pc:docMkLst>
      <pc:sldChg chg="modSp">
        <pc:chgData name="Jody Swenson" userId="f700768a-5749-4e0f-98d7-2b523cc7d418" providerId="ADAL" clId="{FAA86A18-39A9-4EED-A959-EE54C184714D}" dt="2021-04-22T21:34:36.341" v="1" actId="20577"/>
        <pc:sldMkLst>
          <pc:docMk/>
          <pc:sldMk cId="2686378705" sldId="606"/>
        </pc:sldMkLst>
      </pc:sldChg>
    </pc:docChg>
  </pc:docChgLst>
  <pc:docChgLst>
    <pc:chgData name="Swenson, Jody" userId="f700768a-5749-4e0f-98d7-2b523cc7d418" providerId="ADAL" clId="{B64A5244-DB25-4FA9-91EB-5B047FE40AEE}"/>
    <pc:docChg chg="undo custSel modSld">
      <pc:chgData name="Swenson, Jody" userId="f700768a-5749-4e0f-98d7-2b523cc7d418" providerId="ADAL" clId="{B64A5244-DB25-4FA9-91EB-5B047FE40AEE}" dt="2021-06-06T00:13:00.886" v="8" actId="1038"/>
      <pc:docMkLst>
        <pc:docMk/>
      </pc:docMkLst>
      <pc:sldChg chg="addSp delSp modSp mod addAnim delAnim modAnim">
        <pc:chgData name="Swenson, Jody" userId="f700768a-5749-4e0f-98d7-2b523cc7d418" providerId="ADAL" clId="{B64A5244-DB25-4FA9-91EB-5B047FE40AEE}" dt="2021-06-06T00:13:00.886" v="8" actId="1038"/>
        <pc:sldMkLst>
          <pc:docMk/>
          <pc:sldMk cId="208784900" sldId="540"/>
        </pc:sldMkLst>
      </pc:sldChg>
    </pc:docChg>
  </pc:docChgLst>
  <pc:docChgLst>
    <pc:chgData name="Swenson, Jody" userId="f700768a-5749-4e0f-98d7-2b523cc7d418" providerId="ADAL" clId="{756A683B-934A-4B13-9853-BCFE78A80A90}"/>
    <pc:docChg chg="addSld modSld">
      <pc:chgData name="Swenson, Jody" userId="f700768a-5749-4e0f-98d7-2b523cc7d418" providerId="ADAL" clId="{756A683B-934A-4B13-9853-BCFE78A80A90}" dt="2020-12-01T22:01:39.196" v="0"/>
      <pc:docMkLst>
        <pc:docMk/>
      </pc:docMkLst>
      <pc:sldChg chg="add">
        <pc:chgData name="Swenson, Jody" userId="f700768a-5749-4e0f-98d7-2b523cc7d418" providerId="ADAL" clId="{756A683B-934A-4B13-9853-BCFE78A80A90}" dt="2020-12-01T22:01:39.196" v="0"/>
        <pc:sldMkLst>
          <pc:docMk/>
          <pc:sldMk cId="2071983125" sldId="542"/>
        </pc:sldMkLst>
      </pc:sldChg>
    </pc:docChg>
  </pc:docChgLst>
  <pc:docChgLst>
    <pc:chgData name="Swenson, Jody" userId="f700768a-5749-4e0f-98d7-2b523cc7d418" providerId="ADAL" clId="{C8870A2D-3807-4CE6-AB23-9286B4DB8AAB}"/>
    <pc:docChg chg="addSld delSld modSld sldOrd">
      <pc:chgData name="Swenson, Jody" userId="f700768a-5749-4e0f-98d7-2b523cc7d418" providerId="ADAL" clId="{C8870A2D-3807-4CE6-AB23-9286B4DB8AAB}" dt="2021-04-23T14:25:40.661" v="833" actId="5793"/>
      <pc:docMkLst>
        <pc:docMk/>
      </pc:docMkLst>
      <pc:sldChg chg="modSp mod">
        <pc:chgData name="Swenson, Jody" userId="f700768a-5749-4e0f-98d7-2b523cc7d418" providerId="ADAL" clId="{C8870A2D-3807-4CE6-AB23-9286B4DB8AAB}" dt="2021-04-20T22:58:57.278" v="733" actId="1076"/>
        <pc:sldMkLst>
          <pc:docMk/>
          <pc:sldMk cId="4269707401" sldId="271"/>
        </pc:sldMkLst>
      </pc:sldChg>
      <pc:sldChg chg="addSp modSp mod modAnim">
        <pc:chgData name="Swenson, Jody" userId="f700768a-5749-4e0f-98d7-2b523cc7d418" providerId="ADAL" clId="{C8870A2D-3807-4CE6-AB23-9286B4DB8AAB}" dt="2021-04-20T00:33:45.152" v="276" actId="1076"/>
        <pc:sldMkLst>
          <pc:docMk/>
          <pc:sldMk cId="3979944832" sldId="272"/>
        </pc:sldMkLst>
      </pc:sldChg>
      <pc:sldChg chg="modSp mod">
        <pc:chgData name="Swenson, Jody" userId="f700768a-5749-4e0f-98d7-2b523cc7d418" providerId="ADAL" clId="{C8870A2D-3807-4CE6-AB23-9286B4DB8AAB}" dt="2021-04-20T22:55:02.384" v="694" actId="1038"/>
        <pc:sldMkLst>
          <pc:docMk/>
          <pc:sldMk cId="2380558648" sldId="275"/>
        </pc:sldMkLst>
      </pc:sldChg>
      <pc:sldChg chg="addSp modSp mod modAnim">
        <pc:chgData name="Swenson, Jody" userId="f700768a-5749-4e0f-98d7-2b523cc7d418" providerId="ADAL" clId="{C8870A2D-3807-4CE6-AB23-9286B4DB8AAB}" dt="2021-04-20T22:57:32.602" v="705"/>
        <pc:sldMkLst>
          <pc:docMk/>
          <pc:sldMk cId="933017049" sldId="276"/>
        </pc:sldMkLst>
      </pc:sldChg>
      <pc:sldChg chg="modSp add mod ord modAnim">
        <pc:chgData name="Swenson, Jody" userId="f700768a-5749-4e0f-98d7-2b523cc7d418" providerId="ADAL" clId="{C8870A2D-3807-4CE6-AB23-9286B4DB8AAB}" dt="2021-04-22T01:31:19.753" v="802" actId="20577"/>
        <pc:sldMkLst>
          <pc:docMk/>
          <pc:sldMk cId="3801973461" sldId="281"/>
        </pc:sldMkLst>
      </pc:sldChg>
      <pc:sldChg chg="del">
        <pc:chgData name="Swenson, Jody" userId="f700768a-5749-4e0f-98d7-2b523cc7d418" providerId="ADAL" clId="{C8870A2D-3807-4CE6-AB23-9286B4DB8AAB}" dt="2021-04-13T02:31:43.010" v="177" actId="47"/>
        <pc:sldMkLst>
          <pc:docMk/>
          <pc:sldMk cId="1116475458" sldId="302"/>
        </pc:sldMkLst>
      </pc:sldChg>
      <pc:sldChg chg="modSp ord">
        <pc:chgData name="Swenson, Jody" userId="f700768a-5749-4e0f-98d7-2b523cc7d418" providerId="ADAL" clId="{C8870A2D-3807-4CE6-AB23-9286B4DB8AAB}" dt="2021-04-13T02:32:08.303" v="179"/>
        <pc:sldMkLst>
          <pc:docMk/>
          <pc:sldMk cId="163344798" sldId="309"/>
        </pc:sldMkLst>
      </pc:sldChg>
      <pc:sldChg chg="modSp">
        <pc:chgData name="Swenson, Jody" userId="f700768a-5749-4e0f-98d7-2b523cc7d418" providerId="ADAL" clId="{C8870A2D-3807-4CE6-AB23-9286B4DB8AAB}" dt="2021-04-20T00:51:18.150" v="690"/>
        <pc:sldMkLst>
          <pc:docMk/>
          <pc:sldMk cId="571501204" sldId="315"/>
        </pc:sldMkLst>
      </pc:sldChg>
      <pc:sldChg chg="modSp mod modAnim">
        <pc:chgData name="Swenson, Jody" userId="f700768a-5749-4e0f-98d7-2b523cc7d418" providerId="ADAL" clId="{C8870A2D-3807-4CE6-AB23-9286B4DB8AAB}" dt="2021-04-20T00:50:12.699" v="686" actId="1035"/>
        <pc:sldMkLst>
          <pc:docMk/>
          <pc:sldMk cId="1509837525" sldId="316"/>
        </pc:sldMkLst>
      </pc:sldChg>
      <pc:sldChg chg="del">
        <pc:chgData name="Swenson, Jody" userId="f700768a-5749-4e0f-98d7-2b523cc7d418" providerId="ADAL" clId="{C8870A2D-3807-4CE6-AB23-9286B4DB8AAB}" dt="2021-04-01T15:21:01.215" v="1" actId="47"/>
        <pc:sldMkLst>
          <pc:docMk/>
          <pc:sldMk cId="3221744561" sldId="318"/>
        </pc:sldMkLst>
      </pc:sldChg>
      <pc:sldChg chg="del">
        <pc:chgData name="Swenson, Jody" userId="f700768a-5749-4e0f-98d7-2b523cc7d418" providerId="ADAL" clId="{C8870A2D-3807-4CE6-AB23-9286B4DB8AAB}" dt="2021-04-13T02:32:18.450" v="180" actId="47"/>
        <pc:sldMkLst>
          <pc:docMk/>
          <pc:sldMk cId="3372486688" sldId="320"/>
        </pc:sldMkLst>
      </pc:sldChg>
      <pc:sldChg chg="del">
        <pc:chgData name="Swenson, Jody" userId="f700768a-5749-4e0f-98d7-2b523cc7d418" providerId="ADAL" clId="{C8870A2D-3807-4CE6-AB23-9286B4DB8AAB}" dt="2021-04-12T23:05:54.256" v="50" actId="47"/>
        <pc:sldMkLst>
          <pc:docMk/>
          <pc:sldMk cId="3600480307" sldId="326"/>
        </pc:sldMkLst>
      </pc:sldChg>
      <pc:sldChg chg="del">
        <pc:chgData name="Swenson, Jody" userId="f700768a-5749-4e0f-98d7-2b523cc7d418" providerId="ADAL" clId="{C8870A2D-3807-4CE6-AB23-9286B4DB8AAB}" dt="2021-04-13T02:13:08.610" v="52" actId="47"/>
        <pc:sldMkLst>
          <pc:docMk/>
          <pc:sldMk cId="527826211" sldId="345"/>
        </pc:sldMkLst>
      </pc:sldChg>
      <pc:sldChg chg="del">
        <pc:chgData name="Swenson, Jody" userId="f700768a-5749-4e0f-98d7-2b523cc7d418" providerId="ADAL" clId="{C8870A2D-3807-4CE6-AB23-9286B4DB8AAB}" dt="2021-04-13T02:36:35.482" v="222" actId="47"/>
        <pc:sldMkLst>
          <pc:docMk/>
          <pc:sldMk cId="2289812788" sldId="351"/>
        </pc:sldMkLst>
      </pc:sldChg>
      <pc:sldChg chg="modSp modAnim">
        <pc:chgData name="Swenson, Jody" userId="f700768a-5749-4e0f-98d7-2b523cc7d418" providerId="ADAL" clId="{C8870A2D-3807-4CE6-AB23-9286B4DB8AAB}" dt="2021-04-22T22:30:13.535" v="811"/>
        <pc:sldMkLst>
          <pc:docMk/>
          <pc:sldMk cId="1017382974" sldId="483"/>
        </pc:sldMkLst>
      </pc:sldChg>
      <pc:sldChg chg="del">
        <pc:chgData name="Swenson, Jody" userId="f700768a-5749-4e0f-98d7-2b523cc7d418" providerId="ADAL" clId="{C8870A2D-3807-4CE6-AB23-9286B4DB8AAB}" dt="2021-04-13T02:33:10.219" v="202" actId="47"/>
        <pc:sldMkLst>
          <pc:docMk/>
          <pc:sldMk cId="3471834386" sldId="506"/>
        </pc:sldMkLst>
      </pc:sldChg>
      <pc:sldChg chg="modSp mod">
        <pc:chgData name="Swenson, Jody" userId="f700768a-5749-4e0f-98d7-2b523cc7d418" providerId="ADAL" clId="{C8870A2D-3807-4CE6-AB23-9286B4DB8AAB}" dt="2021-04-13T02:37:08.516" v="224" actId="1036"/>
        <pc:sldMkLst>
          <pc:docMk/>
          <pc:sldMk cId="430276" sldId="509"/>
        </pc:sldMkLst>
      </pc:sldChg>
      <pc:sldChg chg="add">
        <pc:chgData name="Swenson, Jody" userId="f700768a-5749-4e0f-98d7-2b523cc7d418" providerId="ADAL" clId="{C8870A2D-3807-4CE6-AB23-9286B4DB8AAB}" dt="2021-04-13T02:33:33.524" v="203"/>
        <pc:sldMkLst>
          <pc:docMk/>
          <pc:sldMk cId="3471834386" sldId="549"/>
        </pc:sldMkLst>
      </pc:sldChg>
      <pc:sldChg chg="modSp add mod modAnim">
        <pc:chgData name="Swenson, Jody" userId="f700768a-5749-4e0f-98d7-2b523cc7d418" providerId="ADAL" clId="{C8870A2D-3807-4CE6-AB23-9286B4DB8AAB}" dt="2021-04-13T20:08:08.100" v="233" actId="20577"/>
        <pc:sldMkLst>
          <pc:docMk/>
          <pc:sldMk cId="3842384993" sldId="551"/>
        </pc:sldMkLst>
      </pc:sldChg>
      <pc:sldChg chg="add">
        <pc:chgData name="Swenson, Jody" userId="f700768a-5749-4e0f-98d7-2b523cc7d418" providerId="ADAL" clId="{C8870A2D-3807-4CE6-AB23-9286B4DB8AAB}" dt="2021-04-01T15:20:57.194" v="0"/>
        <pc:sldMkLst>
          <pc:docMk/>
          <pc:sldMk cId="2686378705" sldId="606"/>
        </pc:sldMkLst>
      </pc:sldChg>
      <pc:sldChg chg="addSp modSp add mod modAnim">
        <pc:chgData name="Swenson, Jody" userId="f700768a-5749-4e0f-98d7-2b523cc7d418" providerId="ADAL" clId="{C8870A2D-3807-4CE6-AB23-9286B4DB8AAB}" dt="2021-04-22T01:30:34.039" v="797" actId="20577"/>
        <pc:sldMkLst>
          <pc:docMk/>
          <pc:sldMk cId="3534964001" sldId="607"/>
        </pc:sldMkLst>
      </pc:sldChg>
      <pc:sldChg chg="modSp add mod">
        <pc:chgData name="Swenson, Jody" userId="f700768a-5749-4e0f-98d7-2b523cc7d418" providerId="ADAL" clId="{C8870A2D-3807-4CE6-AB23-9286B4DB8AAB}" dt="2021-04-13T02:36:21.127" v="221" actId="1036"/>
        <pc:sldMkLst>
          <pc:docMk/>
          <pc:sldMk cId="1842470664" sldId="608"/>
        </pc:sldMkLst>
      </pc:sldChg>
      <pc:sldChg chg="modSp add">
        <pc:chgData name="Swenson, Jody" userId="f700768a-5749-4e0f-98d7-2b523cc7d418" providerId="ADAL" clId="{C8870A2D-3807-4CE6-AB23-9286B4DB8AAB}" dt="2021-04-23T14:25:40.661" v="833" actId="5793"/>
        <pc:sldMkLst>
          <pc:docMk/>
          <pc:sldMk cId="2905076712" sldId="609"/>
        </pc:sldMkLst>
      </pc:sldChg>
    </pc:docChg>
  </pc:docChgLst>
  <pc:docChgLst>
    <pc:chgData name="Swenson, Jody" userId="f700768a-5749-4e0f-98d7-2b523cc7d418" providerId="ADAL" clId="{260C988E-32CA-4EB5-8DB7-0F53C2B9D0D3}"/>
    <pc:docChg chg="undo custSel addSld delSld modSld sldOrd delMainMaster modMainMaster">
      <pc:chgData name="Swenson, Jody" userId="f700768a-5749-4e0f-98d7-2b523cc7d418" providerId="ADAL" clId="{260C988E-32CA-4EB5-8DB7-0F53C2B9D0D3}" dt="2025-09-16T18:26:30.170" v="684" actId="20577"/>
      <pc:docMkLst>
        <pc:docMk/>
      </pc:docMkLst>
      <pc:sldChg chg="modSp modAnim">
        <pc:chgData name="Swenson, Jody" userId="f700768a-5749-4e0f-98d7-2b523cc7d418" providerId="ADAL" clId="{260C988E-32CA-4EB5-8DB7-0F53C2B9D0D3}" dt="2025-09-16T18:26:30.170" v="684" actId="20577"/>
        <pc:sldMkLst>
          <pc:docMk/>
          <pc:sldMk cId="4271671880" sldId="260"/>
        </pc:sldMkLst>
        <pc:spChg chg="mod">
          <ac:chgData name="Swenson, Jody" userId="f700768a-5749-4e0f-98d7-2b523cc7d418" providerId="ADAL" clId="{260C988E-32CA-4EB5-8DB7-0F53C2B9D0D3}" dt="2025-09-16T18:26:30.170" v="684" actId="20577"/>
          <ac:spMkLst>
            <pc:docMk/>
            <pc:sldMk cId="4271671880" sldId="260"/>
            <ac:spMk id="7" creationId="{00000000-0000-0000-0000-000000000000}"/>
          </ac:spMkLst>
        </pc:spChg>
      </pc:sldChg>
      <pc:sldChg chg="modSp modAnim">
        <pc:chgData name="Swenson, Jody" userId="f700768a-5749-4e0f-98d7-2b523cc7d418" providerId="ADAL" clId="{260C988E-32CA-4EB5-8DB7-0F53C2B9D0D3}" dt="2025-04-22T23:10:22.021" v="112" actId="20577"/>
        <pc:sldMkLst>
          <pc:docMk/>
          <pc:sldMk cId="2950902500" sldId="269"/>
        </pc:sldMkLst>
      </pc:sldChg>
      <pc:sldChg chg="modSp modAnim">
        <pc:chgData name="Swenson, Jody" userId="f700768a-5749-4e0f-98d7-2b523cc7d418" providerId="ADAL" clId="{260C988E-32CA-4EB5-8DB7-0F53C2B9D0D3}" dt="2025-08-21T18:12:25.850" v="619"/>
        <pc:sldMkLst>
          <pc:docMk/>
          <pc:sldMk cId="3979944832" sldId="272"/>
        </pc:sldMkLst>
        <pc:spChg chg="mod">
          <ac:chgData name="Swenson, Jody" userId="f700768a-5749-4e0f-98d7-2b523cc7d418" providerId="ADAL" clId="{260C988E-32CA-4EB5-8DB7-0F53C2B9D0D3}" dt="2025-08-21T18:10:56.333" v="611" actId="20577"/>
          <ac:spMkLst>
            <pc:docMk/>
            <pc:sldMk cId="3979944832" sldId="272"/>
            <ac:spMk id="7" creationId="{00000000-0000-0000-0000-000000000000}"/>
          </ac:spMkLst>
        </pc:spChg>
      </pc:sldChg>
      <pc:sldChg chg="modSp mod modAnim">
        <pc:chgData name="Swenson, Jody" userId="f700768a-5749-4e0f-98d7-2b523cc7d418" providerId="ADAL" clId="{260C988E-32CA-4EB5-8DB7-0F53C2B9D0D3}" dt="2025-08-21T20:19:41.462" v="635" actId="1035"/>
        <pc:sldMkLst>
          <pc:docMk/>
          <pc:sldMk cId="1367762608" sldId="273"/>
        </pc:sldMkLst>
        <pc:spChg chg="mod">
          <ac:chgData name="Swenson, Jody" userId="f700768a-5749-4e0f-98d7-2b523cc7d418" providerId="ADAL" clId="{260C988E-32CA-4EB5-8DB7-0F53C2B9D0D3}" dt="2025-08-21T20:19:41.462" v="635" actId="1035"/>
          <ac:spMkLst>
            <pc:docMk/>
            <pc:sldMk cId="1367762608" sldId="273"/>
            <ac:spMk id="7" creationId="{00000000-0000-0000-0000-000000000000}"/>
          </ac:spMkLst>
        </pc:spChg>
      </pc:sldChg>
      <pc:sldChg chg="modSp del mod">
        <pc:chgData name="Swenson, Jody" userId="f700768a-5749-4e0f-98d7-2b523cc7d418" providerId="ADAL" clId="{260C988E-32CA-4EB5-8DB7-0F53C2B9D0D3}" dt="2025-08-21T20:24:39.225" v="650" actId="47"/>
        <pc:sldMkLst>
          <pc:docMk/>
          <pc:sldMk cId="2587313177" sldId="274"/>
        </pc:sldMkLst>
      </pc:sldChg>
      <pc:sldChg chg="modSp mod modClrScheme chgLayout">
        <pc:chgData name="Swenson, Jody" userId="f700768a-5749-4e0f-98d7-2b523cc7d418" providerId="ADAL" clId="{260C988E-32CA-4EB5-8DB7-0F53C2B9D0D3}" dt="2025-04-07T20:01:03.069" v="17"/>
        <pc:sldMkLst>
          <pc:docMk/>
          <pc:sldMk cId="1536516960" sldId="282"/>
        </pc:sldMkLst>
      </pc:sldChg>
      <pc:sldChg chg="modSp mod modClrScheme chgLayout">
        <pc:chgData name="Swenson, Jody" userId="f700768a-5749-4e0f-98d7-2b523cc7d418" providerId="ADAL" clId="{260C988E-32CA-4EB5-8DB7-0F53C2B9D0D3}" dt="2025-04-07T20:01:03.070" v="18"/>
        <pc:sldMkLst>
          <pc:docMk/>
          <pc:sldMk cId="322143956" sldId="283"/>
        </pc:sldMkLst>
      </pc:sldChg>
      <pc:sldChg chg="modSp mod modClrScheme chgLayout">
        <pc:chgData name="Swenson, Jody" userId="f700768a-5749-4e0f-98d7-2b523cc7d418" providerId="ADAL" clId="{260C988E-32CA-4EB5-8DB7-0F53C2B9D0D3}" dt="2025-04-07T20:01:03.070" v="19"/>
        <pc:sldMkLst>
          <pc:docMk/>
          <pc:sldMk cId="2710326416" sldId="284"/>
        </pc:sldMkLst>
      </pc:sldChg>
      <pc:sldChg chg="modSp mod modClrScheme chgLayout">
        <pc:chgData name="Swenson, Jody" userId="f700768a-5749-4e0f-98d7-2b523cc7d418" providerId="ADAL" clId="{260C988E-32CA-4EB5-8DB7-0F53C2B9D0D3}" dt="2025-04-07T20:01:03.079" v="36"/>
        <pc:sldMkLst>
          <pc:docMk/>
          <pc:sldMk cId="3338525943" sldId="285"/>
        </pc:sldMkLst>
      </pc:sldChg>
      <pc:sldChg chg="modSp mod modClrScheme chgLayout">
        <pc:chgData name="Swenson, Jody" userId="f700768a-5749-4e0f-98d7-2b523cc7d418" providerId="ADAL" clId="{260C988E-32CA-4EB5-8DB7-0F53C2B9D0D3}" dt="2025-04-07T20:01:03.078" v="34"/>
        <pc:sldMkLst>
          <pc:docMk/>
          <pc:sldMk cId="1830838514" sldId="287"/>
        </pc:sldMkLst>
      </pc:sldChg>
      <pc:sldChg chg="modSp mod modClrScheme chgLayout">
        <pc:chgData name="Swenson, Jody" userId="f700768a-5749-4e0f-98d7-2b523cc7d418" providerId="ADAL" clId="{260C988E-32CA-4EB5-8DB7-0F53C2B9D0D3}" dt="2025-04-07T20:01:03.079" v="35"/>
        <pc:sldMkLst>
          <pc:docMk/>
          <pc:sldMk cId="3302087251" sldId="291"/>
        </pc:sldMkLst>
      </pc:sldChg>
      <pc:sldChg chg="modSp">
        <pc:chgData name="Swenson, Jody" userId="f700768a-5749-4e0f-98d7-2b523cc7d418" providerId="ADAL" clId="{260C988E-32CA-4EB5-8DB7-0F53C2B9D0D3}" dt="2024-12-21T00:44:56.464" v="0" actId="20577"/>
        <pc:sldMkLst>
          <pc:docMk/>
          <pc:sldMk cId="163344798" sldId="309"/>
        </pc:sldMkLst>
      </pc:sldChg>
      <pc:sldChg chg="modSp">
        <pc:chgData name="Swenson, Jody" userId="f700768a-5749-4e0f-98d7-2b523cc7d418" providerId="ADAL" clId="{260C988E-32CA-4EB5-8DB7-0F53C2B9D0D3}" dt="2025-04-22T16:33:22.576" v="47" actId="20577"/>
        <pc:sldMkLst>
          <pc:docMk/>
          <pc:sldMk cId="1509837525" sldId="316"/>
        </pc:sldMkLst>
      </pc:sldChg>
      <pc:sldChg chg="addSp delSp modSp mod">
        <pc:chgData name="Swenson, Jody" userId="f700768a-5749-4e0f-98d7-2b523cc7d418" providerId="ADAL" clId="{260C988E-32CA-4EB5-8DB7-0F53C2B9D0D3}" dt="2025-08-01T23:02:57.945" v="166" actId="478"/>
        <pc:sldMkLst>
          <pc:docMk/>
          <pc:sldMk cId="2372806092" sldId="428"/>
        </pc:sldMkLst>
        <pc:cxnChg chg="add mod">
          <ac:chgData name="Swenson, Jody" userId="f700768a-5749-4e0f-98d7-2b523cc7d418" providerId="ADAL" clId="{260C988E-32CA-4EB5-8DB7-0F53C2B9D0D3}" dt="2025-08-01T23:02:53.632" v="165" actId="1076"/>
          <ac:cxnSpMkLst>
            <pc:docMk/>
            <pc:sldMk cId="2372806092" sldId="428"/>
            <ac:cxnSpMk id="3" creationId="{90EAA305-C05A-B6B2-91CD-5C3E53E29CFB}"/>
          </ac:cxnSpMkLst>
        </pc:cxnChg>
      </pc:sldChg>
      <pc:sldChg chg="modSp mod modClrScheme chgLayout">
        <pc:chgData name="Swenson, Jody" userId="f700768a-5749-4e0f-98d7-2b523cc7d418" providerId="ADAL" clId="{260C988E-32CA-4EB5-8DB7-0F53C2B9D0D3}" dt="2025-04-07T20:01:03.075" v="30"/>
        <pc:sldMkLst>
          <pc:docMk/>
          <pc:sldMk cId="3737908738" sldId="434"/>
        </pc:sldMkLst>
      </pc:sldChg>
      <pc:sldChg chg="modSp mod modClrScheme chgLayout">
        <pc:chgData name="Swenson, Jody" userId="f700768a-5749-4e0f-98d7-2b523cc7d418" providerId="ADAL" clId="{260C988E-32CA-4EB5-8DB7-0F53C2B9D0D3}" dt="2025-04-07T20:01:03.076" v="31"/>
        <pc:sldMkLst>
          <pc:docMk/>
          <pc:sldMk cId="2779200237" sldId="435"/>
        </pc:sldMkLst>
      </pc:sldChg>
      <pc:sldChg chg="modSp mod modClrScheme chgLayout">
        <pc:chgData name="Swenson, Jody" userId="f700768a-5749-4e0f-98d7-2b523cc7d418" providerId="ADAL" clId="{260C988E-32CA-4EB5-8DB7-0F53C2B9D0D3}" dt="2025-04-07T20:01:03.072" v="24"/>
        <pc:sldMkLst>
          <pc:docMk/>
          <pc:sldMk cId="3963981182" sldId="454"/>
        </pc:sldMkLst>
      </pc:sldChg>
      <pc:sldChg chg="modSp mod modClrScheme chgLayout">
        <pc:chgData name="Swenson, Jody" userId="f700768a-5749-4e0f-98d7-2b523cc7d418" providerId="ADAL" clId="{260C988E-32CA-4EB5-8DB7-0F53C2B9D0D3}" dt="2025-04-07T20:01:03.076" v="32"/>
        <pc:sldMkLst>
          <pc:docMk/>
          <pc:sldMk cId="4145430680" sldId="457"/>
        </pc:sldMkLst>
      </pc:sldChg>
      <pc:sldChg chg="addSp modSp mod modClrScheme modAnim chgLayout">
        <pc:chgData name="Swenson, Jody" userId="f700768a-5749-4e0f-98d7-2b523cc7d418" providerId="ADAL" clId="{260C988E-32CA-4EB5-8DB7-0F53C2B9D0D3}" dt="2025-04-22T23:09:42.155" v="111"/>
        <pc:sldMkLst>
          <pc:docMk/>
          <pc:sldMk cId="1272928431" sldId="458"/>
        </pc:sldMkLst>
      </pc:sldChg>
      <pc:sldChg chg="modSp mod modClrScheme chgLayout">
        <pc:chgData name="Swenson, Jody" userId="f700768a-5749-4e0f-98d7-2b523cc7d418" providerId="ADAL" clId="{260C988E-32CA-4EB5-8DB7-0F53C2B9D0D3}" dt="2025-04-07T20:01:03.073" v="25"/>
        <pc:sldMkLst>
          <pc:docMk/>
          <pc:sldMk cId="564069817" sldId="462"/>
        </pc:sldMkLst>
      </pc:sldChg>
      <pc:sldChg chg="addSp delSp modSp add mod delAnim modAnim">
        <pc:chgData name="Swenson, Jody" userId="f700768a-5749-4e0f-98d7-2b523cc7d418" providerId="ADAL" clId="{260C988E-32CA-4EB5-8DB7-0F53C2B9D0D3}" dt="2025-08-18T15:36:14.843" v="352" actId="20577"/>
        <pc:sldMkLst>
          <pc:docMk/>
          <pc:sldMk cId="3731749299" sldId="464"/>
        </pc:sldMkLst>
        <pc:spChg chg="mod">
          <ac:chgData name="Swenson, Jody" userId="f700768a-5749-4e0f-98d7-2b523cc7d418" providerId="ADAL" clId="{260C988E-32CA-4EB5-8DB7-0F53C2B9D0D3}" dt="2025-08-18T15:36:14.843" v="352" actId="20577"/>
          <ac:spMkLst>
            <pc:docMk/>
            <pc:sldMk cId="3731749299" sldId="464"/>
            <ac:spMk id="5" creationId="{00000000-0000-0000-0000-000000000000}"/>
          </ac:spMkLst>
        </pc:spChg>
        <pc:picChg chg="add mod">
          <ac:chgData name="Swenson, Jody" userId="f700768a-5749-4e0f-98d7-2b523cc7d418" providerId="ADAL" clId="{260C988E-32CA-4EB5-8DB7-0F53C2B9D0D3}" dt="2025-08-18T13:39:03.025" v="218" actId="14100"/>
          <ac:picMkLst>
            <pc:docMk/>
            <pc:sldMk cId="3731749299" sldId="464"/>
            <ac:picMk id="16" creationId="{D3E23D23-00E0-7891-4BB9-4E904F9EEE87}"/>
          </ac:picMkLst>
        </pc:picChg>
        <pc:picChg chg="add mod">
          <ac:chgData name="Swenson, Jody" userId="f700768a-5749-4e0f-98d7-2b523cc7d418" providerId="ADAL" clId="{260C988E-32CA-4EB5-8DB7-0F53C2B9D0D3}" dt="2025-08-18T13:39:47.465" v="221" actId="1076"/>
          <ac:picMkLst>
            <pc:docMk/>
            <pc:sldMk cId="3731749299" sldId="464"/>
            <ac:picMk id="18" creationId="{A0249DD6-716F-6393-FBBA-7F9B1E1DAD8B}"/>
          </ac:picMkLst>
        </pc:picChg>
      </pc:sldChg>
      <pc:sldChg chg="modSp mod modClrScheme modAnim chgLayout">
        <pc:chgData name="Swenson, Jody" userId="f700768a-5749-4e0f-98d7-2b523cc7d418" providerId="ADAL" clId="{260C988E-32CA-4EB5-8DB7-0F53C2B9D0D3}" dt="2025-08-18T15:46:19.792" v="575" actId="20577"/>
        <pc:sldMkLst>
          <pc:docMk/>
          <pc:sldMk cId="3981189037" sldId="465"/>
        </pc:sldMkLst>
        <pc:spChg chg="mod">
          <ac:chgData name="Swenson, Jody" userId="f700768a-5749-4e0f-98d7-2b523cc7d418" providerId="ADAL" clId="{260C988E-32CA-4EB5-8DB7-0F53C2B9D0D3}" dt="2025-08-18T15:37:55.020" v="413" actId="1035"/>
          <ac:spMkLst>
            <pc:docMk/>
            <pc:sldMk cId="3981189037" sldId="465"/>
            <ac:spMk id="2" creationId="{00000000-0000-0000-0000-000000000000}"/>
          </ac:spMkLst>
        </pc:spChg>
        <pc:spChg chg="mod">
          <ac:chgData name="Swenson, Jody" userId="f700768a-5749-4e0f-98d7-2b523cc7d418" providerId="ADAL" clId="{260C988E-32CA-4EB5-8DB7-0F53C2B9D0D3}" dt="2025-08-18T15:46:19.792" v="575" actId="20577"/>
          <ac:spMkLst>
            <pc:docMk/>
            <pc:sldMk cId="3981189037" sldId="465"/>
            <ac:spMk id="5" creationId="{00000000-0000-0000-0000-000000000000}"/>
          </ac:spMkLst>
        </pc:spChg>
        <pc:grpChg chg="mod">
          <ac:chgData name="Swenson, Jody" userId="f700768a-5749-4e0f-98d7-2b523cc7d418" providerId="ADAL" clId="{260C988E-32CA-4EB5-8DB7-0F53C2B9D0D3}" dt="2025-08-18T15:40:28.279" v="501" actId="1076"/>
          <ac:grpSpMkLst>
            <pc:docMk/>
            <pc:sldMk cId="3981189037" sldId="465"/>
            <ac:grpSpMk id="18" creationId="{00000000-0000-0000-0000-000000000000}"/>
          </ac:grpSpMkLst>
        </pc:grpChg>
        <pc:picChg chg="mod">
          <ac:chgData name="Swenson, Jody" userId="f700768a-5749-4e0f-98d7-2b523cc7d418" providerId="ADAL" clId="{260C988E-32CA-4EB5-8DB7-0F53C2B9D0D3}" dt="2025-08-18T15:40:23.946" v="500" actId="1076"/>
          <ac:picMkLst>
            <pc:docMk/>
            <pc:sldMk cId="3981189037" sldId="465"/>
            <ac:picMk id="4" creationId="{00000000-0000-0000-0000-000000000000}"/>
          </ac:picMkLst>
        </pc:picChg>
      </pc:sldChg>
      <pc:sldChg chg="modSp mod modClrScheme modAnim chgLayout">
        <pc:chgData name="Swenson, Jody" userId="f700768a-5749-4e0f-98d7-2b523cc7d418" providerId="ADAL" clId="{260C988E-32CA-4EB5-8DB7-0F53C2B9D0D3}" dt="2025-08-18T15:46:10.957" v="573" actId="20577"/>
        <pc:sldMkLst>
          <pc:docMk/>
          <pc:sldMk cId="1664408019" sldId="466"/>
        </pc:sldMkLst>
        <pc:spChg chg="mod">
          <ac:chgData name="Swenson, Jody" userId="f700768a-5749-4e0f-98d7-2b523cc7d418" providerId="ADAL" clId="{260C988E-32CA-4EB5-8DB7-0F53C2B9D0D3}" dt="2025-08-18T15:46:10.957" v="573" actId="20577"/>
          <ac:spMkLst>
            <pc:docMk/>
            <pc:sldMk cId="1664408019" sldId="466"/>
            <ac:spMk id="5" creationId="{00000000-0000-0000-0000-000000000000}"/>
          </ac:spMkLst>
        </pc:spChg>
        <pc:spChg chg="mod">
          <ac:chgData name="Swenson, Jody" userId="f700768a-5749-4e0f-98d7-2b523cc7d418" providerId="ADAL" clId="{260C988E-32CA-4EB5-8DB7-0F53C2B9D0D3}" dt="2025-08-18T15:44:38.355" v="569" actId="1035"/>
          <ac:spMkLst>
            <pc:docMk/>
            <pc:sldMk cId="1664408019" sldId="466"/>
            <ac:spMk id="17" creationId="{02E8905C-F7BF-4E42-B72C-53D4BBCA5F73}"/>
          </ac:spMkLst>
        </pc:spChg>
        <pc:grpChg chg="mod">
          <ac:chgData name="Swenson, Jody" userId="f700768a-5749-4e0f-98d7-2b523cc7d418" providerId="ADAL" clId="{260C988E-32CA-4EB5-8DB7-0F53C2B9D0D3}" dt="2025-08-18T15:44:38.355" v="569" actId="1035"/>
          <ac:grpSpMkLst>
            <pc:docMk/>
            <pc:sldMk cId="1664408019" sldId="466"/>
            <ac:grpSpMk id="18" creationId="{00000000-0000-0000-0000-000000000000}"/>
          </ac:grpSpMkLst>
        </pc:grpChg>
        <pc:picChg chg="mod">
          <ac:chgData name="Swenson, Jody" userId="f700768a-5749-4e0f-98d7-2b523cc7d418" providerId="ADAL" clId="{260C988E-32CA-4EB5-8DB7-0F53C2B9D0D3}" dt="2025-08-18T15:44:38.355" v="569" actId="1035"/>
          <ac:picMkLst>
            <pc:docMk/>
            <pc:sldMk cId="1664408019" sldId="466"/>
            <ac:picMk id="3" creationId="{00000000-0000-0000-0000-000000000000}"/>
          </ac:picMkLst>
        </pc:picChg>
      </pc:sldChg>
      <pc:sldChg chg="modSp mod modClrScheme chgLayout">
        <pc:chgData name="Swenson, Jody" userId="f700768a-5749-4e0f-98d7-2b523cc7d418" providerId="ADAL" clId="{260C988E-32CA-4EB5-8DB7-0F53C2B9D0D3}" dt="2025-04-07T20:01:03.072" v="22"/>
        <pc:sldMkLst>
          <pc:docMk/>
          <pc:sldMk cId="1339063958" sldId="470"/>
        </pc:sldMkLst>
      </pc:sldChg>
      <pc:sldChg chg="modSp mod modClrScheme chgLayout">
        <pc:chgData name="Swenson, Jody" userId="f700768a-5749-4e0f-98d7-2b523cc7d418" providerId="ADAL" clId="{260C988E-32CA-4EB5-8DB7-0F53C2B9D0D3}" dt="2025-04-07T20:01:03.072" v="23"/>
        <pc:sldMkLst>
          <pc:docMk/>
          <pc:sldMk cId="3961493282" sldId="471"/>
        </pc:sldMkLst>
      </pc:sldChg>
      <pc:sldChg chg="addSp modSp mod modAnim">
        <pc:chgData name="Swenson, Jody" userId="f700768a-5749-4e0f-98d7-2b523cc7d418" providerId="ADAL" clId="{260C988E-32CA-4EB5-8DB7-0F53C2B9D0D3}" dt="2025-04-22T16:57:20.212" v="87"/>
        <pc:sldMkLst>
          <pc:docMk/>
          <pc:sldMk cId="1945664844" sldId="480"/>
        </pc:sldMkLst>
      </pc:sldChg>
      <pc:sldChg chg="addSp delSp modSp mod">
        <pc:chgData name="Swenson, Jody" userId="f700768a-5749-4e0f-98d7-2b523cc7d418" providerId="ADAL" clId="{260C988E-32CA-4EB5-8DB7-0F53C2B9D0D3}" dt="2025-08-01T23:03:37.258" v="176" actId="478"/>
        <pc:sldMkLst>
          <pc:docMk/>
          <pc:sldMk cId="1158954748" sldId="510"/>
        </pc:sldMkLst>
        <pc:cxnChg chg="add mod">
          <ac:chgData name="Swenson, Jody" userId="f700768a-5749-4e0f-98d7-2b523cc7d418" providerId="ADAL" clId="{260C988E-32CA-4EB5-8DB7-0F53C2B9D0D3}" dt="2025-08-01T23:03:33.996" v="175" actId="1035"/>
          <ac:cxnSpMkLst>
            <pc:docMk/>
            <pc:sldMk cId="1158954748" sldId="510"/>
            <ac:cxnSpMk id="3" creationId="{3A16D425-8336-C913-1AA9-19B49A1DC811}"/>
          </ac:cxnSpMkLst>
        </pc:cxnChg>
      </pc:sldChg>
      <pc:sldChg chg="modSp mod modClrScheme chgLayout">
        <pc:chgData name="Swenson, Jody" userId="f700768a-5749-4e0f-98d7-2b523cc7d418" providerId="ADAL" clId="{260C988E-32CA-4EB5-8DB7-0F53C2B9D0D3}" dt="2025-04-07T20:01:03.071" v="20"/>
        <pc:sldMkLst>
          <pc:docMk/>
          <pc:sldMk cId="208784900" sldId="540"/>
        </pc:sldMkLst>
      </pc:sldChg>
      <pc:sldChg chg="modSp mod modClrScheme chgLayout">
        <pc:chgData name="Swenson, Jody" userId="f700768a-5749-4e0f-98d7-2b523cc7d418" providerId="ADAL" clId="{260C988E-32CA-4EB5-8DB7-0F53C2B9D0D3}" dt="2025-04-07T20:01:03.071" v="21"/>
        <pc:sldMkLst>
          <pc:docMk/>
          <pc:sldMk cId="231227714" sldId="541"/>
        </pc:sldMkLst>
      </pc:sldChg>
      <pc:sldChg chg="modSp mod modClrScheme chgLayout">
        <pc:chgData name="Swenson, Jody" userId="f700768a-5749-4e0f-98d7-2b523cc7d418" providerId="ADAL" clId="{260C988E-32CA-4EB5-8DB7-0F53C2B9D0D3}" dt="2025-04-07T20:01:03.075" v="29"/>
        <pc:sldMkLst>
          <pc:docMk/>
          <pc:sldMk cId="2430290514" sldId="611"/>
        </pc:sldMkLst>
      </pc:sldChg>
      <pc:sldChg chg="modSp mod modClrScheme chgLayout">
        <pc:chgData name="Swenson, Jody" userId="f700768a-5749-4e0f-98d7-2b523cc7d418" providerId="ADAL" clId="{260C988E-32CA-4EB5-8DB7-0F53C2B9D0D3}" dt="2025-04-07T20:01:03.074" v="26"/>
        <pc:sldMkLst>
          <pc:docMk/>
          <pc:sldMk cId="2092400586" sldId="688"/>
        </pc:sldMkLst>
      </pc:sldChg>
      <pc:sldChg chg="addSp modSp mod modAnim">
        <pc:chgData name="Swenson, Jody" userId="f700768a-5749-4e0f-98d7-2b523cc7d418" providerId="ADAL" clId="{260C988E-32CA-4EB5-8DB7-0F53C2B9D0D3}" dt="2025-08-18T13:28:27.118" v="194" actId="1037"/>
        <pc:sldMkLst>
          <pc:docMk/>
          <pc:sldMk cId="1193190631" sldId="689"/>
        </pc:sldMkLst>
        <pc:cxnChg chg="add mod">
          <ac:chgData name="Swenson, Jody" userId="f700768a-5749-4e0f-98d7-2b523cc7d418" providerId="ADAL" clId="{260C988E-32CA-4EB5-8DB7-0F53C2B9D0D3}" dt="2025-08-18T13:28:27.118" v="194" actId="1037"/>
          <ac:cxnSpMkLst>
            <pc:docMk/>
            <pc:sldMk cId="1193190631" sldId="689"/>
            <ac:cxnSpMk id="4" creationId="{882283A0-6AAE-CC7C-9970-96872588561E}"/>
          </ac:cxnSpMkLst>
        </pc:cxnChg>
        <pc:cxnChg chg="add mod">
          <ac:chgData name="Swenson, Jody" userId="f700768a-5749-4e0f-98d7-2b523cc7d418" providerId="ADAL" clId="{260C988E-32CA-4EB5-8DB7-0F53C2B9D0D3}" dt="2025-08-18T13:27:57.214" v="189" actId="692"/>
          <ac:cxnSpMkLst>
            <pc:docMk/>
            <pc:sldMk cId="1193190631" sldId="689"/>
            <ac:cxnSpMk id="5" creationId="{C5EA42C0-19FA-A003-16F4-5C538C410202}"/>
          </ac:cxnSpMkLst>
        </pc:cxnChg>
      </pc:sldChg>
      <pc:sldChg chg="mod modClrScheme chgLayout">
        <pc:chgData name="Swenson, Jody" userId="f700768a-5749-4e0f-98d7-2b523cc7d418" providerId="ADAL" clId="{260C988E-32CA-4EB5-8DB7-0F53C2B9D0D3}" dt="2025-04-07T20:01:03.065" v="16"/>
        <pc:sldMkLst>
          <pc:docMk/>
          <pc:sldMk cId="1502611407" sldId="690"/>
        </pc:sldMkLst>
      </pc:sldChg>
      <pc:sldChg chg="delSp mod delAnim">
        <pc:chgData name="Swenson, Jody" userId="f700768a-5749-4e0f-98d7-2b523cc7d418" providerId="ADAL" clId="{260C988E-32CA-4EB5-8DB7-0F53C2B9D0D3}" dt="2025-04-07T20:00:53.642" v="5" actId="21"/>
        <pc:sldMkLst>
          <pc:docMk/>
          <pc:sldMk cId="1531105995" sldId="691"/>
        </pc:sldMkLst>
      </pc:sldChg>
      <pc:sldChg chg="modSp modAnim">
        <pc:chgData name="Swenson, Jody" userId="f700768a-5749-4e0f-98d7-2b523cc7d418" providerId="ADAL" clId="{260C988E-32CA-4EB5-8DB7-0F53C2B9D0D3}" dt="2025-03-13T03:18:45.306" v="4" actId="6549"/>
        <pc:sldMkLst>
          <pc:docMk/>
          <pc:sldMk cId="1504892176" sldId="692"/>
        </pc:sldMkLst>
      </pc:sldChg>
      <pc:sldChg chg="modSp mod modClrScheme modAnim chgLayout">
        <pc:chgData name="Swenson, Jody" userId="f700768a-5749-4e0f-98d7-2b523cc7d418" providerId="ADAL" clId="{260C988E-32CA-4EB5-8DB7-0F53C2B9D0D3}" dt="2025-04-22T16:49:34.883" v="55"/>
        <pc:sldMkLst>
          <pc:docMk/>
          <pc:sldMk cId="1148240266" sldId="694"/>
        </pc:sldMkLst>
      </pc:sldChg>
      <pc:sldChg chg="addSp delSp modSp mod delAnim modAnim">
        <pc:chgData name="Swenson, Jody" userId="f700768a-5749-4e0f-98d7-2b523cc7d418" providerId="ADAL" clId="{260C988E-32CA-4EB5-8DB7-0F53C2B9D0D3}" dt="2025-04-22T23:01:25.757" v="88" actId="478"/>
        <pc:sldMkLst>
          <pc:docMk/>
          <pc:sldMk cId="3375300449" sldId="696"/>
        </pc:sldMkLst>
      </pc:sldChg>
      <pc:sldChg chg="modSp mod modAnim">
        <pc:chgData name="Swenson, Jody" userId="f700768a-5749-4e0f-98d7-2b523cc7d418" providerId="ADAL" clId="{260C988E-32CA-4EB5-8DB7-0F53C2B9D0D3}" dt="2025-04-29T22:41:18.092" v="132" actId="20577"/>
        <pc:sldMkLst>
          <pc:docMk/>
          <pc:sldMk cId="3134515728" sldId="937"/>
        </pc:sldMkLst>
      </pc:sldChg>
      <pc:sldChg chg="modSp">
        <pc:chgData name="Swenson, Jody" userId="f700768a-5749-4e0f-98d7-2b523cc7d418" providerId="ADAL" clId="{260C988E-32CA-4EB5-8DB7-0F53C2B9D0D3}" dt="2025-04-22T16:42:45.508" v="50"/>
        <pc:sldMkLst>
          <pc:docMk/>
          <pc:sldMk cId="1533404945" sldId="939"/>
        </pc:sldMkLst>
      </pc:sldChg>
      <pc:sldChg chg="modSp add ord modAnim">
        <pc:chgData name="Swenson, Jody" userId="f700768a-5749-4e0f-98d7-2b523cc7d418" providerId="ADAL" clId="{260C988E-32CA-4EB5-8DB7-0F53C2B9D0D3}" dt="2025-08-01T23:00:41.214" v="161"/>
        <pc:sldMkLst>
          <pc:docMk/>
          <pc:sldMk cId="3985364836" sldId="940"/>
        </pc:sldMkLst>
        <pc:spChg chg="mod">
          <ac:chgData name="Swenson, Jody" userId="f700768a-5749-4e0f-98d7-2b523cc7d418" providerId="ADAL" clId="{260C988E-32CA-4EB5-8DB7-0F53C2B9D0D3}" dt="2025-08-01T22:51:33.584" v="159" actId="20577"/>
          <ac:spMkLst>
            <pc:docMk/>
            <pc:sldMk cId="3985364836" sldId="940"/>
            <ac:spMk id="5" creationId="{00000000-0000-0000-0000-000000000000}"/>
          </ac:spMkLst>
        </pc:spChg>
      </pc:sldChg>
      <pc:sldChg chg="add">
        <pc:chgData name="Swenson, Jody" userId="f700768a-5749-4e0f-98d7-2b523cc7d418" providerId="ADAL" clId="{260C988E-32CA-4EB5-8DB7-0F53C2B9D0D3}" dt="2025-08-21T20:24:34.071" v="649"/>
        <pc:sldMkLst>
          <pc:docMk/>
          <pc:sldMk cId="3909309020" sldId="1057"/>
        </pc:sldMkLst>
      </pc:sldChg>
      <pc:sldMasterChg chg="modSldLayout sldLayoutOrd">
        <pc:chgData name="Swenson, Jody" userId="f700768a-5749-4e0f-98d7-2b523cc7d418" providerId="ADAL" clId="{260C988E-32CA-4EB5-8DB7-0F53C2B9D0D3}" dt="2025-04-07T20:01:02.816" v="10"/>
        <pc:sldMasterMkLst>
          <pc:docMk/>
          <pc:sldMasterMk cId="1793533790" sldId="2147483669"/>
        </pc:sldMasterMkLst>
        <pc:sldLayoutChg chg="modSp mod ord">
          <pc:chgData name="Swenson, Jody" userId="f700768a-5749-4e0f-98d7-2b523cc7d418" providerId="ADAL" clId="{260C988E-32CA-4EB5-8DB7-0F53C2B9D0D3}" dt="2025-04-07T20:01:02.816" v="10"/>
          <pc:sldLayoutMkLst>
            <pc:docMk/>
            <pc:sldMasterMk cId="1793533790" sldId="2147483669"/>
            <pc:sldLayoutMk cId="165851227" sldId="2147483920"/>
          </pc:sldLayoutMkLst>
        </pc:sldLayoutChg>
        <pc:sldLayoutChg chg="modSp mod ord">
          <pc:chgData name="Swenson, Jody" userId="f700768a-5749-4e0f-98d7-2b523cc7d418" providerId="ADAL" clId="{260C988E-32CA-4EB5-8DB7-0F53C2B9D0D3}" dt="2025-04-07T20:01:02.816" v="10"/>
          <pc:sldLayoutMkLst>
            <pc:docMk/>
            <pc:sldMasterMk cId="1793533790" sldId="2147483669"/>
            <pc:sldLayoutMk cId="1585481787" sldId="2147483921"/>
          </pc:sldLayoutMkLst>
        </pc:sldLayoutChg>
        <pc:sldLayoutChg chg="modSp mod ord">
          <pc:chgData name="Swenson, Jody" userId="f700768a-5749-4e0f-98d7-2b523cc7d418" providerId="ADAL" clId="{260C988E-32CA-4EB5-8DB7-0F53C2B9D0D3}" dt="2025-04-07T20:01:02.816" v="10"/>
          <pc:sldLayoutMkLst>
            <pc:docMk/>
            <pc:sldMasterMk cId="1793533790" sldId="2147483669"/>
            <pc:sldLayoutMk cId="1933600839" sldId="2147483922"/>
          </pc:sldLayoutMkLst>
        </pc:sldLayoutChg>
        <pc:sldLayoutChg chg="modSp mod ord">
          <pc:chgData name="Swenson, Jody" userId="f700768a-5749-4e0f-98d7-2b523cc7d418" providerId="ADAL" clId="{260C988E-32CA-4EB5-8DB7-0F53C2B9D0D3}" dt="2025-04-07T20:01:02.816" v="10"/>
          <pc:sldLayoutMkLst>
            <pc:docMk/>
            <pc:sldMasterMk cId="1793533790" sldId="2147483669"/>
            <pc:sldLayoutMk cId="2900228399" sldId="2147483923"/>
          </pc:sldLayoutMkLst>
        </pc:sldLayoutChg>
        <pc:sldLayoutChg chg="modSp mod ord">
          <pc:chgData name="Swenson, Jody" userId="f700768a-5749-4e0f-98d7-2b523cc7d418" providerId="ADAL" clId="{260C988E-32CA-4EB5-8DB7-0F53C2B9D0D3}" dt="2025-04-07T20:01:02.816" v="10"/>
          <pc:sldLayoutMkLst>
            <pc:docMk/>
            <pc:sldMasterMk cId="1793533790" sldId="2147483669"/>
            <pc:sldLayoutMk cId="2018495705" sldId="2147483924"/>
          </pc:sldLayoutMkLst>
        </pc:sldLayoutChg>
        <pc:sldLayoutChg chg="modSp mod ord">
          <pc:chgData name="Swenson, Jody" userId="f700768a-5749-4e0f-98d7-2b523cc7d418" providerId="ADAL" clId="{260C988E-32CA-4EB5-8DB7-0F53C2B9D0D3}" dt="2025-04-07T20:01:02.816" v="10"/>
          <pc:sldLayoutMkLst>
            <pc:docMk/>
            <pc:sldMasterMk cId="1793533790" sldId="2147483669"/>
            <pc:sldLayoutMk cId="32195228" sldId="2147483925"/>
          </pc:sldLayoutMkLst>
        </pc:sldLayoutChg>
        <pc:sldLayoutChg chg="modSp mod ord">
          <pc:chgData name="Swenson, Jody" userId="f700768a-5749-4e0f-98d7-2b523cc7d418" providerId="ADAL" clId="{260C988E-32CA-4EB5-8DB7-0F53C2B9D0D3}" dt="2025-04-07T20:01:02.816" v="10"/>
          <pc:sldLayoutMkLst>
            <pc:docMk/>
            <pc:sldMasterMk cId="1793533790" sldId="2147483669"/>
            <pc:sldLayoutMk cId="1173937019" sldId="2147483926"/>
          </pc:sldLayoutMkLst>
        </pc:sldLayoutChg>
        <pc:sldLayoutChg chg="mod ord">
          <pc:chgData name="Swenson, Jody" userId="f700768a-5749-4e0f-98d7-2b523cc7d418" providerId="ADAL" clId="{260C988E-32CA-4EB5-8DB7-0F53C2B9D0D3}" dt="2025-04-07T20:01:02.816" v="10"/>
          <pc:sldLayoutMkLst>
            <pc:docMk/>
            <pc:sldMasterMk cId="1793533790" sldId="2147483669"/>
            <pc:sldLayoutMk cId="609750195" sldId="2147483927"/>
          </pc:sldLayoutMkLst>
        </pc:sldLayoutChg>
        <pc:sldLayoutChg chg="mod ord">
          <pc:chgData name="Swenson, Jody" userId="f700768a-5749-4e0f-98d7-2b523cc7d418" providerId="ADAL" clId="{260C988E-32CA-4EB5-8DB7-0F53C2B9D0D3}" dt="2025-04-07T20:01:02.816" v="10"/>
          <pc:sldLayoutMkLst>
            <pc:docMk/>
            <pc:sldMasterMk cId="1793533790" sldId="2147483669"/>
            <pc:sldLayoutMk cId="580851839" sldId="2147483928"/>
          </pc:sldLayoutMkLst>
        </pc:sldLayoutChg>
        <pc:sldLayoutChg chg="modSp mod ord">
          <pc:chgData name="Swenson, Jody" userId="f700768a-5749-4e0f-98d7-2b523cc7d418" providerId="ADAL" clId="{260C988E-32CA-4EB5-8DB7-0F53C2B9D0D3}" dt="2025-04-07T20:01:02.816" v="10"/>
          <pc:sldLayoutMkLst>
            <pc:docMk/>
            <pc:sldMasterMk cId="1793533790" sldId="2147483669"/>
            <pc:sldLayoutMk cId="2553253099" sldId="2147483929"/>
          </pc:sldLayoutMkLst>
        </pc:sldLayoutChg>
        <pc:sldLayoutChg chg="modSp mod ord">
          <pc:chgData name="Swenson, Jody" userId="f700768a-5749-4e0f-98d7-2b523cc7d418" providerId="ADAL" clId="{260C988E-32CA-4EB5-8DB7-0F53C2B9D0D3}" dt="2025-04-07T20:01:02.816" v="10"/>
          <pc:sldLayoutMkLst>
            <pc:docMk/>
            <pc:sldMasterMk cId="1793533790" sldId="2147483669"/>
            <pc:sldLayoutMk cId="722633741" sldId="2147483930"/>
          </pc:sldLayoutMkLst>
        </pc:sldLayoutChg>
        <pc:sldLayoutChg chg="modSp mod ord">
          <pc:chgData name="Swenson, Jody" userId="f700768a-5749-4e0f-98d7-2b523cc7d418" providerId="ADAL" clId="{260C988E-32CA-4EB5-8DB7-0F53C2B9D0D3}" dt="2025-04-07T20:01:02.816" v="10"/>
          <pc:sldLayoutMkLst>
            <pc:docMk/>
            <pc:sldMasterMk cId="1793533790" sldId="2147483669"/>
            <pc:sldLayoutMk cId="1147568381" sldId="2147483932"/>
          </pc:sldLayoutMkLst>
        </pc:sldLayoutChg>
        <pc:sldLayoutChg chg="modSp mod ord">
          <pc:chgData name="Swenson, Jody" userId="f700768a-5749-4e0f-98d7-2b523cc7d418" providerId="ADAL" clId="{260C988E-32CA-4EB5-8DB7-0F53C2B9D0D3}" dt="2025-04-07T20:01:02.816" v="10"/>
          <pc:sldLayoutMkLst>
            <pc:docMk/>
            <pc:sldMasterMk cId="1793533790" sldId="2147483669"/>
            <pc:sldLayoutMk cId="3130898085" sldId="2147483933"/>
          </pc:sldLayoutMkLst>
        </pc:sldLayoutChg>
        <pc:sldLayoutChg chg="modSp mod ord">
          <pc:chgData name="Swenson, Jody" userId="f700768a-5749-4e0f-98d7-2b523cc7d418" providerId="ADAL" clId="{260C988E-32CA-4EB5-8DB7-0F53C2B9D0D3}" dt="2025-04-07T20:01:02.816" v="10"/>
          <pc:sldLayoutMkLst>
            <pc:docMk/>
            <pc:sldMasterMk cId="1793533790" sldId="2147483669"/>
            <pc:sldLayoutMk cId="3943862095" sldId="2147483934"/>
          </pc:sldLayoutMkLst>
        </pc:sldLayoutChg>
      </pc:sldMasterChg>
      <pc:sldMasterChg chg="del delSldLayout">
        <pc:chgData name="Swenson, Jody" userId="f700768a-5749-4e0f-98d7-2b523cc7d418" providerId="ADAL" clId="{260C988E-32CA-4EB5-8DB7-0F53C2B9D0D3}" dt="2025-04-07T20:01:02.660" v="6"/>
        <pc:sldMasterMkLst>
          <pc:docMk/>
          <pc:sldMasterMk cId="874611347" sldId="2147483696"/>
        </pc:sldMasterMkLst>
        <pc:sldLayoutChg chg="del">
          <pc:chgData name="Swenson, Jody" userId="f700768a-5749-4e0f-98d7-2b523cc7d418" providerId="ADAL" clId="{260C988E-32CA-4EB5-8DB7-0F53C2B9D0D3}" dt="2025-04-07T20:01:02.660" v="6"/>
          <pc:sldLayoutMkLst>
            <pc:docMk/>
            <pc:sldMasterMk cId="874611347" sldId="2147483696"/>
            <pc:sldLayoutMk cId="2281837729" sldId="2147483697"/>
          </pc:sldLayoutMkLst>
        </pc:sldLayoutChg>
        <pc:sldLayoutChg chg="del">
          <pc:chgData name="Swenson, Jody" userId="f700768a-5749-4e0f-98d7-2b523cc7d418" providerId="ADAL" clId="{260C988E-32CA-4EB5-8DB7-0F53C2B9D0D3}" dt="2025-04-07T20:01:02.660" v="6"/>
          <pc:sldLayoutMkLst>
            <pc:docMk/>
            <pc:sldMasterMk cId="874611347" sldId="2147483696"/>
            <pc:sldLayoutMk cId="3994539315" sldId="2147483698"/>
          </pc:sldLayoutMkLst>
        </pc:sldLayoutChg>
        <pc:sldLayoutChg chg="del">
          <pc:chgData name="Swenson, Jody" userId="f700768a-5749-4e0f-98d7-2b523cc7d418" providerId="ADAL" clId="{260C988E-32CA-4EB5-8DB7-0F53C2B9D0D3}" dt="2025-04-07T20:01:02.660" v="6"/>
          <pc:sldLayoutMkLst>
            <pc:docMk/>
            <pc:sldMasterMk cId="874611347" sldId="2147483696"/>
            <pc:sldLayoutMk cId="4128506461" sldId="2147483699"/>
          </pc:sldLayoutMkLst>
        </pc:sldLayoutChg>
        <pc:sldLayoutChg chg="del">
          <pc:chgData name="Swenson, Jody" userId="f700768a-5749-4e0f-98d7-2b523cc7d418" providerId="ADAL" clId="{260C988E-32CA-4EB5-8DB7-0F53C2B9D0D3}" dt="2025-04-07T20:01:02.660" v="6"/>
          <pc:sldLayoutMkLst>
            <pc:docMk/>
            <pc:sldMasterMk cId="874611347" sldId="2147483696"/>
            <pc:sldLayoutMk cId="102538099" sldId="2147483700"/>
          </pc:sldLayoutMkLst>
        </pc:sldLayoutChg>
        <pc:sldLayoutChg chg="del">
          <pc:chgData name="Swenson, Jody" userId="f700768a-5749-4e0f-98d7-2b523cc7d418" providerId="ADAL" clId="{260C988E-32CA-4EB5-8DB7-0F53C2B9D0D3}" dt="2025-04-07T20:01:02.660" v="6"/>
          <pc:sldLayoutMkLst>
            <pc:docMk/>
            <pc:sldMasterMk cId="874611347" sldId="2147483696"/>
            <pc:sldLayoutMk cId="3238515202" sldId="2147483701"/>
          </pc:sldLayoutMkLst>
        </pc:sldLayoutChg>
        <pc:sldLayoutChg chg="del">
          <pc:chgData name="Swenson, Jody" userId="f700768a-5749-4e0f-98d7-2b523cc7d418" providerId="ADAL" clId="{260C988E-32CA-4EB5-8DB7-0F53C2B9D0D3}" dt="2025-04-07T20:01:02.660" v="6"/>
          <pc:sldLayoutMkLst>
            <pc:docMk/>
            <pc:sldMasterMk cId="874611347" sldId="2147483696"/>
            <pc:sldLayoutMk cId="156795965" sldId="2147483702"/>
          </pc:sldLayoutMkLst>
        </pc:sldLayoutChg>
        <pc:sldLayoutChg chg="del">
          <pc:chgData name="Swenson, Jody" userId="f700768a-5749-4e0f-98d7-2b523cc7d418" providerId="ADAL" clId="{260C988E-32CA-4EB5-8DB7-0F53C2B9D0D3}" dt="2025-04-07T20:01:02.660" v="6"/>
          <pc:sldLayoutMkLst>
            <pc:docMk/>
            <pc:sldMasterMk cId="874611347" sldId="2147483696"/>
            <pc:sldLayoutMk cId="3842923212" sldId="2147483703"/>
          </pc:sldLayoutMkLst>
        </pc:sldLayoutChg>
        <pc:sldLayoutChg chg="del">
          <pc:chgData name="Swenson, Jody" userId="f700768a-5749-4e0f-98d7-2b523cc7d418" providerId="ADAL" clId="{260C988E-32CA-4EB5-8DB7-0F53C2B9D0D3}" dt="2025-04-07T20:01:02.660" v="6"/>
          <pc:sldLayoutMkLst>
            <pc:docMk/>
            <pc:sldMasterMk cId="874611347" sldId="2147483696"/>
            <pc:sldLayoutMk cId="2165921970" sldId="2147483704"/>
          </pc:sldLayoutMkLst>
        </pc:sldLayoutChg>
        <pc:sldLayoutChg chg="del">
          <pc:chgData name="Swenson, Jody" userId="f700768a-5749-4e0f-98d7-2b523cc7d418" providerId="ADAL" clId="{260C988E-32CA-4EB5-8DB7-0F53C2B9D0D3}" dt="2025-04-07T20:01:02.660" v="6"/>
          <pc:sldLayoutMkLst>
            <pc:docMk/>
            <pc:sldMasterMk cId="874611347" sldId="2147483696"/>
            <pc:sldLayoutMk cId="2241307253" sldId="2147483705"/>
          </pc:sldLayoutMkLst>
        </pc:sldLayoutChg>
        <pc:sldLayoutChg chg="del">
          <pc:chgData name="Swenson, Jody" userId="f700768a-5749-4e0f-98d7-2b523cc7d418" providerId="ADAL" clId="{260C988E-32CA-4EB5-8DB7-0F53C2B9D0D3}" dt="2025-04-07T20:01:02.660" v="6"/>
          <pc:sldLayoutMkLst>
            <pc:docMk/>
            <pc:sldMasterMk cId="874611347" sldId="2147483696"/>
            <pc:sldLayoutMk cId="541523244" sldId="2147483706"/>
          </pc:sldLayoutMkLst>
        </pc:sldLayoutChg>
        <pc:sldLayoutChg chg="del">
          <pc:chgData name="Swenson, Jody" userId="f700768a-5749-4e0f-98d7-2b523cc7d418" providerId="ADAL" clId="{260C988E-32CA-4EB5-8DB7-0F53C2B9D0D3}" dt="2025-04-07T20:01:02.660" v="6"/>
          <pc:sldLayoutMkLst>
            <pc:docMk/>
            <pc:sldMasterMk cId="874611347" sldId="2147483696"/>
            <pc:sldLayoutMk cId="732626642" sldId="2147483707"/>
          </pc:sldLayoutMkLst>
        </pc:sldLayoutChg>
        <pc:sldLayoutChg chg="del">
          <pc:chgData name="Swenson, Jody" userId="f700768a-5749-4e0f-98d7-2b523cc7d418" providerId="ADAL" clId="{260C988E-32CA-4EB5-8DB7-0F53C2B9D0D3}" dt="2025-04-07T20:01:02.660" v="6"/>
          <pc:sldLayoutMkLst>
            <pc:docMk/>
            <pc:sldMasterMk cId="874611347" sldId="2147483696"/>
            <pc:sldLayoutMk cId="257361474" sldId="2147483709"/>
          </pc:sldLayoutMkLst>
        </pc:sldLayoutChg>
        <pc:sldLayoutChg chg="del">
          <pc:chgData name="Swenson, Jody" userId="f700768a-5749-4e0f-98d7-2b523cc7d418" providerId="ADAL" clId="{260C988E-32CA-4EB5-8DB7-0F53C2B9D0D3}" dt="2025-04-07T20:01:02.660" v="6"/>
          <pc:sldLayoutMkLst>
            <pc:docMk/>
            <pc:sldMasterMk cId="874611347" sldId="2147483696"/>
            <pc:sldLayoutMk cId="2691000841" sldId="2147483720"/>
          </pc:sldLayoutMkLst>
        </pc:sldLayoutChg>
        <pc:sldLayoutChg chg="del">
          <pc:chgData name="Swenson, Jody" userId="f700768a-5749-4e0f-98d7-2b523cc7d418" providerId="ADAL" clId="{260C988E-32CA-4EB5-8DB7-0F53C2B9D0D3}" dt="2025-04-07T20:01:02.660" v="6"/>
          <pc:sldLayoutMkLst>
            <pc:docMk/>
            <pc:sldMasterMk cId="874611347" sldId="2147483696"/>
            <pc:sldLayoutMk cId="2661244036" sldId="2147483722"/>
          </pc:sldLayoutMkLst>
        </pc:sldLayoutChg>
      </pc:sldMasterChg>
      <pc:sldMasterChg chg="modSldLayout sldLayoutOrd">
        <pc:chgData name="Swenson, Jody" userId="f700768a-5749-4e0f-98d7-2b523cc7d418" providerId="ADAL" clId="{260C988E-32CA-4EB5-8DB7-0F53C2B9D0D3}" dt="2025-04-07T20:01:02.746" v="8"/>
        <pc:sldMasterMkLst>
          <pc:docMk/>
          <pc:sldMasterMk cId="2516223769" sldId="2147483752"/>
        </pc:sldMasterMkLst>
        <pc:sldLayoutChg chg="modSp mod ord">
          <pc:chgData name="Swenson, Jody" userId="f700768a-5749-4e0f-98d7-2b523cc7d418" providerId="ADAL" clId="{260C988E-32CA-4EB5-8DB7-0F53C2B9D0D3}" dt="2025-04-07T20:01:02.746" v="8"/>
          <pc:sldLayoutMkLst>
            <pc:docMk/>
            <pc:sldMasterMk cId="2516223769" sldId="2147483752"/>
            <pc:sldLayoutMk cId="2069707018" sldId="2147483871"/>
          </pc:sldLayoutMkLst>
        </pc:sldLayoutChg>
        <pc:sldLayoutChg chg="modSp mod ord">
          <pc:chgData name="Swenson, Jody" userId="f700768a-5749-4e0f-98d7-2b523cc7d418" providerId="ADAL" clId="{260C988E-32CA-4EB5-8DB7-0F53C2B9D0D3}" dt="2025-04-07T20:01:02.746" v="8"/>
          <pc:sldLayoutMkLst>
            <pc:docMk/>
            <pc:sldMasterMk cId="2516223769" sldId="2147483752"/>
            <pc:sldLayoutMk cId="3354054242" sldId="2147483872"/>
          </pc:sldLayoutMkLst>
        </pc:sldLayoutChg>
        <pc:sldLayoutChg chg="modSp mod ord">
          <pc:chgData name="Swenson, Jody" userId="f700768a-5749-4e0f-98d7-2b523cc7d418" providerId="ADAL" clId="{260C988E-32CA-4EB5-8DB7-0F53C2B9D0D3}" dt="2025-04-07T20:01:02.746" v="8"/>
          <pc:sldLayoutMkLst>
            <pc:docMk/>
            <pc:sldMasterMk cId="2516223769" sldId="2147483752"/>
            <pc:sldLayoutMk cId="681649578" sldId="2147483873"/>
          </pc:sldLayoutMkLst>
        </pc:sldLayoutChg>
        <pc:sldLayoutChg chg="modSp mod ord">
          <pc:chgData name="Swenson, Jody" userId="f700768a-5749-4e0f-98d7-2b523cc7d418" providerId="ADAL" clId="{260C988E-32CA-4EB5-8DB7-0F53C2B9D0D3}" dt="2025-04-07T20:01:02.746" v="8"/>
          <pc:sldLayoutMkLst>
            <pc:docMk/>
            <pc:sldMasterMk cId="2516223769" sldId="2147483752"/>
            <pc:sldLayoutMk cId="3955398008" sldId="2147483874"/>
          </pc:sldLayoutMkLst>
        </pc:sldLayoutChg>
        <pc:sldLayoutChg chg="modSp mod ord">
          <pc:chgData name="Swenson, Jody" userId="f700768a-5749-4e0f-98d7-2b523cc7d418" providerId="ADAL" clId="{260C988E-32CA-4EB5-8DB7-0F53C2B9D0D3}" dt="2025-04-07T20:01:02.746" v="8"/>
          <pc:sldLayoutMkLst>
            <pc:docMk/>
            <pc:sldMasterMk cId="2516223769" sldId="2147483752"/>
            <pc:sldLayoutMk cId="2466194653" sldId="2147483875"/>
          </pc:sldLayoutMkLst>
        </pc:sldLayoutChg>
        <pc:sldLayoutChg chg="modSp mod ord">
          <pc:chgData name="Swenson, Jody" userId="f700768a-5749-4e0f-98d7-2b523cc7d418" providerId="ADAL" clId="{260C988E-32CA-4EB5-8DB7-0F53C2B9D0D3}" dt="2025-04-07T20:01:02.746" v="8"/>
          <pc:sldLayoutMkLst>
            <pc:docMk/>
            <pc:sldMasterMk cId="2516223769" sldId="2147483752"/>
            <pc:sldLayoutMk cId="1036303842" sldId="2147483876"/>
          </pc:sldLayoutMkLst>
        </pc:sldLayoutChg>
        <pc:sldLayoutChg chg="modSp mod ord">
          <pc:chgData name="Swenson, Jody" userId="f700768a-5749-4e0f-98d7-2b523cc7d418" providerId="ADAL" clId="{260C988E-32CA-4EB5-8DB7-0F53C2B9D0D3}" dt="2025-04-07T20:01:02.746" v="8"/>
          <pc:sldLayoutMkLst>
            <pc:docMk/>
            <pc:sldMasterMk cId="2516223769" sldId="2147483752"/>
            <pc:sldLayoutMk cId="4266361321" sldId="2147483877"/>
          </pc:sldLayoutMkLst>
        </pc:sldLayoutChg>
        <pc:sldLayoutChg chg="mod ord">
          <pc:chgData name="Swenson, Jody" userId="f700768a-5749-4e0f-98d7-2b523cc7d418" providerId="ADAL" clId="{260C988E-32CA-4EB5-8DB7-0F53C2B9D0D3}" dt="2025-04-07T20:01:02.746" v="8"/>
          <pc:sldLayoutMkLst>
            <pc:docMk/>
            <pc:sldMasterMk cId="2516223769" sldId="2147483752"/>
            <pc:sldLayoutMk cId="2305868985" sldId="2147483878"/>
          </pc:sldLayoutMkLst>
        </pc:sldLayoutChg>
        <pc:sldLayoutChg chg="mod ord">
          <pc:chgData name="Swenson, Jody" userId="f700768a-5749-4e0f-98d7-2b523cc7d418" providerId="ADAL" clId="{260C988E-32CA-4EB5-8DB7-0F53C2B9D0D3}" dt="2025-04-07T20:01:02.746" v="8"/>
          <pc:sldLayoutMkLst>
            <pc:docMk/>
            <pc:sldMasterMk cId="2516223769" sldId="2147483752"/>
            <pc:sldLayoutMk cId="564592567" sldId="2147483879"/>
          </pc:sldLayoutMkLst>
        </pc:sldLayoutChg>
        <pc:sldLayoutChg chg="modSp mod ord">
          <pc:chgData name="Swenson, Jody" userId="f700768a-5749-4e0f-98d7-2b523cc7d418" providerId="ADAL" clId="{260C988E-32CA-4EB5-8DB7-0F53C2B9D0D3}" dt="2025-04-07T20:01:02.746" v="8"/>
          <pc:sldLayoutMkLst>
            <pc:docMk/>
            <pc:sldMasterMk cId="2516223769" sldId="2147483752"/>
            <pc:sldLayoutMk cId="1282660827" sldId="2147483880"/>
          </pc:sldLayoutMkLst>
        </pc:sldLayoutChg>
        <pc:sldLayoutChg chg="modSp mod ord">
          <pc:chgData name="Swenson, Jody" userId="f700768a-5749-4e0f-98d7-2b523cc7d418" providerId="ADAL" clId="{260C988E-32CA-4EB5-8DB7-0F53C2B9D0D3}" dt="2025-04-07T20:01:02.746" v="8"/>
          <pc:sldLayoutMkLst>
            <pc:docMk/>
            <pc:sldMasterMk cId="2516223769" sldId="2147483752"/>
            <pc:sldLayoutMk cId="419909746" sldId="2147483881"/>
          </pc:sldLayoutMkLst>
        </pc:sldLayoutChg>
        <pc:sldLayoutChg chg="modSp mod ord">
          <pc:chgData name="Swenson, Jody" userId="f700768a-5749-4e0f-98d7-2b523cc7d418" providerId="ADAL" clId="{260C988E-32CA-4EB5-8DB7-0F53C2B9D0D3}" dt="2025-04-07T20:01:02.746" v="8"/>
          <pc:sldLayoutMkLst>
            <pc:docMk/>
            <pc:sldMasterMk cId="2516223769" sldId="2147483752"/>
            <pc:sldLayoutMk cId="2154548304" sldId="2147483882"/>
          </pc:sldLayoutMkLst>
        </pc:sldLayoutChg>
        <pc:sldLayoutChg chg="modSp mod ord">
          <pc:chgData name="Swenson, Jody" userId="f700768a-5749-4e0f-98d7-2b523cc7d418" providerId="ADAL" clId="{260C988E-32CA-4EB5-8DB7-0F53C2B9D0D3}" dt="2025-04-07T20:01:02.746" v="8"/>
          <pc:sldLayoutMkLst>
            <pc:docMk/>
            <pc:sldMasterMk cId="2516223769" sldId="2147483752"/>
            <pc:sldLayoutMk cId="1861668039" sldId="2147483883"/>
          </pc:sldLayoutMkLst>
        </pc:sldLayoutChg>
        <pc:sldLayoutChg chg="modSp mod ord">
          <pc:chgData name="Swenson, Jody" userId="f700768a-5749-4e0f-98d7-2b523cc7d418" providerId="ADAL" clId="{260C988E-32CA-4EB5-8DB7-0F53C2B9D0D3}" dt="2025-04-07T20:01:02.746" v="8"/>
          <pc:sldLayoutMkLst>
            <pc:docMk/>
            <pc:sldMasterMk cId="2516223769" sldId="2147483752"/>
            <pc:sldLayoutMk cId="1740965625" sldId="2147483884"/>
          </pc:sldLayoutMkLst>
        </pc:sldLayoutChg>
        <pc:sldLayoutChg chg="modSp mod ord">
          <pc:chgData name="Swenson, Jody" userId="f700768a-5749-4e0f-98d7-2b523cc7d418" providerId="ADAL" clId="{260C988E-32CA-4EB5-8DB7-0F53C2B9D0D3}" dt="2025-04-07T20:01:02.746" v="8"/>
          <pc:sldLayoutMkLst>
            <pc:docMk/>
            <pc:sldMasterMk cId="2516223769" sldId="2147483752"/>
            <pc:sldLayoutMk cId="4114551253" sldId="2147483885"/>
          </pc:sldLayoutMkLst>
        </pc:sldLayoutChg>
        <pc:sldLayoutChg chg="modSp mod ord">
          <pc:chgData name="Swenson, Jody" userId="f700768a-5749-4e0f-98d7-2b523cc7d418" providerId="ADAL" clId="{260C988E-32CA-4EB5-8DB7-0F53C2B9D0D3}" dt="2025-04-07T20:01:02.746" v="8"/>
          <pc:sldLayoutMkLst>
            <pc:docMk/>
            <pc:sldMasterMk cId="2516223769" sldId="2147483752"/>
            <pc:sldLayoutMk cId="116115724" sldId="2147483886"/>
          </pc:sldLayoutMkLst>
        </pc:sldLayoutChg>
      </pc:sldMasterChg>
      <pc:sldMasterChg chg="modSldLayout sldLayoutOrd">
        <pc:chgData name="Swenson, Jody" userId="f700768a-5749-4e0f-98d7-2b523cc7d418" providerId="ADAL" clId="{260C988E-32CA-4EB5-8DB7-0F53C2B9D0D3}" dt="2025-04-07T20:01:02.751" v="9"/>
        <pc:sldMasterMkLst>
          <pc:docMk/>
          <pc:sldMasterMk cId="2929658063" sldId="2147483835"/>
        </pc:sldMasterMkLst>
        <pc:sldLayoutChg chg="modSp mod ord">
          <pc:chgData name="Swenson, Jody" userId="f700768a-5749-4e0f-98d7-2b523cc7d418" providerId="ADAL" clId="{260C988E-32CA-4EB5-8DB7-0F53C2B9D0D3}" dt="2025-04-07T20:01:02.740" v="7"/>
          <pc:sldLayoutMkLst>
            <pc:docMk/>
            <pc:sldMasterMk cId="2929658063" sldId="2147483835"/>
            <pc:sldLayoutMk cId="2978911394" sldId="2147483853"/>
          </pc:sldLayoutMkLst>
        </pc:sldLayoutChg>
        <pc:sldLayoutChg chg="modSp mod ord">
          <pc:chgData name="Swenson, Jody" userId="f700768a-5749-4e0f-98d7-2b523cc7d418" providerId="ADAL" clId="{260C988E-32CA-4EB5-8DB7-0F53C2B9D0D3}" dt="2025-04-07T20:01:02.740" v="7"/>
          <pc:sldLayoutMkLst>
            <pc:docMk/>
            <pc:sldMasterMk cId="2929658063" sldId="2147483835"/>
            <pc:sldLayoutMk cId="3221103379" sldId="2147483854"/>
          </pc:sldLayoutMkLst>
        </pc:sldLayoutChg>
        <pc:sldLayoutChg chg="modSp mod ord">
          <pc:chgData name="Swenson, Jody" userId="f700768a-5749-4e0f-98d7-2b523cc7d418" providerId="ADAL" clId="{260C988E-32CA-4EB5-8DB7-0F53C2B9D0D3}" dt="2025-04-07T20:01:02.740" v="7"/>
          <pc:sldLayoutMkLst>
            <pc:docMk/>
            <pc:sldMasterMk cId="2929658063" sldId="2147483835"/>
            <pc:sldLayoutMk cId="1998194910" sldId="2147483855"/>
          </pc:sldLayoutMkLst>
        </pc:sldLayoutChg>
        <pc:sldLayoutChg chg="modSp mod ord">
          <pc:chgData name="Swenson, Jody" userId="f700768a-5749-4e0f-98d7-2b523cc7d418" providerId="ADAL" clId="{260C988E-32CA-4EB5-8DB7-0F53C2B9D0D3}" dt="2025-04-07T20:01:02.740" v="7"/>
          <pc:sldLayoutMkLst>
            <pc:docMk/>
            <pc:sldMasterMk cId="2929658063" sldId="2147483835"/>
            <pc:sldLayoutMk cId="3007590366" sldId="2147483856"/>
          </pc:sldLayoutMkLst>
        </pc:sldLayoutChg>
        <pc:sldLayoutChg chg="modSp mod ord">
          <pc:chgData name="Swenson, Jody" userId="f700768a-5749-4e0f-98d7-2b523cc7d418" providerId="ADAL" clId="{260C988E-32CA-4EB5-8DB7-0F53C2B9D0D3}" dt="2025-04-07T20:01:02.740" v="7"/>
          <pc:sldLayoutMkLst>
            <pc:docMk/>
            <pc:sldMasterMk cId="2929658063" sldId="2147483835"/>
            <pc:sldLayoutMk cId="763650642" sldId="2147483857"/>
          </pc:sldLayoutMkLst>
        </pc:sldLayoutChg>
        <pc:sldLayoutChg chg="modSp mod ord">
          <pc:chgData name="Swenson, Jody" userId="f700768a-5749-4e0f-98d7-2b523cc7d418" providerId="ADAL" clId="{260C988E-32CA-4EB5-8DB7-0F53C2B9D0D3}" dt="2025-04-07T20:01:02.740" v="7"/>
          <pc:sldLayoutMkLst>
            <pc:docMk/>
            <pc:sldMasterMk cId="2929658063" sldId="2147483835"/>
            <pc:sldLayoutMk cId="981391684" sldId="2147483858"/>
          </pc:sldLayoutMkLst>
        </pc:sldLayoutChg>
        <pc:sldLayoutChg chg="modSp mod ord">
          <pc:chgData name="Swenson, Jody" userId="f700768a-5749-4e0f-98d7-2b523cc7d418" providerId="ADAL" clId="{260C988E-32CA-4EB5-8DB7-0F53C2B9D0D3}" dt="2025-04-07T20:01:02.740" v="7"/>
          <pc:sldLayoutMkLst>
            <pc:docMk/>
            <pc:sldMasterMk cId="2929658063" sldId="2147483835"/>
            <pc:sldLayoutMk cId="656338345" sldId="2147483859"/>
          </pc:sldLayoutMkLst>
        </pc:sldLayoutChg>
        <pc:sldLayoutChg chg="mod ord">
          <pc:chgData name="Swenson, Jody" userId="f700768a-5749-4e0f-98d7-2b523cc7d418" providerId="ADAL" clId="{260C988E-32CA-4EB5-8DB7-0F53C2B9D0D3}" dt="2025-04-07T20:01:02.740" v="7"/>
          <pc:sldLayoutMkLst>
            <pc:docMk/>
            <pc:sldMasterMk cId="2929658063" sldId="2147483835"/>
            <pc:sldLayoutMk cId="3772812744" sldId="2147483860"/>
          </pc:sldLayoutMkLst>
        </pc:sldLayoutChg>
        <pc:sldLayoutChg chg="mod ord">
          <pc:chgData name="Swenson, Jody" userId="f700768a-5749-4e0f-98d7-2b523cc7d418" providerId="ADAL" clId="{260C988E-32CA-4EB5-8DB7-0F53C2B9D0D3}" dt="2025-04-07T20:01:02.740" v="7"/>
          <pc:sldLayoutMkLst>
            <pc:docMk/>
            <pc:sldMasterMk cId="2929658063" sldId="2147483835"/>
            <pc:sldLayoutMk cId="1959090723" sldId="2147483861"/>
          </pc:sldLayoutMkLst>
        </pc:sldLayoutChg>
        <pc:sldLayoutChg chg="modSp mod ord">
          <pc:chgData name="Swenson, Jody" userId="f700768a-5749-4e0f-98d7-2b523cc7d418" providerId="ADAL" clId="{260C988E-32CA-4EB5-8DB7-0F53C2B9D0D3}" dt="2025-04-07T20:01:02.740" v="7"/>
          <pc:sldLayoutMkLst>
            <pc:docMk/>
            <pc:sldMasterMk cId="2929658063" sldId="2147483835"/>
            <pc:sldLayoutMk cId="3077777338" sldId="2147483862"/>
          </pc:sldLayoutMkLst>
        </pc:sldLayoutChg>
        <pc:sldLayoutChg chg="modSp mod ord">
          <pc:chgData name="Swenson, Jody" userId="f700768a-5749-4e0f-98d7-2b523cc7d418" providerId="ADAL" clId="{260C988E-32CA-4EB5-8DB7-0F53C2B9D0D3}" dt="2025-04-07T20:01:02.740" v="7"/>
          <pc:sldLayoutMkLst>
            <pc:docMk/>
            <pc:sldMasterMk cId="2929658063" sldId="2147483835"/>
            <pc:sldLayoutMk cId="1331959688" sldId="2147483863"/>
          </pc:sldLayoutMkLst>
        </pc:sldLayoutChg>
        <pc:sldLayoutChg chg="modSp mod ord">
          <pc:chgData name="Swenson, Jody" userId="f700768a-5749-4e0f-98d7-2b523cc7d418" providerId="ADAL" clId="{260C988E-32CA-4EB5-8DB7-0F53C2B9D0D3}" dt="2025-04-07T20:01:02.740" v="7"/>
          <pc:sldLayoutMkLst>
            <pc:docMk/>
            <pc:sldMasterMk cId="2929658063" sldId="2147483835"/>
            <pc:sldLayoutMk cId="3447787369" sldId="2147483864"/>
          </pc:sldLayoutMkLst>
        </pc:sldLayoutChg>
        <pc:sldLayoutChg chg="modSp mod ord">
          <pc:chgData name="Swenson, Jody" userId="f700768a-5749-4e0f-98d7-2b523cc7d418" providerId="ADAL" clId="{260C988E-32CA-4EB5-8DB7-0F53C2B9D0D3}" dt="2025-04-07T20:01:02.740" v="7"/>
          <pc:sldLayoutMkLst>
            <pc:docMk/>
            <pc:sldMasterMk cId="2929658063" sldId="2147483835"/>
            <pc:sldLayoutMk cId="2595739633" sldId="2147483867"/>
          </pc:sldLayoutMkLst>
        </pc:sldLayoutChg>
        <pc:sldLayoutChg chg="modSp mod ord">
          <pc:chgData name="Swenson, Jody" userId="f700768a-5749-4e0f-98d7-2b523cc7d418" providerId="ADAL" clId="{260C988E-32CA-4EB5-8DB7-0F53C2B9D0D3}" dt="2025-04-07T20:01:02.740" v="7"/>
          <pc:sldLayoutMkLst>
            <pc:docMk/>
            <pc:sldMasterMk cId="2929658063" sldId="2147483835"/>
            <pc:sldLayoutMk cId="3136826928" sldId="2147483868"/>
          </pc:sldLayoutMkLst>
        </pc:sldLayoutChg>
        <pc:sldLayoutChg chg="modSp mod ord">
          <pc:chgData name="Swenson, Jody" userId="f700768a-5749-4e0f-98d7-2b523cc7d418" providerId="ADAL" clId="{260C988E-32CA-4EB5-8DB7-0F53C2B9D0D3}" dt="2025-04-07T20:01:02.740" v="7"/>
          <pc:sldLayoutMkLst>
            <pc:docMk/>
            <pc:sldMasterMk cId="2929658063" sldId="2147483835"/>
            <pc:sldLayoutMk cId="1266126919" sldId="2147483869"/>
          </pc:sldLayoutMkLst>
        </pc:sldLayoutChg>
        <pc:sldLayoutChg chg="modSp mod ord">
          <pc:chgData name="Swenson, Jody" userId="f700768a-5749-4e0f-98d7-2b523cc7d418" providerId="ADAL" clId="{260C988E-32CA-4EB5-8DB7-0F53C2B9D0D3}" dt="2025-04-07T20:01:02.751" v="9"/>
          <pc:sldLayoutMkLst>
            <pc:docMk/>
            <pc:sldMasterMk cId="2929658063" sldId="2147483835"/>
            <pc:sldLayoutMk cId="1692586550" sldId="2147483888"/>
          </pc:sldLayoutMkLst>
        </pc:sldLayoutChg>
        <pc:sldLayoutChg chg="modSp mod ord">
          <pc:chgData name="Swenson, Jody" userId="f700768a-5749-4e0f-98d7-2b523cc7d418" providerId="ADAL" clId="{260C988E-32CA-4EB5-8DB7-0F53C2B9D0D3}" dt="2025-04-07T20:01:02.751" v="9"/>
          <pc:sldLayoutMkLst>
            <pc:docMk/>
            <pc:sldMasterMk cId="2929658063" sldId="2147483835"/>
            <pc:sldLayoutMk cId="3032215118" sldId="2147483889"/>
          </pc:sldLayoutMkLst>
        </pc:sldLayoutChg>
        <pc:sldLayoutChg chg="modSp mod ord">
          <pc:chgData name="Swenson, Jody" userId="f700768a-5749-4e0f-98d7-2b523cc7d418" providerId="ADAL" clId="{260C988E-32CA-4EB5-8DB7-0F53C2B9D0D3}" dt="2025-04-07T20:01:02.751" v="9"/>
          <pc:sldLayoutMkLst>
            <pc:docMk/>
            <pc:sldMasterMk cId="2929658063" sldId="2147483835"/>
            <pc:sldLayoutMk cId="3457285632" sldId="2147483890"/>
          </pc:sldLayoutMkLst>
        </pc:sldLayoutChg>
        <pc:sldLayoutChg chg="modSp mod ord">
          <pc:chgData name="Swenson, Jody" userId="f700768a-5749-4e0f-98d7-2b523cc7d418" providerId="ADAL" clId="{260C988E-32CA-4EB5-8DB7-0F53C2B9D0D3}" dt="2025-04-07T20:01:02.751" v="9"/>
          <pc:sldLayoutMkLst>
            <pc:docMk/>
            <pc:sldMasterMk cId="2929658063" sldId="2147483835"/>
            <pc:sldLayoutMk cId="1766201097" sldId="2147483891"/>
          </pc:sldLayoutMkLst>
        </pc:sldLayoutChg>
        <pc:sldLayoutChg chg="modSp mod ord">
          <pc:chgData name="Swenson, Jody" userId="f700768a-5749-4e0f-98d7-2b523cc7d418" providerId="ADAL" clId="{260C988E-32CA-4EB5-8DB7-0F53C2B9D0D3}" dt="2025-04-07T20:01:02.751" v="9"/>
          <pc:sldLayoutMkLst>
            <pc:docMk/>
            <pc:sldMasterMk cId="2929658063" sldId="2147483835"/>
            <pc:sldLayoutMk cId="3631203480" sldId="2147483892"/>
          </pc:sldLayoutMkLst>
        </pc:sldLayoutChg>
        <pc:sldLayoutChg chg="modSp mod ord">
          <pc:chgData name="Swenson, Jody" userId="f700768a-5749-4e0f-98d7-2b523cc7d418" providerId="ADAL" clId="{260C988E-32CA-4EB5-8DB7-0F53C2B9D0D3}" dt="2025-04-07T20:01:02.751" v="9"/>
          <pc:sldLayoutMkLst>
            <pc:docMk/>
            <pc:sldMasterMk cId="2929658063" sldId="2147483835"/>
            <pc:sldLayoutMk cId="3447475327" sldId="2147483893"/>
          </pc:sldLayoutMkLst>
        </pc:sldLayoutChg>
        <pc:sldLayoutChg chg="modSp mod ord">
          <pc:chgData name="Swenson, Jody" userId="f700768a-5749-4e0f-98d7-2b523cc7d418" providerId="ADAL" clId="{260C988E-32CA-4EB5-8DB7-0F53C2B9D0D3}" dt="2025-04-07T20:01:02.751" v="9"/>
          <pc:sldLayoutMkLst>
            <pc:docMk/>
            <pc:sldMasterMk cId="2929658063" sldId="2147483835"/>
            <pc:sldLayoutMk cId="2237589564" sldId="2147483894"/>
          </pc:sldLayoutMkLst>
        </pc:sldLayoutChg>
        <pc:sldLayoutChg chg="mod ord">
          <pc:chgData name="Swenson, Jody" userId="f700768a-5749-4e0f-98d7-2b523cc7d418" providerId="ADAL" clId="{260C988E-32CA-4EB5-8DB7-0F53C2B9D0D3}" dt="2025-04-07T20:01:02.751" v="9"/>
          <pc:sldLayoutMkLst>
            <pc:docMk/>
            <pc:sldMasterMk cId="2929658063" sldId="2147483835"/>
            <pc:sldLayoutMk cId="3069519879" sldId="2147483895"/>
          </pc:sldLayoutMkLst>
        </pc:sldLayoutChg>
        <pc:sldLayoutChg chg="mod ord">
          <pc:chgData name="Swenson, Jody" userId="f700768a-5749-4e0f-98d7-2b523cc7d418" providerId="ADAL" clId="{260C988E-32CA-4EB5-8DB7-0F53C2B9D0D3}" dt="2025-04-07T20:01:02.751" v="9"/>
          <pc:sldLayoutMkLst>
            <pc:docMk/>
            <pc:sldMasterMk cId="2929658063" sldId="2147483835"/>
            <pc:sldLayoutMk cId="3237843240" sldId="2147483896"/>
          </pc:sldLayoutMkLst>
        </pc:sldLayoutChg>
        <pc:sldLayoutChg chg="modSp mod ord">
          <pc:chgData name="Swenson, Jody" userId="f700768a-5749-4e0f-98d7-2b523cc7d418" providerId="ADAL" clId="{260C988E-32CA-4EB5-8DB7-0F53C2B9D0D3}" dt="2025-04-07T20:01:02.751" v="9"/>
          <pc:sldLayoutMkLst>
            <pc:docMk/>
            <pc:sldMasterMk cId="2929658063" sldId="2147483835"/>
            <pc:sldLayoutMk cId="3810234187" sldId="2147483897"/>
          </pc:sldLayoutMkLst>
        </pc:sldLayoutChg>
        <pc:sldLayoutChg chg="modSp mod ord">
          <pc:chgData name="Swenson, Jody" userId="f700768a-5749-4e0f-98d7-2b523cc7d418" providerId="ADAL" clId="{260C988E-32CA-4EB5-8DB7-0F53C2B9D0D3}" dt="2025-04-07T20:01:02.751" v="9"/>
          <pc:sldLayoutMkLst>
            <pc:docMk/>
            <pc:sldMasterMk cId="2929658063" sldId="2147483835"/>
            <pc:sldLayoutMk cId="1678097541" sldId="2147483898"/>
          </pc:sldLayoutMkLst>
        </pc:sldLayoutChg>
        <pc:sldLayoutChg chg="modSp mod ord">
          <pc:chgData name="Swenson, Jody" userId="f700768a-5749-4e0f-98d7-2b523cc7d418" providerId="ADAL" clId="{260C988E-32CA-4EB5-8DB7-0F53C2B9D0D3}" dt="2025-04-07T20:01:02.751" v="9"/>
          <pc:sldLayoutMkLst>
            <pc:docMk/>
            <pc:sldMasterMk cId="2929658063" sldId="2147483835"/>
            <pc:sldLayoutMk cId="1275300832" sldId="2147483899"/>
          </pc:sldLayoutMkLst>
        </pc:sldLayoutChg>
        <pc:sldLayoutChg chg="modSp mod ord">
          <pc:chgData name="Swenson, Jody" userId="f700768a-5749-4e0f-98d7-2b523cc7d418" providerId="ADAL" clId="{260C988E-32CA-4EB5-8DB7-0F53C2B9D0D3}" dt="2025-04-07T20:01:02.751" v="9"/>
          <pc:sldLayoutMkLst>
            <pc:docMk/>
            <pc:sldMasterMk cId="2929658063" sldId="2147483835"/>
            <pc:sldLayoutMk cId="1882521674" sldId="2147483901"/>
          </pc:sldLayoutMkLst>
        </pc:sldLayoutChg>
        <pc:sldLayoutChg chg="modSp mod ord">
          <pc:chgData name="Swenson, Jody" userId="f700768a-5749-4e0f-98d7-2b523cc7d418" providerId="ADAL" clId="{260C988E-32CA-4EB5-8DB7-0F53C2B9D0D3}" dt="2025-04-07T20:01:02.751" v="9"/>
          <pc:sldLayoutMkLst>
            <pc:docMk/>
            <pc:sldMasterMk cId="2929658063" sldId="2147483835"/>
            <pc:sldLayoutMk cId="1768268698" sldId="2147483902"/>
          </pc:sldLayoutMkLst>
        </pc:sldLayoutChg>
        <pc:sldLayoutChg chg="modSp mod ord">
          <pc:chgData name="Swenson, Jody" userId="f700768a-5749-4e0f-98d7-2b523cc7d418" providerId="ADAL" clId="{260C988E-32CA-4EB5-8DB7-0F53C2B9D0D3}" dt="2025-04-07T20:01:02.751" v="9"/>
          <pc:sldLayoutMkLst>
            <pc:docMk/>
            <pc:sldMasterMk cId="2929658063" sldId="2147483835"/>
            <pc:sldLayoutMk cId="3565543185" sldId="2147483903"/>
          </pc:sldLayoutMkLst>
        </pc:sldLayoutChg>
      </pc:sldMasterChg>
      <pc:sldMasterChg chg="del sldLayoutOrd">
        <pc:chgData name="Swenson, Jody" userId="f700768a-5749-4e0f-98d7-2b523cc7d418" providerId="ADAL" clId="{260C988E-32CA-4EB5-8DB7-0F53C2B9D0D3}" dt="2025-04-07T20:01:02.956" v="11"/>
        <pc:sldMasterMkLst>
          <pc:docMk/>
          <pc:sldMasterMk cId="1127213209" sldId="2147483852"/>
        </pc:sldMasterMkLst>
      </pc:sldMasterChg>
      <pc:sldMasterChg chg="del sldLayoutOrd">
        <pc:chgData name="Swenson, Jody" userId="f700768a-5749-4e0f-98d7-2b523cc7d418" providerId="ADAL" clId="{260C988E-32CA-4EB5-8DB7-0F53C2B9D0D3}" dt="2025-04-07T20:01:02.958" v="12"/>
        <pc:sldMasterMkLst>
          <pc:docMk/>
          <pc:sldMasterMk cId="1051457159" sldId="2147483870"/>
        </pc:sldMasterMkLst>
      </pc:sldMasterChg>
      <pc:sldMasterChg chg="del sldLayoutOrd">
        <pc:chgData name="Swenson, Jody" userId="f700768a-5749-4e0f-98d7-2b523cc7d418" providerId="ADAL" clId="{260C988E-32CA-4EB5-8DB7-0F53C2B9D0D3}" dt="2025-04-07T20:01:02.958" v="13"/>
        <pc:sldMasterMkLst>
          <pc:docMk/>
          <pc:sldMasterMk cId="3746477816" sldId="2147483887"/>
        </pc:sldMasterMkLst>
      </pc:sldMasterChg>
      <pc:sldMasterChg chg="del sldLayoutOrd">
        <pc:chgData name="Swenson, Jody" userId="f700768a-5749-4e0f-98d7-2b523cc7d418" providerId="ADAL" clId="{260C988E-32CA-4EB5-8DB7-0F53C2B9D0D3}" dt="2025-04-07T20:01:02.959" v="14"/>
        <pc:sldMasterMkLst>
          <pc:docMk/>
          <pc:sldMasterMk cId="186190295" sldId="2147483919"/>
        </pc:sldMasterMkLst>
      </pc:sldMasterChg>
    </pc:docChg>
  </pc:docChgLst>
  <pc:docChgLst>
    <pc:chgData name="Swenson, Jody" userId="f700768a-5749-4e0f-98d7-2b523cc7d418" providerId="ADAL" clId="{611101F1-C86F-44FB-8D93-87B78A2CD1EA}"/>
    <pc:docChg chg="undo custSel addSld delSld modSld">
      <pc:chgData name="Swenson, Jody" userId="f700768a-5749-4e0f-98d7-2b523cc7d418" providerId="ADAL" clId="{611101F1-C86F-44FB-8D93-87B78A2CD1EA}" dt="2024-09-19T20:21:44.689" v="27" actId="680"/>
      <pc:docMkLst>
        <pc:docMk/>
      </pc:docMkLst>
      <pc:sldChg chg="modSp">
        <pc:chgData name="Swenson, Jody" userId="f700768a-5749-4e0f-98d7-2b523cc7d418" providerId="ADAL" clId="{611101F1-C86F-44FB-8D93-87B78A2CD1EA}" dt="2024-09-19T19:46:14.906" v="3" actId="20577"/>
        <pc:sldMkLst>
          <pc:docMk/>
          <pc:sldMk cId="933017049" sldId="276"/>
        </pc:sldMkLst>
      </pc:sldChg>
      <pc:sldChg chg="new del">
        <pc:chgData name="Swenson, Jody" userId="f700768a-5749-4e0f-98d7-2b523cc7d418" providerId="ADAL" clId="{611101F1-C86F-44FB-8D93-87B78A2CD1EA}" dt="2024-09-19T20:21:44.689" v="27" actId="680"/>
        <pc:sldMkLst>
          <pc:docMk/>
          <pc:sldMk cId="989477902" sldId="940"/>
        </pc:sldMkLst>
      </pc:sldChg>
      <pc:sldChg chg="new del">
        <pc:chgData name="Swenson, Jody" userId="f700768a-5749-4e0f-98d7-2b523cc7d418" providerId="ADAL" clId="{611101F1-C86F-44FB-8D93-87B78A2CD1EA}" dt="2024-09-19T20:21:43.152" v="26" actId="680"/>
        <pc:sldMkLst>
          <pc:docMk/>
          <pc:sldMk cId="3311875376" sldId="941"/>
        </pc:sldMkLst>
      </pc:sldChg>
      <pc:sldChg chg="new del">
        <pc:chgData name="Swenson, Jody" userId="f700768a-5749-4e0f-98d7-2b523cc7d418" providerId="ADAL" clId="{611101F1-C86F-44FB-8D93-87B78A2CD1EA}" dt="2024-09-19T20:21:38.669" v="25" actId="680"/>
        <pc:sldMkLst>
          <pc:docMk/>
          <pc:sldMk cId="3677736527" sldId="942"/>
        </pc:sldMkLst>
      </pc:sldChg>
      <pc:sldChg chg="new del">
        <pc:chgData name="Swenson, Jody" userId="f700768a-5749-4e0f-98d7-2b523cc7d418" providerId="ADAL" clId="{611101F1-C86F-44FB-8D93-87B78A2CD1EA}" dt="2024-09-19T20:21:35.928" v="24" actId="680"/>
        <pc:sldMkLst>
          <pc:docMk/>
          <pc:sldMk cId="727147289" sldId="943"/>
        </pc:sldMkLst>
      </pc:sldChg>
      <pc:sldChg chg="new del">
        <pc:chgData name="Swenson, Jody" userId="f700768a-5749-4e0f-98d7-2b523cc7d418" providerId="ADAL" clId="{611101F1-C86F-44FB-8D93-87B78A2CD1EA}" dt="2024-09-19T20:21:35.102" v="23" actId="680"/>
        <pc:sldMkLst>
          <pc:docMk/>
          <pc:sldMk cId="1495839200" sldId="944"/>
        </pc:sldMkLst>
      </pc:sldChg>
      <pc:sldChg chg="new del">
        <pc:chgData name="Swenson, Jody" userId="f700768a-5749-4e0f-98d7-2b523cc7d418" providerId="ADAL" clId="{611101F1-C86F-44FB-8D93-87B78A2CD1EA}" dt="2024-09-19T20:21:34.469" v="22" actId="680"/>
        <pc:sldMkLst>
          <pc:docMk/>
          <pc:sldMk cId="2199972157" sldId="945"/>
        </pc:sldMkLst>
      </pc:sldChg>
      <pc:sldChg chg="new del">
        <pc:chgData name="Swenson, Jody" userId="f700768a-5749-4e0f-98d7-2b523cc7d418" providerId="ADAL" clId="{611101F1-C86F-44FB-8D93-87B78A2CD1EA}" dt="2024-09-19T20:21:33.922" v="21" actId="680"/>
        <pc:sldMkLst>
          <pc:docMk/>
          <pc:sldMk cId="2702534274" sldId="946"/>
        </pc:sldMkLst>
      </pc:sldChg>
      <pc:sldChg chg="new del">
        <pc:chgData name="Swenson, Jody" userId="f700768a-5749-4e0f-98d7-2b523cc7d418" providerId="ADAL" clId="{611101F1-C86F-44FB-8D93-87B78A2CD1EA}" dt="2024-09-19T20:21:30.427" v="20" actId="680"/>
        <pc:sldMkLst>
          <pc:docMk/>
          <pc:sldMk cId="3936724622" sldId="947"/>
        </pc:sldMkLst>
      </pc:sldChg>
      <pc:sldChg chg="new del">
        <pc:chgData name="Swenson, Jody" userId="f700768a-5749-4e0f-98d7-2b523cc7d418" providerId="ADAL" clId="{611101F1-C86F-44FB-8D93-87B78A2CD1EA}" dt="2024-09-19T20:21:29.769" v="19" actId="680"/>
        <pc:sldMkLst>
          <pc:docMk/>
          <pc:sldMk cId="652096475" sldId="948"/>
        </pc:sldMkLst>
      </pc:sldChg>
      <pc:sldChg chg="new del">
        <pc:chgData name="Swenson, Jody" userId="f700768a-5749-4e0f-98d7-2b523cc7d418" providerId="ADAL" clId="{611101F1-C86F-44FB-8D93-87B78A2CD1EA}" dt="2024-09-19T20:21:28.552" v="18" actId="680"/>
        <pc:sldMkLst>
          <pc:docMk/>
          <pc:sldMk cId="758882573" sldId="949"/>
        </pc:sldMkLst>
      </pc:sldChg>
      <pc:sldChg chg="new del">
        <pc:chgData name="Swenson, Jody" userId="f700768a-5749-4e0f-98d7-2b523cc7d418" providerId="ADAL" clId="{611101F1-C86F-44FB-8D93-87B78A2CD1EA}" dt="2024-09-19T20:21:27.885" v="17" actId="680"/>
        <pc:sldMkLst>
          <pc:docMk/>
          <pc:sldMk cId="1722491812" sldId="950"/>
        </pc:sldMkLst>
      </pc:sldChg>
      <pc:sldChg chg="new del">
        <pc:chgData name="Swenson, Jody" userId="f700768a-5749-4e0f-98d7-2b523cc7d418" providerId="ADAL" clId="{611101F1-C86F-44FB-8D93-87B78A2CD1EA}" dt="2024-09-19T20:21:26.870" v="16" actId="680"/>
        <pc:sldMkLst>
          <pc:docMk/>
          <pc:sldMk cId="1599690888" sldId="951"/>
        </pc:sldMkLst>
      </pc:sldChg>
    </pc:docChg>
  </pc:docChgLst>
  <pc:docChgLst>
    <pc:chgData name="Swenson, Jody" userId="f700768a-5749-4e0f-98d7-2b523cc7d418" providerId="ADAL" clId="{A46A8B54-DBF9-4D72-B8AA-C70A61EBBE62}"/>
    <pc:docChg chg="undo redo custSel addSld delSld modSld sldOrd">
      <pc:chgData name="Swenson, Jody" userId="f700768a-5749-4e0f-98d7-2b523cc7d418" providerId="ADAL" clId="{A46A8B54-DBF9-4D72-B8AA-C70A61EBBE62}" dt="2023-09-18T21:21:25.927" v="2592" actId="14100"/>
      <pc:docMkLst>
        <pc:docMk/>
      </pc:docMkLst>
      <pc:sldChg chg="delSp mod delAnim">
        <pc:chgData name="Swenson, Jody" userId="f700768a-5749-4e0f-98d7-2b523cc7d418" providerId="ADAL" clId="{A46A8B54-DBF9-4D72-B8AA-C70A61EBBE62}" dt="2023-09-12T02:44:17.865" v="2153" actId="21"/>
        <pc:sldMkLst>
          <pc:docMk/>
          <pc:sldMk cId="3979944832" sldId="272"/>
        </pc:sldMkLst>
      </pc:sldChg>
      <pc:sldChg chg="modSp del mod modAnim">
        <pc:chgData name="Swenson, Jody" userId="f700768a-5749-4e0f-98d7-2b523cc7d418" providerId="ADAL" clId="{A46A8B54-DBF9-4D72-B8AA-C70A61EBBE62}" dt="2023-09-18T20:47:01.900" v="2477" actId="47"/>
        <pc:sldMkLst>
          <pc:docMk/>
          <pc:sldMk cId="3801973461" sldId="281"/>
        </pc:sldMkLst>
      </pc:sldChg>
      <pc:sldChg chg="modSp">
        <pc:chgData name="Swenson, Jody" userId="f700768a-5749-4e0f-98d7-2b523cc7d418" providerId="ADAL" clId="{A46A8B54-DBF9-4D72-B8AA-C70A61EBBE62}" dt="2023-09-18T20:34:36.892" v="2475" actId="33524"/>
        <pc:sldMkLst>
          <pc:docMk/>
          <pc:sldMk cId="163344798" sldId="309"/>
        </pc:sldMkLst>
      </pc:sldChg>
      <pc:sldChg chg="del">
        <pc:chgData name="Swenson, Jody" userId="f700768a-5749-4e0f-98d7-2b523cc7d418" providerId="ADAL" clId="{A46A8B54-DBF9-4D72-B8AA-C70A61EBBE62}" dt="2023-09-09T20:25:26.337" v="1636" actId="47"/>
        <pc:sldMkLst>
          <pc:docMk/>
          <pc:sldMk cId="2808223536" sldId="324"/>
        </pc:sldMkLst>
      </pc:sldChg>
      <pc:sldChg chg="modSp">
        <pc:chgData name="Swenson, Jody" userId="f700768a-5749-4e0f-98d7-2b523cc7d418" providerId="ADAL" clId="{A46A8B54-DBF9-4D72-B8AA-C70A61EBBE62}" dt="2023-09-12T22:44:32.633" v="2447"/>
        <pc:sldMkLst>
          <pc:docMk/>
          <pc:sldMk cId="3737908738" sldId="434"/>
        </pc:sldMkLst>
      </pc:sldChg>
      <pc:sldChg chg="addSp delSp modSp mod delAnim modAnim">
        <pc:chgData name="Swenson, Jody" userId="f700768a-5749-4e0f-98d7-2b523cc7d418" providerId="ADAL" clId="{A46A8B54-DBF9-4D72-B8AA-C70A61EBBE62}" dt="2023-09-12T22:41:59.832" v="2431"/>
        <pc:sldMkLst>
          <pc:docMk/>
          <pc:sldMk cId="2779200237" sldId="435"/>
        </pc:sldMkLst>
      </pc:sldChg>
      <pc:sldChg chg="modSp modAnim">
        <pc:chgData name="Swenson, Jody" userId="f700768a-5749-4e0f-98d7-2b523cc7d418" providerId="ADAL" clId="{A46A8B54-DBF9-4D72-B8AA-C70A61EBBE62}" dt="2023-09-12T22:44:13.551" v="2445" actId="6549"/>
        <pc:sldMkLst>
          <pc:docMk/>
          <pc:sldMk cId="4145430680" sldId="457"/>
        </pc:sldMkLst>
      </pc:sldChg>
      <pc:sldChg chg="addSp delSp modSp mod delAnim modAnim">
        <pc:chgData name="Swenson, Jody" userId="f700768a-5749-4e0f-98d7-2b523cc7d418" providerId="ADAL" clId="{A46A8B54-DBF9-4D72-B8AA-C70A61EBBE62}" dt="2023-09-12T22:43:10.176" v="2438"/>
        <pc:sldMkLst>
          <pc:docMk/>
          <pc:sldMk cId="1272928431" sldId="458"/>
        </pc:sldMkLst>
      </pc:sldChg>
      <pc:sldChg chg="addSp delSp modSp mod delAnim modAnim">
        <pc:chgData name="Swenson, Jody" userId="f700768a-5749-4e0f-98d7-2b523cc7d418" providerId="ADAL" clId="{A46A8B54-DBF9-4D72-B8AA-C70A61EBBE62}" dt="2023-09-12T02:47:59.597" v="2176" actId="21"/>
        <pc:sldMkLst>
          <pc:docMk/>
          <pc:sldMk cId="403495124" sldId="482"/>
        </pc:sldMkLst>
      </pc:sldChg>
      <pc:sldChg chg="modSp ord">
        <pc:chgData name="Swenson, Jody" userId="f700768a-5749-4e0f-98d7-2b523cc7d418" providerId="ADAL" clId="{A46A8B54-DBF9-4D72-B8AA-C70A61EBBE62}" dt="2023-09-09T20:25:11.807" v="1635"/>
        <pc:sldMkLst>
          <pc:docMk/>
          <pc:sldMk cId="430276" sldId="509"/>
        </pc:sldMkLst>
      </pc:sldChg>
      <pc:sldChg chg="addSp delSp modSp mod delAnim modAnim">
        <pc:chgData name="Swenson, Jody" userId="f700768a-5749-4e0f-98d7-2b523cc7d418" providerId="ADAL" clId="{A46A8B54-DBF9-4D72-B8AA-C70A61EBBE62}" dt="2023-09-12T22:32:37.038" v="2388" actId="1076"/>
        <pc:sldMkLst>
          <pc:docMk/>
          <pc:sldMk cId="208784900" sldId="540"/>
        </pc:sldMkLst>
      </pc:sldChg>
      <pc:sldChg chg="modSp mod modAnim">
        <pc:chgData name="Swenson, Jody" userId="f700768a-5749-4e0f-98d7-2b523cc7d418" providerId="ADAL" clId="{A46A8B54-DBF9-4D72-B8AA-C70A61EBBE62}" dt="2023-09-18T21:09:35.406" v="2550" actId="1036"/>
        <pc:sldMkLst>
          <pc:docMk/>
          <pc:sldMk cId="3842384993" sldId="551"/>
        </pc:sldMkLst>
      </pc:sldChg>
      <pc:sldChg chg="del">
        <pc:chgData name="Swenson, Jody" userId="f700768a-5749-4e0f-98d7-2b523cc7d418" providerId="ADAL" clId="{A46A8B54-DBF9-4D72-B8AA-C70A61EBBE62}" dt="2023-09-18T20:49:27.492" v="2487" actId="47"/>
        <pc:sldMkLst>
          <pc:docMk/>
          <pc:sldMk cId="466786918" sldId="556"/>
        </pc:sldMkLst>
      </pc:sldChg>
      <pc:sldChg chg="ord">
        <pc:chgData name="Swenson, Jody" userId="f700768a-5749-4e0f-98d7-2b523cc7d418" providerId="ADAL" clId="{A46A8B54-DBF9-4D72-B8AA-C70A61EBBE62}" dt="2023-09-18T20:48:51.092" v="2482"/>
        <pc:sldMkLst>
          <pc:docMk/>
          <pc:sldMk cId="3534964001" sldId="607"/>
        </pc:sldMkLst>
      </pc:sldChg>
      <pc:sldChg chg="modSp">
        <pc:chgData name="Swenson, Jody" userId="f700768a-5749-4e0f-98d7-2b523cc7d418" providerId="ADAL" clId="{A46A8B54-DBF9-4D72-B8AA-C70A61EBBE62}" dt="2023-09-12T22:36:50.866" v="2410" actId="20577"/>
        <pc:sldMkLst>
          <pc:docMk/>
          <pc:sldMk cId="2430290514" sldId="611"/>
        </pc:sldMkLst>
      </pc:sldChg>
      <pc:sldChg chg="modSp">
        <pc:chgData name="Swenson, Jody" userId="f700768a-5749-4e0f-98d7-2b523cc7d418" providerId="ADAL" clId="{A46A8B54-DBF9-4D72-B8AA-C70A61EBBE62}" dt="2023-09-12T22:35:26.893" v="2400" actId="20577"/>
        <pc:sldMkLst>
          <pc:docMk/>
          <pc:sldMk cId="1193190631" sldId="689"/>
        </pc:sldMkLst>
      </pc:sldChg>
      <pc:sldChg chg="modSp">
        <pc:chgData name="Swenson, Jody" userId="f700768a-5749-4e0f-98d7-2b523cc7d418" providerId="ADAL" clId="{A46A8B54-DBF9-4D72-B8AA-C70A61EBBE62}" dt="2023-09-12T02:36:26.360" v="2152" actId="20577"/>
        <pc:sldMkLst>
          <pc:docMk/>
          <pc:sldMk cId="1502611407" sldId="690"/>
        </pc:sldMkLst>
      </pc:sldChg>
      <pc:sldChg chg="addSp delSp modSp mod modAnim">
        <pc:chgData name="Swenson, Jody" userId="f700768a-5749-4e0f-98d7-2b523cc7d418" providerId="ADAL" clId="{A46A8B54-DBF9-4D72-B8AA-C70A61EBBE62}" dt="2023-09-12T02:48:49.103" v="2180" actId="1076"/>
        <pc:sldMkLst>
          <pc:docMk/>
          <pc:sldMk cId="1531105995" sldId="691"/>
        </pc:sldMkLst>
      </pc:sldChg>
      <pc:sldChg chg="modSp">
        <pc:chgData name="Swenson, Jody" userId="f700768a-5749-4e0f-98d7-2b523cc7d418" providerId="ADAL" clId="{A46A8B54-DBF9-4D72-B8AA-C70A61EBBE62}" dt="2023-09-18T20:33:01.211" v="2474" actId="6549"/>
        <pc:sldMkLst>
          <pc:docMk/>
          <pc:sldMk cId="1504892176" sldId="692"/>
        </pc:sldMkLst>
      </pc:sldChg>
      <pc:sldChg chg="modSp add mod ord modAnim">
        <pc:chgData name="Swenson, Jody" userId="f700768a-5749-4e0f-98d7-2b523cc7d418" providerId="ADAL" clId="{A46A8B54-DBF9-4D72-B8AA-C70A61EBBE62}" dt="2023-09-18T20:47:56.950" v="2480"/>
        <pc:sldMkLst>
          <pc:docMk/>
          <pc:sldMk cId="562510722" sldId="697"/>
        </pc:sldMkLst>
      </pc:sldChg>
      <pc:sldChg chg="modSp add mod">
        <pc:chgData name="Swenson, Jody" userId="f700768a-5749-4e0f-98d7-2b523cc7d418" providerId="ADAL" clId="{A46A8B54-DBF9-4D72-B8AA-C70A61EBBE62}" dt="2023-09-18T21:21:25.927" v="2592" actId="14100"/>
        <pc:sldMkLst>
          <pc:docMk/>
          <pc:sldMk cId="2227796374" sldId="698"/>
        </pc:sldMkLst>
      </pc:sldChg>
    </pc:docChg>
  </pc:docChgLst>
  <pc:docChgLst>
    <pc:chgData name="Swenson, Jody" userId="f700768a-5749-4e0f-98d7-2b523cc7d418" providerId="ADAL" clId="{8E3CF8F6-D72B-41B5-BAB7-5B246FDC88AD}"/>
    <pc:docChg chg="addSld delSld modSld sldOrd">
      <pc:chgData name="Swenson, Jody" userId="f700768a-5749-4e0f-98d7-2b523cc7d418" providerId="ADAL" clId="{8E3CF8F6-D72B-41B5-BAB7-5B246FDC88AD}" dt="2020-09-17T19:50:03.070" v="494" actId="47"/>
      <pc:docMkLst>
        <pc:docMk/>
      </pc:docMkLst>
      <pc:sldChg chg="modSp">
        <pc:chgData name="Swenson, Jody" userId="f700768a-5749-4e0f-98d7-2b523cc7d418" providerId="ADAL" clId="{8E3CF8F6-D72B-41B5-BAB7-5B246FDC88AD}" dt="2020-09-10T21:58:09.777" v="478" actId="948"/>
        <pc:sldMkLst>
          <pc:docMk/>
          <pc:sldMk cId="4271671880" sldId="260"/>
        </pc:sldMkLst>
      </pc:sldChg>
      <pc:sldChg chg="modSp">
        <pc:chgData name="Swenson, Jody" userId="f700768a-5749-4e0f-98d7-2b523cc7d418" providerId="ADAL" clId="{8E3CF8F6-D72B-41B5-BAB7-5B246FDC88AD}" dt="2020-09-15T21:38:30.210" v="493" actId="1076"/>
        <pc:sldMkLst>
          <pc:docMk/>
          <pc:sldMk cId="3992391188" sldId="264"/>
        </pc:sldMkLst>
      </pc:sldChg>
      <pc:sldChg chg="modSp">
        <pc:chgData name="Swenson, Jody" userId="f700768a-5749-4e0f-98d7-2b523cc7d418" providerId="ADAL" clId="{8E3CF8F6-D72B-41B5-BAB7-5B246FDC88AD}" dt="2020-09-15T21:35:41.950" v="490" actId="20577"/>
        <pc:sldMkLst>
          <pc:docMk/>
          <pc:sldMk cId="4269707401" sldId="271"/>
        </pc:sldMkLst>
      </pc:sldChg>
      <pc:sldChg chg="modSp">
        <pc:chgData name="Swenson, Jody" userId="f700768a-5749-4e0f-98d7-2b523cc7d418" providerId="ADAL" clId="{8E3CF8F6-D72B-41B5-BAB7-5B246FDC88AD}" dt="2020-09-15T21:05:42.439" v="484" actId="20577"/>
        <pc:sldMkLst>
          <pc:docMk/>
          <pc:sldMk cId="4146311102" sldId="298"/>
        </pc:sldMkLst>
      </pc:sldChg>
      <pc:sldChg chg="modSp">
        <pc:chgData name="Swenson, Jody" userId="f700768a-5749-4e0f-98d7-2b523cc7d418" providerId="ADAL" clId="{8E3CF8F6-D72B-41B5-BAB7-5B246FDC88AD}" dt="2020-09-10T16:51:37.098" v="23" actId="20577"/>
        <pc:sldMkLst>
          <pc:docMk/>
          <pc:sldMk cId="163344798" sldId="309"/>
        </pc:sldMkLst>
      </pc:sldChg>
      <pc:sldChg chg="ord">
        <pc:chgData name="Swenson, Jody" userId="f700768a-5749-4e0f-98d7-2b523cc7d418" providerId="ADAL" clId="{8E3CF8F6-D72B-41B5-BAB7-5B246FDC88AD}" dt="2020-09-15T21:32:31.358" v="485"/>
        <pc:sldMkLst>
          <pc:docMk/>
          <pc:sldMk cId="2621366359" sldId="322"/>
        </pc:sldMkLst>
      </pc:sldChg>
      <pc:sldChg chg="del">
        <pc:chgData name="Swenson, Jody" userId="f700768a-5749-4e0f-98d7-2b523cc7d418" providerId="ADAL" clId="{8E3CF8F6-D72B-41B5-BAB7-5B246FDC88AD}" dt="2020-09-17T19:50:03.070" v="494" actId="47"/>
        <pc:sldMkLst>
          <pc:docMk/>
          <pc:sldMk cId="2255633483" sldId="339"/>
        </pc:sldMkLst>
      </pc:sldChg>
      <pc:sldChg chg="add">
        <pc:chgData name="Swenson, Jody" userId="f700768a-5749-4e0f-98d7-2b523cc7d418" providerId="ADAL" clId="{8E3CF8F6-D72B-41B5-BAB7-5B246FDC88AD}" dt="2020-09-15T21:37:55.265" v="491"/>
        <pc:sldMkLst>
          <pc:docMk/>
          <pc:sldMk cId="231227714" sldId="541"/>
        </pc:sldMkLst>
      </pc:sldChg>
    </pc:docChg>
  </pc:docChgLst>
  <pc:docChgLst>
    <pc:chgData name="Swenson, Jody" userId="f700768a-5749-4e0f-98d7-2b523cc7d418" providerId="ADAL" clId="{E0B00D9D-236E-4D05-81DD-9211C1FCD375}"/>
    <pc:docChg chg="undo custSel addSld delSld modSld">
      <pc:chgData name="Swenson, Jody" userId="f700768a-5749-4e0f-98d7-2b523cc7d418" providerId="ADAL" clId="{E0B00D9D-236E-4D05-81DD-9211C1FCD375}" dt="2021-09-21T01:58:15.500" v="658" actId="1036"/>
      <pc:docMkLst>
        <pc:docMk/>
      </pc:docMkLst>
      <pc:sldChg chg="modSp mod modAnim">
        <pc:chgData name="Swenson, Jody" userId="f700768a-5749-4e0f-98d7-2b523cc7d418" providerId="ADAL" clId="{E0B00D9D-236E-4D05-81DD-9211C1FCD375}" dt="2021-09-06T17:55:09.033" v="92"/>
        <pc:sldMkLst>
          <pc:docMk/>
          <pc:sldMk cId="4271671880" sldId="260"/>
        </pc:sldMkLst>
      </pc:sldChg>
      <pc:sldChg chg="modSp mod modAnim">
        <pc:chgData name="Swenson, Jody" userId="f700768a-5749-4e0f-98d7-2b523cc7d418" providerId="ADAL" clId="{E0B00D9D-236E-4D05-81DD-9211C1FCD375}" dt="2021-08-07T22:32:57.785" v="39"/>
        <pc:sldMkLst>
          <pc:docMk/>
          <pc:sldMk cId="3979944832" sldId="272"/>
        </pc:sldMkLst>
      </pc:sldChg>
      <pc:sldChg chg="modSp modAnim">
        <pc:chgData name="Swenson, Jody" userId="f700768a-5749-4e0f-98d7-2b523cc7d418" providerId="ADAL" clId="{E0B00D9D-236E-4D05-81DD-9211C1FCD375}" dt="2021-08-07T22:32:35.697" v="32"/>
        <pc:sldMkLst>
          <pc:docMk/>
          <pc:sldMk cId="1367762608" sldId="273"/>
        </pc:sldMkLst>
      </pc:sldChg>
      <pc:sldChg chg="modSp mod">
        <pc:chgData name="Swenson, Jody" userId="f700768a-5749-4e0f-98d7-2b523cc7d418" providerId="ADAL" clId="{E0B00D9D-236E-4D05-81DD-9211C1FCD375}" dt="2021-09-16T21:29:34.188" v="199" actId="1076"/>
        <pc:sldMkLst>
          <pc:docMk/>
          <pc:sldMk cId="933017049" sldId="276"/>
        </pc:sldMkLst>
      </pc:sldChg>
      <pc:sldChg chg="modSp mod">
        <pc:chgData name="Swenson, Jody" userId="f700768a-5749-4e0f-98d7-2b523cc7d418" providerId="ADAL" clId="{E0B00D9D-236E-4D05-81DD-9211C1FCD375}" dt="2021-09-09T20:04:01.157" v="112" actId="1036"/>
        <pc:sldMkLst>
          <pc:docMk/>
          <pc:sldMk cId="3801973461" sldId="281"/>
        </pc:sldMkLst>
      </pc:sldChg>
      <pc:sldChg chg="addSp delSp mod modAnim">
        <pc:chgData name="Swenson, Jody" userId="f700768a-5749-4e0f-98d7-2b523cc7d418" providerId="ADAL" clId="{E0B00D9D-236E-4D05-81DD-9211C1FCD375}" dt="2021-09-21T01:45:02.991" v="542"/>
        <pc:sldMkLst>
          <pc:docMk/>
          <pc:sldMk cId="4146311102" sldId="298"/>
        </pc:sldMkLst>
      </pc:sldChg>
      <pc:sldChg chg="modSp del modAnim">
        <pc:chgData name="Swenson, Jody" userId="f700768a-5749-4e0f-98d7-2b523cc7d418" providerId="ADAL" clId="{E0B00D9D-236E-4D05-81DD-9211C1FCD375}" dt="2021-09-09T23:54:18.963" v="146" actId="47"/>
        <pc:sldMkLst>
          <pc:docMk/>
          <pc:sldMk cId="1891225031" sldId="314"/>
        </pc:sldMkLst>
      </pc:sldChg>
      <pc:sldChg chg="modSp mod">
        <pc:chgData name="Swenson, Jody" userId="f700768a-5749-4e0f-98d7-2b523cc7d418" providerId="ADAL" clId="{E0B00D9D-236E-4D05-81DD-9211C1FCD375}" dt="2021-09-21T01:53:19.416" v="617" actId="1035"/>
        <pc:sldMkLst>
          <pc:docMk/>
          <pc:sldMk cId="1561613026" sldId="328"/>
        </pc:sldMkLst>
      </pc:sldChg>
      <pc:sldChg chg="addSp delSp modSp add mod">
        <pc:chgData name="Swenson, Jody" userId="f700768a-5749-4e0f-98d7-2b523cc7d418" providerId="ADAL" clId="{E0B00D9D-236E-4D05-81DD-9211C1FCD375}" dt="2021-09-21T01:55:21.637" v="624" actId="1038"/>
        <pc:sldMkLst>
          <pc:docMk/>
          <pc:sldMk cId="1505765113" sldId="434"/>
        </pc:sldMkLst>
      </pc:sldChg>
      <pc:sldChg chg="addSp delSp modSp add del mod modAnim">
        <pc:chgData name="Swenson, Jody" userId="f700768a-5749-4e0f-98d7-2b523cc7d418" providerId="ADAL" clId="{E0B00D9D-236E-4D05-81DD-9211C1FCD375}" dt="2021-09-21T01:42:05.599" v="537" actId="2696"/>
        <pc:sldMkLst>
          <pc:docMk/>
          <pc:sldMk cId="2218366569" sldId="434"/>
        </pc:sldMkLst>
      </pc:sldChg>
      <pc:sldChg chg="del">
        <pc:chgData name="Swenson, Jody" userId="f700768a-5749-4e0f-98d7-2b523cc7d418" providerId="ADAL" clId="{E0B00D9D-236E-4D05-81DD-9211C1FCD375}" dt="2021-09-21T00:39:59.533" v="270" actId="2696"/>
        <pc:sldMkLst>
          <pc:docMk/>
          <pc:sldMk cId="3737908738" sldId="434"/>
        </pc:sldMkLst>
      </pc:sldChg>
      <pc:sldChg chg="addSp delSp modSp add mod">
        <pc:chgData name="Swenson, Jody" userId="f700768a-5749-4e0f-98d7-2b523cc7d418" providerId="ADAL" clId="{E0B00D9D-236E-4D05-81DD-9211C1FCD375}" dt="2021-09-21T01:55:38.733" v="629" actId="14100"/>
        <pc:sldMkLst>
          <pc:docMk/>
          <pc:sldMk cId="1836899250" sldId="435"/>
        </pc:sldMkLst>
      </pc:sldChg>
      <pc:sldChg chg="del">
        <pc:chgData name="Swenson, Jody" userId="f700768a-5749-4e0f-98d7-2b523cc7d418" providerId="ADAL" clId="{E0B00D9D-236E-4D05-81DD-9211C1FCD375}" dt="2021-09-21T00:39:59.533" v="270" actId="2696"/>
        <pc:sldMkLst>
          <pc:docMk/>
          <pc:sldMk cId="2779200237" sldId="435"/>
        </pc:sldMkLst>
      </pc:sldChg>
      <pc:sldChg chg="addSp delSp modSp add del mod modAnim">
        <pc:chgData name="Swenson, Jody" userId="f700768a-5749-4e0f-98d7-2b523cc7d418" providerId="ADAL" clId="{E0B00D9D-236E-4D05-81DD-9211C1FCD375}" dt="2021-09-21T01:42:05.599" v="537" actId="2696"/>
        <pc:sldMkLst>
          <pc:docMk/>
          <pc:sldMk cId="3164144304" sldId="435"/>
        </pc:sldMkLst>
      </pc:sldChg>
      <pc:sldChg chg="addSp delSp modSp add del mod modAnim">
        <pc:chgData name="Swenson, Jody" userId="f700768a-5749-4e0f-98d7-2b523cc7d418" providerId="ADAL" clId="{E0B00D9D-236E-4D05-81DD-9211C1FCD375}" dt="2021-09-21T01:42:05.599" v="537" actId="2696"/>
        <pc:sldMkLst>
          <pc:docMk/>
          <pc:sldMk cId="1684669660" sldId="457"/>
        </pc:sldMkLst>
      </pc:sldChg>
      <pc:sldChg chg="addSp delSp modSp add mod">
        <pc:chgData name="Swenson, Jody" userId="f700768a-5749-4e0f-98d7-2b523cc7d418" providerId="ADAL" clId="{E0B00D9D-236E-4D05-81DD-9211C1FCD375}" dt="2021-09-21T01:57:53.740" v="648" actId="14100"/>
        <pc:sldMkLst>
          <pc:docMk/>
          <pc:sldMk cId="3790887021" sldId="457"/>
        </pc:sldMkLst>
      </pc:sldChg>
      <pc:sldChg chg="del">
        <pc:chgData name="Swenson, Jody" userId="f700768a-5749-4e0f-98d7-2b523cc7d418" providerId="ADAL" clId="{E0B00D9D-236E-4D05-81DD-9211C1FCD375}" dt="2021-09-21T00:39:59.533" v="270" actId="2696"/>
        <pc:sldMkLst>
          <pc:docMk/>
          <pc:sldMk cId="4145430680" sldId="457"/>
        </pc:sldMkLst>
      </pc:sldChg>
      <pc:sldChg chg="addSp delSp modSp add mod">
        <pc:chgData name="Swenson, Jody" userId="f700768a-5749-4e0f-98d7-2b523cc7d418" providerId="ADAL" clId="{E0B00D9D-236E-4D05-81DD-9211C1FCD375}" dt="2021-09-21T01:58:15.500" v="658" actId="1036"/>
        <pc:sldMkLst>
          <pc:docMk/>
          <pc:sldMk cId="1020085662" sldId="458"/>
        </pc:sldMkLst>
      </pc:sldChg>
      <pc:sldChg chg="del">
        <pc:chgData name="Swenson, Jody" userId="f700768a-5749-4e0f-98d7-2b523cc7d418" providerId="ADAL" clId="{E0B00D9D-236E-4D05-81DD-9211C1FCD375}" dt="2021-09-21T00:39:59.533" v="270" actId="2696"/>
        <pc:sldMkLst>
          <pc:docMk/>
          <pc:sldMk cId="1272928431" sldId="458"/>
        </pc:sldMkLst>
      </pc:sldChg>
      <pc:sldChg chg="addSp delSp modSp add del mod modAnim">
        <pc:chgData name="Swenson, Jody" userId="f700768a-5749-4e0f-98d7-2b523cc7d418" providerId="ADAL" clId="{E0B00D9D-236E-4D05-81DD-9211C1FCD375}" dt="2021-09-21T01:42:05.599" v="537" actId="2696"/>
        <pc:sldMkLst>
          <pc:docMk/>
          <pc:sldMk cId="4219440217" sldId="458"/>
        </pc:sldMkLst>
      </pc:sldChg>
      <pc:sldChg chg="modSp modAnim">
        <pc:chgData name="Swenson, Jody" userId="f700768a-5749-4e0f-98d7-2b523cc7d418" providerId="ADAL" clId="{E0B00D9D-236E-4D05-81DD-9211C1FCD375}" dt="2021-09-16T21:24:50.340" v="198"/>
        <pc:sldMkLst>
          <pc:docMk/>
          <pc:sldMk cId="564069817" sldId="462"/>
        </pc:sldMkLst>
      </pc:sldChg>
      <pc:sldChg chg="modSp add del mod modAnim">
        <pc:chgData name="Swenson, Jody" userId="f700768a-5749-4e0f-98d7-2b523cc7d418" providerId="ADAL" clId="{E0B00D9D-236E-4D05-81DD-9211C1FCD375}" dt="2021-09-21T01:52:52.332" v="614" actId="1035"/>
        <pc:sldMkLst>
          <pc:docMk/>
          <pc:sldMk cId="3981189037" sldId="465"/>
        </pc:sldMkLst>
      </pc:sldChg>
      <pc:sldChg chg="addSp modSp mod modAnim">
        <pc:chgData name="Swenson, Jody" userId="f700768a-5749-4e0f-98d7-2b523cc7d418" providerId="ADAL" clId="{E0B00D9D-236E-4D05-81DD-9211C1FCD375}" dt="2021-09-21T01:53:09.546" v="616" actId="14100"/>
        <pc:sldMkLst>
          <pc:docMk/>
          <pc:sldMk cId="1664408019" sldId="466"/>
        </pc:sldMkLst>
      </pc:sldChg>
      <pc:sldChg chg="modSp">
        <pc:chgData name="Swenson, Jody" userId="f700768a-5749-4e0f-98d7-2b523cc7d418" providerId="ADAL" clId="{E0B00D9D-236E-4D05-81DD-9211C1FCD375}" dt="2021-09-13T17:03:28.048" v="184" actId="20577"/>
        <pc:sldMkLst>
          <pc:docMk/>
          <pc:sldMk cId="3471834386" sldId="549"/>
        </pc:sldMkLst>
      </pc:sldChg>
      <pc:sldChg chg="modSp modAnim">
        <pc:chgData name="Swenson, Jody" userId="f700768a-5749-4e0f-98d7-2b523cc7d418" providerId="ADAL" clId="{E0B00D9D-236E-4D05-81DD-9211C1FCD375}" dt="2021-09-09T23:57:01.936" v="159"/>
        <pc:sldMkLst>
          <pc:docMk/>
          <pc:sldMk cId="3842384993" sldId="551"/>
        </pc:sldMkLst>
      </pc:sldChg>
      <pc:sldChg chg="modSp mod modAnim">
        <pc:chgData name="Swenson, Jody" userId="f700768a-5749-4e0f-98d7-2b523cc7d418" providerId="ADAL" clId="{E0B00D9D-236E-4D05-81DD-9211C1FCD375}" dt="2021-09-10T00:02:27.026" v="168"/>
        <pc:sldMkLst>
          <pc:docMk/>
          <pc:sldMk cId="3534964001" sldId="607"/>
        </pc:sldMkLst>
      </pc:sldChg>
      <pc:sldChg chg="del">
        <pc:chgData name="Swenson, Jody" userId="f700768a-5749-4e0f-98d7-2b523cc7d418" providerId="ADAL" clId="{E0B00D9D-236E-4D05-81DD-9211C1FCD375}" dt="2021-09-09T19:51:47.806" v="93" actId="47"/>
        <pc:sldMkLst>
          <pc:docMk/>
          <pc:sldMk cId="1842470664" sldId="608"/>
        </pc:sldMkLst>
      </pc:sldChg>
      <pc:sldChg chg="modSp">
        <pc:chgData name="Swenson, Jody" userId="f700768a-5749-4e0f-98d7-2b523cc7d418" providerId="ADAL" clId="{E0B00D9D-236E-4D05-81DD-9211C1FCD375}" dt="2021-09-09T22:47:29.516" v="133"/>
        <pc:sldMkLst>
          <pc:docMk/>
          <pc:sldMk cId="2905076712" sldId="609"/>
        </pc:sldMkLst>
      </pc:sldChg>
      <pc:sldChg chg="add del">
        <pc:chgData name="Swenson, Jody" userId="f700768a-5749-4e0f-98d7-2b523cc7d418" providerId="ADAL" clId="{E0B00D9D-236E-4D05-81DD-9211C1FCD375}" dt="2021-09-09T23:52:04.936" v="144" actId="47"/>
        <pc:sldMkLst>
          <pc:docMk/>
          <pc:sldMk cId="2704114789" sldId="610"/>
        </pc:sldMkLst>
      </pc:sldChg>
      <pc:sldMasterChg chg="delSldLayout">
        <pc:chgData name="Swenson, Jody" userId="f700768a-5749-4e0f-98d7-2b523cc7d418" providerId="ADAL" clId="{E0B00D9D-236E-4D05-81DD-9211C1FCD375}" dt="2021-09-21T00:39:59.533" v="270" actId="2696"/>
        <pc:sldMasterMkLst>
          <pc:docMk/>
          <pc:sldMasterMk cId="1793533790" sldId="2147483669"/>
        </pc:sldMasterMkLst>
        <pc:sldLayoutChg chg="del">
          <pc:chgData name="Swenson, Jody" userId="f700768a-5749-4e0f-98d7-2b523cc7d418" providerId="ADAL" clId="{E0B00D9D-236E-4D05-81DD-9211C1FCD375}" dt="2021-09-21T00:39:59.533" v="270" actId="2696"/>
          <pc:sldLayoutMkLst>
            <pc:docMk/>
            <pc:sldMasterMk cId="1793533790" sldId="2147483669"/>
            <pc:sldLayoutMk cId="4203198022" sldId="2147483691"/>
          </pc:sldLayoutMkLst>
        </pc:sldLayoutChg>
      </pc:sldMasterChg>
    </pc:docChg>
  </pc:docChgLst>
  <pc:docChgLst>
    <pc:chgData name="Swenson, Jody" userId="f700768a-5749-4e0f-98d7-2b523cc7d418" providerId="ADAL" clId="{F52CD016-259F-4E26-85A8-12014A63F049}"/>
    <pc:docChg chg="undo custSel addSld delSld modSld sldOrd">
      <pc:chgData name="Swenson, Jody" userId="f700768a-5749-4e0f-98d7-2b523cc7d418" providerId="ADAL" clId="{F52CD016-259F-4E26-85A8-12014A63F049}" dt="2024-09-18T01:34:20.930" v="612" actId="1036"/>
      <pc:docMkLst>
        <pc:docMk/>
      </pc:docMkLst>
      <pc:sldChg chg="modSp mod">
        <pc:chgData name="Swenson, Jody" userId="f700768a-5749-4e0f-98d7-2b523cc7d418" providerId="ADAL" clId="{F52CD016-259F-4E26-85A8-12014A63F049}" dt="2024-09-07T17:29:40.777" v="500" actId="1035"/>
        <pc:sldMkLst>
          <pc:docMk/>
          <pc:sldMk cId="4271671880" sldId="260"/>
        </pc:sldMkLst>
      </pc:sldChg>
      <pc:sldChg chg="modSp add mod ord modAnim">
        <pc:chgData name="Swenson, Jody" userId="f700768a-5749-4e0f-98d7-2b523cc7d418" providerId="ADAL" clId="{F52CD016-259F-4E26-85A8-12014A63F049}" dt="2024-09-18T01:34:20.930" v="612" actId="1036"/>
        <pc:sldMkLst>
          <pc:docMk/>
          <pc:sldMk cId="2587313177" sldId="274"/>
        </pc:sldMkLst>
      </pc:sldChg>
      <pc:sldChg chg="add del">
        <pc:chgData name="Swenson, Jody" userId="f700768a-5749-4e0f-98d7-2b523cc7d418" providerId="ADAL" clId="{F52CD016-259F-4E26-85A8-12014A63F049}" dt="2024-08-17T17:46:09.548" v="5" actId="47"/>
        <pc:sldMkLst>
          <pc:docMk/>
          <pc:sldMk cId="3338525943" sldId="285"/>
        </pc:sldMkLst>
      </pc:sldChg>
      <pc:sldChg chg="add del">
        <pc:chgData name="Swenson, Jody" userId="f700768a-5749-4e0f-98d7-2b523cc7d418" providerId="ADAL" clId="{F52CD016-259F-4E26-85A8-12014A63F049}" dt="2024-08-17T17:46:09.548" v="5" actId="47"/>
        <pc:sldMkLst>
          <pc:docMk/>
          <pc:sldMk cId="1830838514" sldId="287"/>
        </pc:sldMkLst>
      </pc:sldChg>
      <pc:sldChg chg="add del">
        <pc:chgData name="Swenson, Jody" userId="f700768a-5749-4e0f-98d7-2b523cc7d418" providerId="ADAL" clId="{F52CD016-259F-4E26-85A8-12014A63F049}" dt="2024-08-17T17:46:16.864" v="6" actId="47"/>
        <pc:sldMkLst>
          <pc:docMk/>
          <pc:sldMk cId="3396404251" sldId="289"/>
        </pc:sldMkLst>
      </pc:sldChg>
      <pc:sldChg chg="add del">
        <pc:chgData name="Swenson, Jody" userId="f700768a-5749-4e0f-98d7-2b523cc7d418" providerId="ADAL" clId="{F52CD016-259F-4E26-85A8-12014A63F049}" dt="2024-08-17T17:46:16.864" v="6" actId="47"/>
        <pc:sldMkLst>
          <pc:docMk/>
          <pc:sldMk cId="4132390767" sldId="290"/>
        </pc:sldMkLst>
      </pc:sldChg>
      <pc:sldChg chg="add del">
        <pc:chgData name="Swenson, Jody" userId="f700768a-5749-4e0f-98d7-2b523cc7d418" providerId="ADAL" clId="{F52CD016-259F-4E26-85A8-12014A63F049}" dt="2024-08-17T17:46:09.548" v="5" actId="47"/>
        <pc:sldMkLst>
          <pc:docMk/>
          <pc:sldMk cId="3302087251" sldId="291"/>
        </pc:sldMkLst>
      </pc:sldChg>
      <pc:sldChg chg="modSp mod">
        <pc:chgData name="Swenson, Jody" userId="f700768a-5749-4e0f-98d7-2b523cc7d418" providerId="ADAL" clId="{F52CD016-259F-4E26-85A8-12014A63F049}" dt="2024-09-17T21:23:50.521" v="590" actId="20577"/>
        <pc:sldMkLst>
          <pc:docMk/>
          <pc:sldMk cId="2417444312" sldId="304"/>
        </pc:sldMkLst>
      </pc:sldChg>
      <pc:sldChg chg="modSp">
        <pc:chgData name="Swenson, Jody" userId="f700768a-5749-4e0f-98d7-2b523cc7d418" providerId="ADAL" clId="{F52CD016-259F-4E26-85A8-12014A63F049}" dt="2024-09-07T19:55:16.971" v="548" actId="20577"/>
        <pc:sldMkLst>
          <pc:docMk/>
          <pc:sldMk cId="163344798" sldId="309"/>
        </pc:sldMkLst>
      </pc:sldChg>
      <pc:sldChg chg="add del">
        <pc:chgData name="Swenson, Jody" userId="f700768a-5749-4e0f-98d7-2b523cc7d418" providerId="ADAL" clId="{F52CD016-259F-4E26-85A8-12014A63F049}" dt="2024-08-17T17:46:23.083" v="7" actId="47"/>
        <pc:sldMkLst>
          <pc:docMk/>
          <pc:sldMk cId="3802177057" sldId="317"/>
        </pc:sldMkLst>
      </pc:sldChg>
      <pc:sldChg chg="addSp delSp modSp mod modNotesTx">
        <pc:chgData name="Swenson, Jody" userId="f700768a-5749-4e0f-98d7-2b523cc7d418" providerId="ADAL" clId="{F52CD016-259F-4E26-85A8-12014A63F049}" dt="2024-08-17T18:24:10.165" v="461" actId="6549"/>
        <pc:sldMkLst>
          <pc:docMk/>
          <pc:sldMk cId="1394374719" sldId="438"/>
        </pc:sldMkLst>
      </pc:sldChg>
      <pc:sldChg chg="addSp delSp modSp mod modNotesTx">
        <pc:chgData name="Swenson, Jody" userId="f700768a-5749-4e0f-98d7-2b523cc7d418" providerId="ADAL" clId="{F52CD016-259F-4E26-85A8-12014A63F049}" dt="2024-08-17T18:24:39.506" v="464" actId="1076"/>
        <pc:sldMkLst>
          <pc:docMk/>
          <pc:sldMk cId="4011579590" sldId="439"/>
        </pc:sldMkLst>
      </pc:sldChg>
      <pc:sldChg chg="modSp mod modAnim">
        <pc:chgData name="Swenson, Jody" userId="f700768a-5749-4e0f-98d7-2b523cc7d418" providerId="ADAL" clId="{F52CD016-259F-4E26-85A8-12014A63F049}" dt="2024-08-17T19:42:52.466" v="481" actId="6549"/>
        <pc:sldMkLst>
          <pc:docMk/>
          <pc:sldMk cId="403495124" sldId="482"/>
        </pc:sldMkLst>
      </pc:sldChg>
      <pc:sldChg chg="add del ord">
        <pc:chgData name="Swenson, Jody" userId="f700768a-5749-4e0f-98d7-2b523cc7d418" providerId="ADAL" clId="{F52CD016-259F-4E26-85A8-12014A63F049}" dt="2024-08-17T17:46:09.548" v="5" actId="47"/>
        <pc:sldMkLst>
          <pc:docMk/>
          <pc:sldMk cId="2038257118" sldId="558"/>
        </pc:sldMkLst>
      </pc:sldChg>
      <pc:sldChg chg="add del">
        <pc:chgData name="Swenson, Jody" userId="f700768a-5749-4e0f-98d7-2b523cc7d418" providerId="ADAL" clId="{F52CD016-259F-4E26-85A8-12014A63F049}" dt="2024-08-17T17:46:09.548" v="5" actId="47"/>
        <pc:sldMkLst>
          <pc:docMk/>
          <pc:sldMk cId="2905076712" sldId="609"/>
        </pc:sldMkLst>
      </pc:sldChg>
      <pc:sldChg chg="modSp modAnim">
        <pc:chgData name="Swenson, Jody" userId="f700768a-5749-4e0f-98d7-2b523cc7d418" providerId="ADAL" clId="{F52CD016-259F-4E26-85A8-12014A63F049}" dt="2024-08-17T19:41:21.415" v="468" actId="20577"/>
        <pc:sldMkLst>
          <pc:docMk/>
          <pc:sldMk cId="1193190631" sldId="689"/>
        </pc:sldMkLst>
      </pc:sldChg>
      <pc:sldChg chg="addSp delSp modSp mod">
        <pc:chgData name="Swenson, Jody" userId="f700768a-5749-4e0f-98d7-2b523cc7d418" providerId="ADAL" clId="{F52CD016-259F-4E26-85A8-12014A63F049}" dt="2024-09-17T21:36:32.121" v="594" actId="1076"/>
        <pc:sldMkLst>
          <pc:docMk/>
          <pc:sldMk cId="1531105995" sldId="691"/>
        </pc:sldMkLst>
      </pc:sldChg>
      <pc:sldChg chg="modSp">
        <pc:chgData name="Swenson, Jody" userId="f700768a-5749-4e0f-98d7-2b523cc7d418" providerId="ADAL" clId="{F52CD016-259F-4E26-85A8-12014A63F049}" dt="2024-08-17T18:22:42.341" v="459" actId="6549"/>
        <pc:sldMkLst>
          <pc:docMk/>
          <pc:sldMk cId="1148240266" sldId="694"/>
        </pc:sldMkLst>
      </pc:sldChg>
      <pc:sldChg chg="modSp">
        <pc:chgData name="Swenson, Jody" userId="f700768a-5749-4e0f-98d7-2b523cc7d418" providerId="ADAL" clId="{F52CD016-259F-4E26-85A8-12014A63F049}" dt="2024-08-17T18:08:12.304" v="357" actId="20577"/>
        <pc:sldMkLst>
          <pc:docMk/>
          <pc:sldMk cId="562510722" sldId="697"/>
        </pc:sldMkLst>
      </pc:sldChg>
      <pc:sldChg chg="modSp mod modAnim">
        <pc:chgData name="Swenson, Jody" userId="f700768a-5749-4e0f-98d7-2b523cc7d418" providerId="ADAL" clId="{F52CD016-259F-4E26-85A8-12014A63F049}" dt="2024-09-11T02:31:47.044" v="586" actId="6549"/>
        <pc:sldMkLst>
          <pc:docMk/>
          <pc:sldMk cId="2227796374" sldId="698"/>
        </pc:sldMkLst>
      </pc:sldChg>
      <pc:sldChg chg="modNotesTx">
        <pc:chgData name="Swenson, Jody" userId="f700768a-5749-4e0f-98d7-2b523cc7d418" providerId="ADAL" clId="{F52CD016-259F-4E26-85A8-12014A63F049}" dt="2024-08-17T18:23:53.886" v="460" actId="6549"/>
        <pc:sldMkLst>
          <pc:docMk/>
          <pc:sldMk cId="3032930235" sldId="936"/>
        </pc:sldMkLst>
      </pc:sldChg>
      <pc:sldMasterChg chg="addSldLayout delSldLayout">
        <pc:chgData name="Swenson, Jody" userId="f700768a-5749-4e0f-98d7-2b523cc7d418" providerId="ADAL" clId="{F52CD016-259F-4E26-85A8-12014A63F049}" dt="2024-08-17T17:46:16.864" v="6" actId="47"/>
        <pc:sldMasterMkLst>
          <pc:docMk/>
          <pc:sldMasterMk cId="1793533790" sldId="2147483669"/>
        </pc:sldMasterMkLst>
        <pc:sldLayoutChg chg="add del">
          <pc:chgData name="Swenson, Jody" userId="f700768a-5749-4e0f-98d7-2b523cc7d418" providerId="ADAL" clId="{F52CD016-259F-4E26-85A8-12014A63F049}" dt="2024-08-17T17:46:16.864" v="6" actId="47"/>
          <pc:sldLayoutMkLst>
            <pc:docMk/>
            <pc:sldMasterMk cId="1793533790" sldId="2147483669"/>
            <pc:sldLayoutMk cId="4086682403" sldId="2147483683"/>
          </pc:sldLayoutMkLst>
        </pc:sldLayoutChg>
        <pc:sldLayoutChg chg="add del">
          <pc:chgData name="Swenson, Jody" userId="f700768a-5749-4e0f-98d7-2b523cc7d418" providerId="ADAL" clId="{F52CD016-259F-4E26-85A8-12014A63F049}" dt="2024-08-17T17:46:09.548" v="5" actId="47"/>
          <pc:sldLayoutMkLst>
            <pc:docMk/>
            <pc:sldMasterMk cId="1793533790" sldId="2147483669"/>
            <pc:sldLayoutMk cId="1909540737" sldId="2147483694"/>
          </pc:sldLayoutMkLst>
        </pc:sldLayoutChg>
        <pc:sldLayoutChg chg="add del">
          <pc:chgData name="Swenson, Jody" userId="f700768a-5749-4e0f-98d7-2b523cc7d418" providerId="ADAL" clId="{F52CD016-259F-4E26-85A8-12014A63F049}" dt="2024-08-17T17:46:16.864" v="6" actId="47"/>
          <pc:sldLayoutMkLst>
            <pc:docMk/>
            <pc:sldMasterMk cId="1793533790" sldId="2147483669"/>
            <pc:sldLayoutMk cId="3775981283" sldId="2147483695"/>
          </pc:sldLayoutMkLst>
        </pc:sldLayoutChg>
      </pc:sldMasterChg>
    </pc:docChg>
  </pc:docChgLst>
  <pc:docChgLst>
    <pc:chgData name="Swenson, Jody" userId="f700768a-5749-4e0f-98d7-2b523cc7d418" providerId="ADAL" clId="{0796951B-DFFF-4FF2-B43F-9B0230833420}"/>
    <pc:docChg chg="modSld">
      <pc:chgData name="Swenson, Jody" userId="f700768a-5749-4e0f-98d7-2b523cc7d418" providerId="ADAL" clId="{0796951B-DFFF-4FF2-B43F-9B0230833420}" dt="2023-09-12T22:12:25.304" v="1" actId="20577"/>
      <pc:docMkLst>
        <pc:docMk/>
      </pc:docMkLst>
      <pc:sldChg chg="modSp mod">
        <pc:chgData name="Swenson, Jody" userId="f700768a-5749-4e0f-98d7-2b523cc7d418" providerId="ADAL" clId="{0796951B-DFFF-4FF2-B43F-9B0230833420}" dt="2023-09-12T22:12:25.304" v="1" actId="20577"/>
        <pc:sldMkLst>
          <pc:docMk/>
          <pc:sldMk cId="1945664844" sldId="480"/>
        </pc:sldMkLst>
      </pc:sldChg>
    </pc:docChg>
  </pc:docChgLst>
  <pc:docChgLst>
    <pc:chgData name="Swenson, Jody" userId="f700768a-5749-4e0f-98d7-2b523cc7d418" providerId="ADAL" clId="{C0393DB3-4974-4FB0-968B-73E2848233FA}"/>
    <pc:docChg chg="modSld">
      <pc:chgData name="Swenson, Jody" userId="f700768a-5749-4e0f-98d7-2b523cc7d418" providerId="ADAL" clId="{C0393DB3-4974-4FB0-968B-73E2848233FA}" dt="2021-09-16T20:08:58.835" v="35" actId="20577"/>
      <pc:docMkLst>
        <pc:docMk/>
      </pc:docMkLst>
      <pc:sldChg chg="modAnim">
        <pc:chgData name="Swenson, Jody" userId="f700768a-5749-4e0f-98d7-2b523cc7d418" providerId="ADAL" clId="{C0393DB3-4974-4FB0-968B-73E2848233FA}" dt="2021-09-16T19:12:23.859" v="1"/>
        <pc:sldMkLst>
          <pc:docMk/>
          <pc:sldMk cId="933017049" sldId="276"/>
        </pc:sldMkLst>
      </pc:sldChg>
      <pc:sldChg chg="modSp modAnim">
        <pc:chgData name="Swenson, Jody" userId="f700768a-5749-4e0f-98d7-2b523cc7d418" providerId="ADAL" clId="{C0393DB3-4974-4FB0-968B-73E2848233FA}" dt="2021-09-16T20:08:58.835" v="35" actId="20577"/>
        <pc:sldMkLst>
          <pc:docMk/>
          <pc:sldMk cId="564069817" sldId="462"/>
        </pc:sldMkLst>
      </pc:sldChg>
      <pc:sldChg chg="modSp">
        <pc:chgData name="Swenson, Jody" userId="f700768a-5749-4e0f-98d7-2b523cc7d418" providerId="ADAL" clId="{C0393DB3-4974-4FB0-968B-73E2848233FA}" dt="2021-09-09T21:20:33.697" v="0" actId="313"/>
        <pc:sldMkLst>
          <pc:docMk/>
          <pc:sldMk cId="2905076712" sldId="609"/>
        </pc:sldMkLst>
      </pc:sldChg>
    </pc:docChg>
  </pc:docChgLst>
  <pc:docChgLst>
    <pc:chgData name="Swenson, Jody" userId="f700768a-5749-4e0f-98d7-2b523cc7d418" providerId="ADAL" clId="{81B25D14-B9D7-445D-8E8B-212A4303C8C1}"/>
    <pc:docChg chg="addSld delSld modSld">
      <pc:chgData name="Swenson, Jody" userId="f700768a-5749-4e0f-98d7-2b523cc7d418" providerId="ADAL" clId="{81B25D14-B9D7-445D-8E8B-212A4303C8C1}" dt="2021-05-12T20:45:53.756" v="12" actId="47"/>
      <pc:docMkLst>
        <pc:docMk/>
      </pc:docMkLst>
      <pc:sldChg chg="del">
        <pc:chgData name="Swenson, Jody" userId="f700768a-5749-4e0f-98d7-2b523cc7d418" providerId="ADAL" clId="{81B25D14-B9D7-445D-8E8B-212A4303C8C1}" dt="2021-05-12T20:45:53.756" v="12" actId="47"/>
        <pc:sldMkLst>
          <pc:docMk/>
          <pc:sldMk cId="210470923" sldId="292"/>
        </pc:sldMkLst>
      </pc:sldChg>
      <pc:sldChg chg="modSp add modAnim">
        <pc:chgData name="Swenson, Jody" userId="f700768a-5749-4e0f-98d7-2b523cc7d418" providerId="ADAL" clId="{81B25D14-B9D7-445D-8E8B-212A4303C8C1}" dt="2021-05-12T20:45:05.280" v="11"/>
        <pc:sldMkLst>
          <pc:docMk/>
          <pc:sldMk cId="564069817" sldId="462"/>
        </pc:sldMkLst>
      </pc:sldChg>
    </pc:docChg>
  </pc:docChgLst>
  <pc:docChgLst>
    <pc:chgData name="Swenson, Jody" userId="f700768a-5749-4e0f-98d7-2b523cc7d418" providerId="ADAL" clId="{DAB26760-0CAB-490B-9EC1-1070BB12BAF2}"/>
    <pc:docChg chg="custSel modSld">
      <pc:chgData name="Swenson, Jody" userId="f700768a-5749-4e0f-98d7-2b523cc7d418" providerId="ADAL" clId="{DAB26760-0CAB-490B-9EC1-1070BB12BAF2}" dt="2025-04-24T19:50:16.482" v="12"/>
      <pc:docMkLst>
        <pc:docMk/>
      </pc:docMkLst>
      <pc:sldChg chg="delSp mod delAnim">
        <pc:chgData name="Swenson, Jody" userId="f700768a-5749-4e0f-98d7-2b523cc7d418" providerId="ADAL" clId="{DAB26760-0CAB-490B-9EC1-1070BB12BAF2}" dt="2025-04-24T19:48:15.575" v="11" actId="21"/>
        <pc:sldMkLst>
          <pc:docMk/>
          <pc:sldMk cId="3992391188" sldId="264"/>
        </pc:sldMkLst>
      </pc:sldChg>
      <pc:sldChg chg="addSp modSp modAnim">
        <pc:chgData name="Swenson, Jody" userId="f700768a-5749-4e0f-98d7-2b523cc7d418" providerId="ADAL" clId="{DAB26760-0CAB-490B-9EC1-1070BB12BAF2}" dt="2025-04-24T19:50:16.482" v="12"/>
        <pc:sldMkLst>
          <pc:docMk/>
          <pc:sldMk cId="3737908738" sldId="434"/>
        </pc:sldMkLst>
      </pc:sldChg>
      <pc:sldChg chg="addSp delSp modSp mod">
        <pc:chgData name="Swenson, Jody" userId="f700768a-5749-4e0f-98d7-2b523cc7d418" providerId="ADAL" clId="{DAB26760-0CAB-490B-9EC1-1070BB12BAF2}" dt="2025-04-22T20:19:39.378" v="10" actId="1037"/>
        <pc:sldMkLst>
          <pc:docMk/>
          <pc:sldMk cId="1531105995" sldId="691"/>
        </pc:sldMkLst>
      </pc:sldChg>
    </pc:docChg>
  </pc:docChgLst>
  <pc:docChgLst>
    <pc:chgData name="Swenson, Jody" userId="f700768a-5749-4e0f-98d7-2b523cc7d418" providerId="ADAL" clId="{4E606466-ECC0-4906-83D7-006FBD279F14}"/>
    <pc:docChg chg="custSel addSld delSld modSld sldOrd">
      <pc:chgData name="Swenson, Jody" userId="f700768a-5749-4e0f-98d7-2b523cc7d418" providerId="ADAL" clId="{4E606466-ECC0-4906-83D7-006FBD279F14}" dt="2024-10-24T00:03:39.704" v="54"/>
      <pc:docMkLst>
        <pc:docMk/>
      </pc:docMkLst>
      <pc:sldChg chg="modSp modAnim">
        <pc:chgData name="Swenson, Jody" userId="f700768a-5749-4e0f-98d7-2b523cc7d418" providerId="ADAL" clId="{4E606466-ECC0-4906-83D7-006FBD279F14}" dt="2024-10-17T22:16:38.307" v="4"/>
        <pc:sldMkLst>
          <pc:docMk/>
          <pc:sldMk cId="1148240266" sldId="694"/>
        </pc:sldMkLst>
      </pc:sldChg>
      <pc:sldChg chg="add del ord">
        <pc:chgData name="Swenson, Jody" userId="f700768a-5749-4e0f-98d7-2b523cc7d418" providerId="ADAL" clId="{4E606466-ECC0-4906-83D7-006FBD279F14}" dt="2024-10-24T00:00:29.965" v="8"/>
        <pc:sldMkLst>
          <pc:docMk/>
          <pc:sldMk cId="809342099" sldId="938"/>
        </pc:sldMkLst>
      </pc:sldChg>
      <pc:sldChg chg="modSp mod modAnim">
        <pc:chgData name="Swenson, Jody" userId="f700768a-5749-4e0f-98d7-2b523cc7d418" providerId="ADAL" clId="{4E606466-ECC0-4906-83D7-006FBD279F14}" dt="2024-10-24T00:03:39.704" v="54"/>
        <pc:sldMkLst>
          <pc:docMk/>
          <pc:sldMk cId="1533404945" sldId="939"/>
        </pc:sldMkLst>
      </pc:sldChg>
    </pc:docChg>
  </pc:docChgLst>
  <pc:docChgLst>
    <pc:chgData name="Swenson, Jody" userId="f700768a-5749-4e0f-98d7-2b523cc7d418" providerId="ADAL" clId="{8D2871F4-8B33-485C-BF77-58A48DCF7E82}"/>
    <pc:docChg chg="undo custSel addSld delSld modSld sldOrd">
      <pc:chgData name="Swenson, Jody" userId="f700768a-5749-4e0f-98d7-2b523cc7d418" providerId="ADAL" clId="{8D2871F4-8B33-485C-BF77-58A48DCF7E82}" dt="2023-08-02T21:13:53.645" v="658" actId="20577"/>
      <pc:docMkLst>
        <pc:docMk/>
      </pc:docMkLst>
      <pc:sldChg chg="modSp mod ord">
        <pc:chgData name="Swenson, Jody" userId="f700768a-5749-4e0f-98d7-2b523cc7d418" providerId="ADAL" clId="{8D2871F4-8B33-485C-BF77-58A48DCF7E82}" dt="2023-07-31T22:40:25.189" v="640"/>
        <pc:sldMkLst>
          <pc:docMk/>
          <pc:sldMk cId="219893614" sldId="267"/>
        </pc:sldMkLst>
      </pc:sldChg>
      <pc:sldChg chg="delSp modSp mod ord delAnim">
        <pc:chgData name="Swenson, Jody" userId="f700768a-5749-4e0f-98d7-2b523cc7d418" providerId="ADAL" clId="{8D2871F4-8B33-485C-BF77-58A48DCF7E82}" dt="2023-07-31T22:40:25.189" v="640"/>
        <pc:sldMkLst>
          <pc:docMk/>
          <pc:sldMk cId="81831422" sldId="268"/>
        </pc:sldMkLst>
      </pc:sldChg>
      <pc:sldChg chg="addSp modSp mod ord modAnim">
        <pc:chgData name="Swenson, Jody" userId="f700768a-5749-4e0f-98d7-2b523cc7d418" providerId="ADAL" clId="{8D2871F4-8B33-485C-BF77-58A48DCF7E82}" dt="2023-07-31T22:40:39.567" v="642"/>
        <pc:sldMkLst>
          <pc:docMk/>
          <pc:sldMk cId="3979944832" sldId="272"/>
        </pc:sldMkLst>
      </pc:sldChg>
      <pc:sldChg chg="modSp mod">
        <pc:chgData name="Swenson, Jody" userId="f700768a-5749-4e0f-98d7-2b523cc7d418" providerId="ADAL" clId="{8D2871F4-8B33-485C-BF77-58A48DCF7E82}" dt="2023-08-02T21:13:53.645" v="658" actId="20577"/>
        <pc:sldMkLst>
          <pc:docMk/>
          <pc:sldMk cId="765485085" sldId="299"/>
        </pc:sldMkLst>
      </pc:sldChg>
      <pc:sldChg chg="modSp del mod">
        <pc:chgData name="Swenson, Jody" userId="f700768a-5749-4e0f-98d7-2b523cc7d418" providerId="ADAL" clId="{8D2871F4-8B33-485C-BF77-58A48DCF7E82}" dt="2023-07-31T22:13:30.776" v="570" actId="47"/>
        <pc:sldMkLst>
          <pc:docMk/>
          <pc:sldMk cId="2256072541" sldId="307"/>
        </pc:sldMkLst>
      </pc:sldChg>
      <pc:sldChg chg="del">
        <pc:chgData name="Swenson, Jody" userId="f700768a-5749-4e0f-98d7-2b523cc7d418" providerId="ADAL" clId="{8D2871F4-8B33-485C-BF77-58A48DCF7E82}" dt="2023-07-31T22:03:55.732" v="568" actId="47"/>
        <pc:sldMkLst>
          <pc:docMk/>
          <pc:sldMk cId="2424565010" sldId="308"/>
        </pc:sldMkLst>
      </pc:sldChg>
      <pc:sldChg chg="modSp mod">
        <pc:chgData name="Swenson, Jody" userId="f700768a-5749-4e0f-98d7-2b523cc7d418" providerId="ADAL" clId="{8D2871F4-8B33-485C-BF77-58A48DCF7E82}" dt="2023-08-01T02:04:26.899" v="654" actId="20577"/>
        <pc:sldMkLst>
          <pc:docMk/>
          <pc:sldMk cId="163344798" sldId="309"/>
        </pc:sldMkLst>
      </pc:sldChg>
      <pc:sldChg chg="modSp">
        <pc:chgData name="Swenson, Jody" userId="f700768a-5749-4e0f-98d7-2b523cc7d418" providerId="ADAL" clId="{8D2871F4-8B33-485C-BF77-58A48DCF7E82}" dt="2023-07-31T21:48:46.037" v="439" actId="20577"/>
        <pc:sldMkLst>
          <pc:docMk/>
          <pc:sldMk cId="1509837525" sldId="316"/>
        </pc:sldMkLst>
      </pc:sldChg>
      <pc:sldChg chg="del">
        <pc:chgData name="Swenson, Jody" userId="f700768a-5749-4e0f-98d7-2b523cc7d418" providerId="ADAL" clId="{8D2871F4-8B33-485C-BF77-58A48DCF7E82}" dt="2023-08-01T00:20:57.561" v="651" actId="47"/>
        <pc:sldMkLst>
          <pc:docMk/>
          <pc:sldMk cId="2621366359" sldId="322"/>
        </pc:sldMkLst>
      </pc:sldChg>
      <pc:sldChg chg="del ord">
        <pc:chgData name="Swenson, Jody" userId="f700768a-5749-4e0f-98d7-2b523cc7d418" providerId="ADAL" clId="{8D2871F4-8B33-485C-BF77-58A48DCF7E82}" dt="2023-08-01T00:19:46.493" v="650" actId="47"/>
        <pc:sldMkLst>
          <pc:docMk/>
          <pc:sldMk cId="499432648" sldId="336"/>
        </pc:sldMkLst>
      </pc:sldChg>
      <pc:sldChg chg="ord">
        <pc:chgData name="Swenson, Jody" userId="f700768a-5749-4e0f-98d7-2b523cc7d418" providerId="ADAL" clId="{8D2871F4-8B33-485C-BF77-58A48DCF7E82}" dt="2023-07-27T02:15:29.220" v="53"/>
        <pc:sldMkLst>
          <pc:docMk/>
          <pc:sldMk cId="639015299" sldId="337"/>
        </pc:sldMkLst>
      </pc:sldChg>
      <pc:sldChg chg="modSp ord modAnim">
        <pc:chgData name="Swenson, Jody" userId="f700768a-5749-4e0f-98d7-2b523cc7d418" providerId="ADAL" clId="{8D2871F4-8B33-485C-BF77-58A48DCF7E82}" dt="2023-07-31T22:26:46.303" v="587"/>
        <pc:sldMkLst>
          <pc:docMk/>
          <pc:sldMk cId="821372728" sldId="338"/>
        </pc:sldMkLst>
      </pc:sldChg>
      <pc:sldChg chg="add">
        <pc:chgData name="Swenson, Jody" userId="f700768a-5749-4e0f-98d7-2b523cc7d418" providerId="ADAL" clId="{8D2871F4-8B33-485C-BF77-58A48DCF7E82}" dt="2023-08-01T00:19:42.878" v="649"/>
        <pc:sldMkLst>
          <pc:docMk/>
          <pc:sldMk cId="3284550633" sldId="388"/>
        </pc:sldMkLst>
      </pc:sldChg>
      <pc:sldChg chg="modSp modAnim">
        <pc:chgData name="Swenson, Jody" userId="f700768a-5749-4e0f-98d7-2b523cc7d418" providerId="ADAL" clId="{8D2871F4-8B33-485C-BF77-58A48DCF7E82}" dt="2023-07-31T22:36:02.882" v="622"/>
        <pc:sldMkLst>
          <pc:docMk/>
          <pc:sldMk cId="1339063958" sldId="470"/>
        </pc:sldMkLst>
      </pc:sldChg>
      <pc:sldChg chg="modSp">
        <pc:chgData name="Swenson, Jody" userId="f700768a-5749-4e0f-98d7-2b523cc7d418" providerId="ADAL" clId="{8D2871F4-8B33-485C-BF77-58A48DCF7E82}" dt="2023-07-31T22:36:18.322" v="624" actId="20577"/>
        <pc:sldMkLst>
          <pc:docMk/>
          <pc:sldMk cId="3961493282" sldId="471"/>
        </pc:sldMkLst>
      </pc:sldChg>
      <pc:sldChg chg="ord">
        <pc:chgData name="Swenson, Jody" userId="f700768a-5749-4e0f-98d7-2b523cc7d418" providerId="ADAL" clId="{8D2871F4-8B33-485C-BF77-58A48DCF7E82}" dt="2023-07-31T22:41:02.993" v="644"/>
        <pc:sldMkLst>
          <pc:docMk/>
          <pc:sldMk cId="1945664844" sldId="480"/>
        </pc:sldMkLst>
      </pc:sldChg>
      <pc:sldChg chg="modSp">
        <pc:chgData name="Swenson, Jody" userId="f700768a-5749-4e0f-98d7-2b523cc7d418" providerId="ADAL" clId="{8D2871F4-8B33-485C-BF77-58A48DCF7E82}" dt="2023-07-27T02:44:24.447" v="400" actId="6549"/>
        <pc:sldMkLst>
          <pc:docMk/>
          <pc:sldMk cId="403495124" sldId="482"/>
        </pc:sldMkLst>
      </pc:sldChg>
      <pc:sldChg chg="modSp">
        <pc:chgData name="Swenson, Jody" userId="f700768a-5749-4e0f-98d7-2b523cc7d418" providerId="ADAL" clId="{8D2871F4-8B33-485C-BF77-58A48DCF7E82}" dt="2023-07-27T02:47:32.147" v="401" actId="6549"/>
        <pc:sldMkLst>
          <pc:docMk/>
          <pc:sldMk cId="1531105995" sldId="691"/>
        </pc:sldMkLst>
      </pc:sldChg>
      <pc:sldChg chg="modSp">
        <pc:chgData name="Swenson, Jody" userId="f700768a-5749-4e0f-98d7-2b523cc7d418" providerId="ADAL" clId="{8D2871F4-8B33-485C-BF77-58A48DCF7E82}" dt="2023-07-31T17:59:50.510" v="404" actId="113"/>
        <pc:sldMkLst>
          <pc:docMk/>
          <pc:sldMk cId="1504892176" sldId="692"/>
        </pc:sldMkLst>
      </pc:sldChg>
      <pc:sldChg chg="modSp add del mod modAnim">
        <pc:chgData name="Swenson, Jody" userId="f700768a-5749-4e0f-98d7-2b523cc7d418" providerId="ADAL" clId="{8D2871F4-8B33-485C-BF77-58A48DCF7E82}" dt="2023-07-27T03:04:37.438" v="403" actId="47"/>
        <pc:sldMkLst>
          <pc:docMk/>
          <pc:sldMk cId="264944794" sldId="693"/>
        </pc:sldMkLst>
      </pc:sldChg>
      <pc:sldChg chg="add">
        <pc:chgData name="Swenson, Jody" userId="f700768a-5749-4e0f-98d7-2b523cc7d418" providerId="ADAL" clId="{8D2871F4-8B33-485C-BF77-58A48DCF7E82}" dt="2023-07-31T22:03:51.112" v="567"/>
        <pc:sldMkLst>
          <pc:docMk/>
          <pc:sldMk cId="2684748972" sldId="693"/>
        </pc:sldMkLst>
      </pc:sldChg>
      <pc:sldChg chg="add">
        <pc:chgData name="Swenson, Jody" userId="f700768a-5749-4e0f-98d7-2b523cc7d418" providerId="ADAL" clId="{8D2871F4-8B33-485C-BF77-58A48DCF7E82}" dt="2023-07-31T22:13:21.628" v="569"/>
        <pc:sldMkLst>
          <pc:docMk/>
          <pc:sldMk cId="1148240266" sldId="694"/>
        </pc:sldMkLst>
      </pc:sldChg>
      <pc:sldChg chg="modSp add del mod modAnim">
        <pc:chgData name="Swenson, Jody" userId="f700768a-5749-4e0f-98d7-2b523cc7d418" providerId="ADAL" clId="{8D2871F4-8B33-485C-BF77-58A48DCF7E82}" dt="2023-07-31T21:47:20.258" v="411" actId="47"/>
        <pc:sldMkLst>
          <pc:docMk/>
          <pc:sldMk cId="4113301556" sldId="694"/>
        </pc:sldMkLst>
      </pc:sldChg>
      <pc:sldChg chg="add">
        <pc:chgData name="Swenson, Jody" userId="f700768a-5749-4e0f-98d7-2b523cc7d418" providerId="ADAL" clId="{8D2871F4-8B33-485C-BF77-58A48DCF7E82}" dt="2023-08-01T01:52:49.440" v="652"/>
        <pc:sldMkLst>
          <pc:docMk/>
          <pc:sldMk cId="3191752470" sldId="695"/>
        </pc:sldMkLst>
      </pc:sldChg>
      <pc:sldChg chg="add">
        <pc:chgData name="Swenson, Jody" userId="f700768a-5749-4e0f-98d7-2b523cc7d418" providerId="ADAL" clId="{8D2871F4-8B33-485C-BF77-58A48DCF7E82}" dt="2023-08-01T01:52:49.440" v="652"/>
        <pc:sldMkLst>
          <pc:docMk/>
          <pc:sldMk cId="3375300449" sldId="696"/>
        </pc:sldMkLst>
      </pc:sldChg>
      <pc:sldMasterChg chg="delSldLayout">
        <pc:chgData name="Swenson, Jody" userId="f700768a-5749-4e0f-98d7-2b523cc7d418" providerId="ADAL" clId="{8D2871F4-8B33-485C-BF77-58A48DCF7E82}" dt="2023-08-01T00:19:46.493" v="650" actId="47"/>
        <pc:sldMasterMkLst>
          <pc:docMk/>
          <pc:sldMasterMk cId="1793533790" sldId="2147483669"/>
        </pc:sldMasterMkLst>
        <pc:sldLayoutChg chg="del">
          <pc:chgData name="Swenson, Jody" userId="f700768a-5749-4e0f-98d7-2b523cc7d418" providerId="ADAL" clId="{8D2871F4-8B33-485C-BF77-58A48DCF7E82}" dt="2023-08-01T00:19:46.493" v="650" actId="47"/>
          <pc:sldLayoutMkLst>
            <pc:docMk/>
            <pc:sldMasterMk cId="1793533790" sldId="2147483669"/>
            <pc:sldLayoutMk cId="936924102" sldId="2147483751"/>
          </pc:sldLayoutMkLst>
        </pc:sldLayoutChg>
      </pc:sldMasterChg>
    </pc:docChg>
  </pc:docChgLst>
  <pc:docChgLst>
    <pc:chgData name="Jody" userId="f700768a-5749-4e0f-98d7-2b523cc7d418" providerId="ADAL" clId="{3CA41243-DBC4-40CA-A350-4665501929E3}"/>
    <pc:docChg chg="undo custSel modSld">
      <pc:chgData name="Jody" userId="f700768a-5749-4e0f-98d7-2b523cc7d418" providerId="ADAL" clId="{3CA41243-DBC4-40CA-A350-4665501929E3}" dt="2023-04-20T19:55:22.781" v="34"/>
      <pc:docMkLst>
        <pc:docMk/>
      </pc:docMkLst>
      <pc:sldChg chg="modSp">
        <pc:chgData name="Jody" userId="f700768a-5749-4e0f-98d7-2b523cc7d418" providerId="ADAL" clId="{3CA41243-DBC4-40CA-A350-4665501929E3}" dt="2023-04-20T19:55:22.781" v="34"/>
        <pc:sldMkLst>
          <pc:docMk/>
          <pc:sldMk cId="2950902500" sldId="269"/>
        </pc:sldMkLst>
      </pc:sldChg>
      <pc:sldChg chg="addSp delSp modSp mod addAnim delAnim">
        <pc:chgData name="Jody" userId="f700768a-5749-4e0f-98d7-2b523cc7d418" providerId="ADAL" clId="{3CA41243-DBC4-40CA-A350-4665501929E3}" dt="2023-04-18T18:59:45.556" v="27" actId="20577"/>
        <pc:sldMkLst>
          <pc:docMk/>
          <pc:sldMk cId="3842384993" sldId="551"/>
        </pc:sldMkLst>
      </pc:sldChg>
      <pc:sldChg chg="modSp modAnim">
        <pc:chgData name="Jody" userId="f700768a-5749-4e0f-98d7-2b523cc7d418" providerId="ADAL" clId="{3CA41243-DBC4-40CA-A350-4665501929E3}" dt="2023-04-20T19:49:56.749" v="30"/>
        <pc:sldMkLst>
          <pc:docMk/>
          <pc:sldMk cId="2092400586" sldId="688"/>
        </pc:sldMkLst>
      </pc:sldChg>
    </pc:docChg>
  </pc:docChgLst>
  <pc:docChgLst>
    <pc:chgData name="Swenson, Jody" userId="f700768a-5749-4e0f-98d7-2b523cc7d418" providerId="ADAL" clId="{8A9308DD-FA70-43E5-B4DA-6D761701B1E2}"/>
    <pc:docChg chg="addSld delSld modSld">
      <pc:chgData name="Swenson, Jody" userId="f700768a-5749-4e0f-98d7-2b523cc7d418" providerId="ADAL" clId="{8A9308DD-FA70-43E5-B4DA-6D761701B1E2}" dt="2023-12-09T01:19:39.568" v="1" actId="47"/>
      <pc:docMkLst>
        <pc:docMk/>
      </pc:docMkLst>
      <pc:sldChg chg="add">
        <pc:chgData name="Swenson, Jody" userId="f700768a-5749-4e0f-98d7-2b523cc7d418" providerId="ADAL" clId="{8A9308DD-FA70-43E5-B4DA-6D761701B1E2}" dt="2023-12-09T01:19:36.753" v="0"/>
        <pc:sldMkLst>
          <pc:docMk/>
          <pc:sldMk cId="2038257118" sldId="558"/>
        </pc:sldMkLst>
      </pc:sldChg>
      <pc:sldChg chg="del">
        <pc:chgData name="Swenson, Jody" userId="f700768a-5749-4e0f-98d7-2b523cc7d418" providerId="ADAL" clId="{8A9308DD-FA70-43E5-B4DA-6D761701B1E2}" dt="2023-12-09T01:19:39.568" v="1" actId="47"/>
        <pc:sldMkLst>
          <pc:docMk/>
          <pc:sldMk cId="3534964001" sldId="607"/>
        </pc:sldMkLst>
      </pc:sldChg>
    </pc:docChg>
  </pc:docChgLst>
  <pc:docChgLst>
    <pc:chgData name="Swenson, Jody" userId="f700768a-5749-4e0f-98d7-2b523cc7d418" providerId="ADAL" clId="{318F9AD4-049E-4CB3-9F16-24F5B006D4E5}"/>
    <pc:docChg chg="custSel addSld delSld modSld">
      <pc:chgData name="Swenson, Jody" userId="f700768a-5749-4e0f-98d7-2b523cc7d418" providerId="ADAL" clId="{318F9AD4-049E-4CB3-9F16-24F5B006D4E5}" dt="2020-08-15T19:02:04.991" v="1439" actId="313"/>
      <pc:docMkLst>
        <pc:docMk/>
      </pc:docMkLst>
      <pc:sldChg chg="modSp">
        <pc:chgData name="Swenson, Jody" userId="f700768a-5749-4e0f-98d7-2b523cc7d418" providerId="ADAL" clId="{318F9AD4-049E-4CB3-9F16-24F5B006D4E5}" dt="2020-08-15T19:02:04.991" v="1439" actId="313"/>
        <pc:sldMkLst>
          <pc:docMk/>
          <pc:sldMk cId="4271671880" sldId="260"/>
        </pc:sldMkLst>
      </pc:sldChg>
      <pc:sldChg chg="modSp">
        <pc:chgData name="Swenson, Jody" userId="f700768a-5749-4e0f-98d7-2b523cc7d418" providerId="ADAL" clId="{318F9AD4-049E-4CB3-9F16-24F5B006D4E5}" dt="2020-08-14T17:24:46.718" v="1063" actId="14100"/>
        <pc:sldMkLst>
          <pc:docMk/>
          <pc:sldMk cId="765485085" sldId="299"/>
        </pc:sldMkLst>
      </pc:sldChg>
      <pc:sldChg chg="modSp modAnim">
        <pc:chgData name="Swenson, Jody" userId="f700768a-5749-4e0f-98d7-2b523cc7d418" providerId="ADAL" clId="{318F9AD4-049E-4CB3-9F16-24F5B006D4E5}" dt="2020-08-14T18:06:58.293" v="1144" actId="1036"/>
        <pc:sldMkLst>
          <pc:docMk/>
          <pc:sldMk cId="403495124" sldId="482"/>
        </pc:sldMkLst>
      </pc:sldChg>
      <pc:sldChg chg="modSp add">
        <pc:chgData name="Swenson, Jody" userId="f700768a-5749-4e0f-98d7-2b523cc7d418" providerId="ADAL" clId="{318F9AD4-049E-4CB3-9F16-24F5B006D4E5}" dt="2020-06-25T16:24:07.376" v="1019" actId="1076"/>
        <pc:sldMkLst>
          <pc:docMk/>
          <pc:sldMk cId="208784900" sldId="540"/>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412039F-94D5-4EDB-AFF6-FD5CC817E779}" type="doc">
      <dgm:prSet loTypeId="urn:microsoft.com/office/officeart/2005/8/layout/list1" loCatId="list" qsTypeId="urn:microsoft.com/office/officeart/2005/8/quickstyle/simple4" qsCatId="simple" csTypeId="urn:microsoft.com/office/officeart/2005/8/colors/accent3_5" csCatId="accent3" phldr="1"/>
      <dgm:spPr/>
      <dgm:t>
        <a:bodyPr/>
        <a:lstStyle/>
        <a:p>
          <a:endParaRPr lang="en-US"/>
        </a:p>
      </dgm:t>
    </dgm:pt>
    <dgm:pt modelId="{26553014-E8D0-4A2C-8C54-E8A2A8CB572F}">
      <dgm:prSet phldrT="[Text]" custT="1"/>
      <dgm:spPr>
        <a:solidFill>
          <a:srgbClr val="C00000"/>
        </a:solidFill>
      </dgm:spPr>
      <dgm:t>
        <a:bodyPr/>
        <a:lstStyle/>
        <a:p>
          <a:r>
            <a:rPr lang="en-US" sz="1600">
              <a:latin typeface="Cambria Math" panose="02040503050406030204" pitchFamily="18" charset="0"/>
              <a:ea typeface="Cambria Math" panose="02040503050406030204" pitchFamily="18" charset="0"/>
              <a:cs typeface="Arial" panose="020B0604020202020204" pitchFamily="34" charset="0"/>
            </a:rPr>
            <a:t>20%  Prepare Reading  and Post-Discussion Quizzes</a:t>
          </a:r>
        </a:p>
      </dgm:t>
    </dgm:pt>
    <dgm:pt modelId="{E3255818-2D8D-4886-91FC-4D0C9D1CA416}" type="parTrans" cxnId="{2DD29BF2-F421-4652-B27A-65C66D8B6EB8}">
      <dgm:prSet/>
      <dgm:spPr/>
      <dgm:t>
        <a:bodyPr/>
        <a:lstStyle/>
        <a:p>
          <a:endParaRPr lang="en-US"/>
        </a:p>
      </dgm:t>
    </dgm:pt>
    <dgm:pt modelId="{1EFF60F7-6981-4C84-8B35-F00C72FD6134}" type="sibTrans" cxnId="{2DD29BF2-F421-4652-B27A-65C66D8B6EB8}">
      <dgm:prSet/>
      <dgm:spPr/>
      <dgm:t>
        <a:bodyPr/>
        <a:lstStyle/>
        <a:p>
          <a:endParaRPr lang="en-US"/>
        </a:p>
      </dgm:t>
    </dgm:pt>
    <dgm:pt modelId="{632E3F5E-7FE4-4B7F-A6C3-A5929FB5EBB4}">
      <dgm:prSet custT="1"/>
      <dgm:spPr>
        <a:solidFill>
          <a:srgbClr val="C00000"/>
        </a:solidFill>
      </dgm:spPr>
      <dgm:t>
        <a:bodyPr/>
        <a:lstStyle/>
        <a:p>
          <a:r>
            <a:rPr lang="en-US" sz="1600">
              <a:latin typeface="Cambria Math" panose="02040503050406030204" pitchFamily="18" charset="0"/>
              <a:ea typeface="Cambria Math" panose="02040503050406030204" pitchFamily="18" charset="0"/>
              <a:cs typeface="Arial" panose="020B0604020202020204" pitchFamily="34" charset="0"/>
            </a:rPr>
            <a:t>20% Homework </a:t>
          </a:r>
        </a:p>
      </dgm:t>
    </dgm:pt>
    <dgm:pt modelId="{FF7E7F7C-7A7B-415C-9903-11744247D584}" type="parTrans" cxnId="{1F756EFD-AAB6-4C08-A50E-5BF773157C5B}">
      <dgm:prSet/>
      <dgm:spPr/>
      <dgm:t>
        <a:bodyPr/>
        <a:lstStyle/>
        <a:p>
          <a:endParaRPr lang="en-US"/>
        </a:p>
      </dgm:t>
    </dgm:pt>
    <dgm:pt modelId="{DE6308F8-D8C9-4ACA-B31D-C20B72F167D8}" type="sibTrans" cxnId="{1F756EFD-AAB6-4C08-A50E-5BF773157C5B}">
      <dgm:prSet/>
      <dgm:spPr/>
      <dgm:t>
        <a:bodyPr/>
        <a:lstStyle/>
        <a:p>
          <a:endParaRPr lang="en-US"/>
        </a:p>
      </dgm:t>
    </dgm:pt>
    <dgm:pt modelId="{9480F9DE-81D8-4D09-9AFF-CA858A619F5C}">
      <dgm:prSet custT="1"/>
      <dgm:spPr>
        <a:solidFill>
          <a:srgbClr val="C00000"/>
        </a:solidFill>
      </dgm:spPr>
      <dgm:t>
        <a:bodyPr/>
        <a:lstStyle/>
        <a:p>
          <a:r>
            <a:rPr lang="en-US" sz="1600">
              <a:latin typeface="Cambria Math" panose="02040503050406030204" pitchFamily="18" charset="0"/>
              <a:ea typeface="Cambria Math" panose="02040503050406030204" pitchFamily="18" charset="0"/>
              <a:cs typeface="Arial" panose="020B0604020202020204" pitchFamily="34" charset="0"/>
            </a:rPr>
            <a:t>20% Labs</a:t>
          </a:r>
        </a:p>
      </dgm:t>
    </dgm:pt>
    <dgm:pt modelId="{BD9FBDF2-17E8-4486-BEC6-023AC6C3EA0E}" type="parTrans" cxnId="{10347A53-F0A7-4AD1-82B1-DA6560C4C460}">
      <dgm:prSet/>
      <dgm:spPr/>
      <dgm:t>
        <a:bodyPr/>
        <a:lstStyle/>
        <a:p>
          <a:endParaRPr lang="en-US"/>
        </a:p>
      </dgm:t>
    </dgm:pt>
    <dgm:pt modelId="{6A8AE981-51DC-4D48-83DA-4463B29D9C0D}" type="sibTrans" cxnId="{10347A53-F0A7-4AD1-82B1-DA6560C4C460}">
      <dgm:prSet/>
      <dgm:spPr/>
      <dgm:t>
        <a:bodyPr/>
        <a:lstStyle/>
        <a:p>
          <a:endParaRPr lang="en-US"/>
        </a:p>
      </dgm:t>
    </dgm:pt>
    <dgm:pt modelId="{00B389C8-E17A-4E01-873E-6F8376A34F86}">
      <dgm:prSet custT="1"/>
      <dgm:spPr/>
      <dgm:t>
        <a:bodyPr/>
        <a:lstStyle/>
        <a:p>
          <a:r>
            <a:rPr lang="en-US" sz="1600" dirty="0">
              <a:latin typeface="Cambria Math" panose="02040503050406030204" pitchFamily="18" charset="0"/>
              <a:ea typeface="Cambria Math" panose="02040503050406030204" pitchFamily="18" charset="0"/>
              <a:cs typeface="Arial" panose="020B0604020202020204" pitchFamily="34" charset="0"/>
            </a:rPr>
            <a:t> Encouraged </a:t>
          </a:r>
          <a:r>
            <a:rPr lang="en-US" sz="1600">
              <a:latin typeface="Cambria Math" panose="02040503050406030204" pitchFamily="18" charset="0"/>
              <a:ea typeface="Cambria Math" panose="02040503050406030204" pitchFamily="18" charset="0"/>
              <a:cs typeface="Arial" panose="020B0604020202020204" pitchFamily="34" charset="0"/>
            </a:rPr>
            <a:t>to collaborate, </a:t>
          </a:r>
          <a:r>
            <a:rPr lang="en-US" sz="1600" dirty="0">
              <a:latin typeface="Cambria Math" panose="02040503050406030204" pitchFamily="18" charset="0"/>
              <a:ea typeface="Cambria Math" panose="02040503050406030204" pitchFamily="18" charset="0"/>
              <a:cs typeface="Arial" panose="020B0604020202020204" pitchFamily="34" charset="0"/>
            </a:rPr>
            <a:t>but turn in your unique work submission and not someone else's.</a:t>
          </a:r>
        </a:p>
      </dgm:t>
    </dgm:pt>
    <dgm:pt modelId="{5721724B-6533-46C2-B854-4544249DC994}" type="parTrans" cxnId="{7C554A67-A95A-4EE2-9721-0D936CE7BB8C}">
      <dgm:prSet/>
      <dgm:spPr/>
      <dgm:t>
        <a:bodyPr/>
        <a:lstStyle/>
        <a:p>
          <a:endParaRPr lang="en-US"/>
        </a:p>
      </dgm:t>
    </dgm:pt>
    <dgm:pt modelId="{0D38DDF8-BD76-4353-A4FD-CADF1F7B558A}" type="sibTrans" cxnId="{7C554A67-A95A-4EE2-9721-0D936CE7BB8C}">
      <dgm:prSet/>
      <dgm:spPr/>
      <dgm:t>
        <a:bodyPr/>
        <a:lstStyle/>
        <a:p>
          <a:endParaRPr lang="en-US"/>
        </a:p>
      </dgm:t>
    </dgm:pt>
    <dgm:pt modelId="{9A178E6A-B322-4B78-AE9D-A0CE1F52D661}">
      <dgm:prSet custT="1"/>
      <dgm:spPr/>
      <dgm:t>
        <a:bodyPr/>
        <a:lstStyle/>
        <a:p>
          <a:r>
            <a:rPr lang="en-US" sz="1600">
              <a:latin typeface="Cambria Math" panose="02040503050406030204" pitchFamily="18" charset="0"/>
              <a:ea typeface="Cambria Math" panose="02040503050406030204" pitchFamily="18" charset="0"/>
              <a:cs typeface="Arial" panose="020B0604020202020204" pitchFamily="34" charset="0"/>
            </a:rPr>
            <a:t> Labs to be done individually, although you are encouraged to help others out.</a:t>
          </a:r>
        </a:p>
      </dgm:t>
    </dgm:pt>
    <dgm:pt modelId="{084001BE-F118-4F0F-974E-D8618378D59B}" type="parTrans" cxnId="{C52FC83C-7BCC-4028-87CA-769DB1CE95A6}">
      <dgm:prSet/>
      <dgm:spPr/>
      <dgm:t>
        <a:bodyPr/>
        <a:lstStyle/>
        <a:p>
          <a:endParaRPr lang="en-US"/>
        </a:p>
      </dgm:t>
    </dgm:pt>
    <dgm:pt modelId="{6D2D9A7C-53B1-4CA0-8A51-B756A24E93A7}" type="sibTrans" cxnId="{C52FC83C-7BCC-4028-87CA-769DB1CE95A6}">
      <dgm:prSet/>
      <dgm:spPr/>
      <dgm:t>
        <a:bodyPr/>
        <a:lstStyle/>
        <a:p>
          <a:endParaRPr lang="en-US"/>
        </a:p>
      </dgm:t>
    </dgm:pt>
    <dgm:pt modelId="{98018C80-38DB-47AF-8BFD-24BE83876913}">
      <dgm:prSet custT="1"/>
      <dgm:spPr/>
      <dgm:t>
        <a:bodyPr/>
        <a:lstStyle/>
        <a:p>
          <a:r>
            <a:rPr lang="en-US" sz="1600" dirty="0">
              <a:latin typeface="Cambria Math" panose="02040503050406030204" pitchFamily="18" charset="0"/>
              <a:ea typeface="Cambria Math" panose="02040503050406030204" pitchFamily="18" charset="0"/>
              <a:cs typeface="Arial" panose="020B0604020202020204" pitchFamily="34" charset="0"/>
            </a:rPr>
            <a:t>Midterm and Final exams in the Testing Center with access to an Equation Sheet, along with your personal calculator and 3 X 5 note card. </a:t>
          </a:r>
        </a:p>
      </dgm:t>
    </dgm:pt>
    <dgm:pt modelId="{E2FBB2B2-FA8B-4878-A338-44D0B8354C57}" type="parTrans" cxnId="{F8F1376C-16CE-4F80-AF4E-3B0B011A6B1E}">
      <dgm:prSet/>
      <dgm:spPr/>
      <dgm:t>
        <a:bodyPr/>
        <a:lstStyle/>
        <a:p>
          <a:endParaRPr lang="en-US"/>
        </a:p>
      </dgm:t>
    </dgm:pt>
    <dgm:pt modelId="{B29B2258-F28E-40B1-9255-E6B1C0CF5F1C}" type="sibTrans" cxnId="{F8F1376C-16CE-4F80-AF4E-3B0B011A6B1E}">
      <dgm:prSet/>
      <dgm:spPr/>
      <dgm:t>
        <a:bodyPr/>
        <a:lstStyle/>
        <a:p>
          <a:endParaRPr lang="en-US"/>
        </a:p>
      </dgm:t>
    </dgm:pt>
    <dgm:pt modelId="{A9F48135-02FD-420B-9001-D13FA56D2943}">
      <dgm:prSet custT="1"/>
      <dgm:spPr>
        <a:solidFill>
          <a:srgbClr val="C00000"/>
        </a:solidFill>
      </dgm:spPr>
      <dgm:t>
        <a:bodyPr/>
        <a:lstStyle/>
        <a:p>
          <a:r>
            <a:rPr lang="en-US" sz="1600">
              <a:latin typeface="Cambria Math" panose="02040503050406030204" pitchFamily="18" charset="0"/>
              <a:ea typeface="Cambria Math" panose="02040503050406030204" pitchFamily="18" charset="0"/>
              <a:cs typeface="Arial" panose="020B0604020202020204" pitchFamily="34" charset="0"/>
            </a:rPr>
            <a:t>25% Exams</a:t>
          </a:r>
        </a:p>
      </dgm:t>
    </dgm:pt>
    <dgm:pt modelId="{F08CB0B9-3F54-46D9-8709-DD6EBBC97B05}" type="parTrans" cxnId="{5C5A4EBF-1665-4EC8-818A-5AB16B131C65}">
      <dgm:prSet/>
      <dgm:spPr/>
      <dgm:t>
        <a:bodyPr/>
        <a:lstStyle/>
        <a:p>
          <a:endParaRPr lang="en-US"/>
        </a:p>
      </dgm:t>
    </dgm:pt>
    <dgm:pt modelId="{2CF148C5-A58A-4D58-BDBD-1AE4A40C125E}" type="sibTrans" cxnId="{5C5A4EBF-1665-4EC8-818A-5AB16B131C65}">
      <dgm:prSet/>
      <dgm:spPr/>
      <dgm:t>
        <a:bodyPr/>
        <a:lstStyle/>
        <a:p>
          <a:endParaRPr lang="en-US"/>
        </a:p>
      </dgm:t>
    </dgm:pt>
    <dgm:pt modelId="{38046042-28D6-47AA-8CE1-09D8F10B9AE7}">
      <dgm:prSet custT="1"/>
      <dgm:spPr>
        <a:solidFill>
          <a:srgbClr val="C00000"/>
        </a:solidFill>
      </dgm:spPr>
      <dgm:t>
        <a:bodyPr/>
        <a:lstStyle/>
        <a:p>
          <a:r>
            <a:rPr lang="en-US" sz="1600">
              <a:latin typeface="Cambria Math" panose="02040503050406030204" pitchFamily="18" charset="0"/>
              <a:ea typeface="Cambria Math" panose="02040503050406030204" pitchFamily="18" charset="0"/>
              <a:cs typeface="Arial" panose="020B0604020202020204" pitchFamily="34" charset="0"/>
            </a:rPr>
            <a:t>5% Classroom Teaching</a:t>
          </a:r>
        </a:p>
      </dgm:t>
    </dgm:pt>
    <dgm:pt modelId="{AAED8FE9-1836-4BFC-B2FF-779D94D54736}" type="parTrans" cxnId="{B3707761-8A64-43CF-94A5-053A829A7A37}">
      <dgm:prSet/>
      <dgm:spPr/>
      <dgm:t>
        <a:bodyPr/>
        <a:lstStyle/>
        <a:p>
          <a:endParaRPr lang="en-US"/>
        </a:p>
      </dgm:t>
    </dgm:pt>
    <dgm:pt modelId="{E6BB12CA-5833-4415-93B1-AE33BD875D77}" type="sibTrans" cxnId="{B3707761-8A64-43CF-94A5-053A829A7A37}">
      <dgm:prSet/>
      <dgm:spPr/>
      <dgm:t>
        <a:bodyPr/>
        <a:lstStyle/>
        <a:p>
          <a:endParaRPr lang="en-US"/>
        </a:p>
      </dgm:t>
    </dgm:pt>
    <dgm:pt modelId="{4298810E-E413-4A04-9DA6-E44E5457AB54}">
      <dgm:prSet phldrT="[Text]" custT="1"/>
      <dgm:spPr/>
      <dgm:t>
        <a:bodyPr/>
        <a:lstStyle/>
        <a:p>
          <a:r>
            <a:rPr lang="en-US" sz="1600">
              <a:latin typeface="Cambria Math" panose="02040503050406030204" pitchFamily="18" charset="0"/>
              <a:ea typeface="Cambria Math" panose="02040503050406030204" pitchFamily="18" charset="0"/>
              <a:cs typeface="Arial" panose="020B0604020202020204" pitchFamily="34" charset="0"/>
            </a:rPr>
            <a:t> No makeups for these quizzes. Lowest 6 quiz scores for the semester dropped.</a:t>
          </a:r>
        </a:p>
      </dgm:t>
    </dgm:pt>
    <dgm:pt modelId="{4FD8795C-173F-4DAB-9B55-D38C90D8ABB5}" type="parTrans" cxnId="{596E6FD1-27C5-4470-85C0-248251D7EFC7}">
      <dgm:prSet/>
      <dgm:spPr/>
      <dgm:t>
        <a:bodyPr/>
        <a:lstStyle/>
        <a:p>
          <a:endParaRPr lang="en-US"/>
        </a:p>
      </dgm:t>
    </dgm:pt>
    <dgm:pt modelId="{BBB696BD-2B76-466F-8FDC-10BF9AEDEE47}" type="sibTrans" cxnId="{596E6FD1-27C5-4470-85C0-248251D7EFC7}">
      <dgm:prSet/>
      <dgm:spPr/>
      <dgm:t>
        <a:bodyPr/>
        <a:lstStyle/>
        <a:p>
          <a:endParaRPr lang="en-US"/>
        </a:p>
      </dgm:t>
    </dgm:pt>
    <dgm:pt modelId="{E87B9AC9-CAE0-4294-91AC-029BD87D45DC}">
      <dgm:prSet custT="1"/>
      <dgm:spPr/>
      <dgm:t>
        <a:bodyPr/>
        <a:lstStyle/>
        <a:p>
          <a:r>
            <a:rPr lang="en-US" sz="1600">
              <a:latin typeface="Cambria Math" panose="02040503050406030204" pitchFamily="18" charset="0"/>
              <a:ea typeface="Cambria Math" panose="02040503050406030204" pitchFamily="18" charset="0"/>
              <a:cs typeface="Arial" panose="020B0604020202020204" pitchFamily="34" charset="0"/>
            </a:rPr>
            <a:t> Teach one another. 10 minute In-Class Teaching Opportunity on Electromagnetic Application.</a:t>
          </a:r>
        </a:p>
      </dgm:t>
    </dgm:pt>
    <dgm:pt modelId="{1C90D6F1-BB0B-46EA-9A3D-9B3874270F32}" type="parTrans" cxnId="{575B632B-DEB2-430D-915A-59C9BD1273CC}">
      <dgm:prSet/>
      <dgm:spPr/>
      <dgm:t>
        <a:bodyPr/>
        <a:lstStyle/>
        <a:p>
          <a:endParaRPr lang="en-US"/>
        </a:p>
      </dgm:t>
    </dgm:pt>
    <dgm:pt modelId="{93510F25-7450-4608-9441-619C98CC290B}" type="sibTrans" cxnId="{575B632B-DEB2-430D-915A-59C9BD1273CC}">
      <dgm:prSet/>
      <dgm:spPr/>
      <dgm:t>
        <a:bodyPr/>
        <a:lstStyle/>
        <a:p>
          <a:endParaRPr lang="en-US"/>
        </a:p>
      </dgm:t>
    </dgm:pt>
    <dgm:pt modelId="{8C1CB3CC-CFE4-427C-923F-D7EBDA8550AC}">
      <dgm:prSet custT="1"/>
      <dgm:spPr/>
      <dgm:t>
        <a:bodyPr/>
        <a:lstStyle/>
        <a:p>
          <a:r>
            <a:rPr lang="en-US" sz="1600" dirty="0">
              <a:latin typeface="Cambria Math" panose="02040503050406030204" pitchFamily="18" charset="0"/>
              <a:ea typeface="Cambria Math" panose="02040503050406030204" pitchFamily="18" charset="0"/>
              <a:cs typeface="Arial" panose="020B0604020202020204" pitchFamily="34" charset="0"/>
            </a:rPr>
            <a:t>12.5% Midterm.</a:t>
          </a:r>
        </a:p>
      </dgm:t>
    </dgm:pt>
    <dgm:pt modelId="{958EF0E1-E11C-4396-B41A-84212CAD5427}" type="parTrans" cxnId="{C56AC0F6-CECA-4022-8DF7-6601BF584274}">
      <dgm:prSet/>
      <dgm:spPr/>
      <dgm:t>
        <a:bodyPr/>
        <a:lstStyle/>
        <a:p>
          <a:endParaRPr lang="en-US"/>
        </a:p>
      </dgm:t>
    </dgm:pt>
    <dgm:pt modelId="{CA7C255E-418A-4229-879F-AD28C8BEDEE9}" type="sibTrans" cxnId="{C56AC0F6-CECA-4022-8DF7-6601BF584274}">
      <dgm:prSet/>
      <dgm:spPr/>
      <dgm:t>
        <a:bodyPr/>
        <a:lstStyle/>
        <a:p>
          <a:endParaRPr lang="en-US"/>
        </a:p>
      </dgm:t>
    </dgm:pt>
    <dgm:pt modelId="{2DBE847E-5B7C-421E-B54E-C85FC22FEC7A}">
      <dgm:prSet custT="1"/>
      <dgm:spPr>
        <a:solidFill>
          <a:srgbClr val="C00000"/>
        </a:solidFill>
      </dgm:spPr>
      <dgm:t>
        <a:bodyPr/>
        <a:lstStyle/>
        <a:p>
          <a:r>
            <a:rPr lang="en-US" sz="1600">
              <a:latin typeface="Cambria Math" panose="02040503050406030204" pitchFamily="18" charset="0"/>
              <a:ea typeface="Cambria Math" panose="02040503050406030204" pitchFamily="18" charset="0"/>
              <a:cs typeface="Arial" panose="020B0604020202020204" pitchFamily="34" charset="0"/>
            </a:rPr>
            <a:t>10% Project</a:t>
          </a:r>
        </a:p>
      </dgm:t>
    </dgm:pt>
    <dgm:pt modelId="{F6FABCCE-D902-4799-9298-B1CD3DE45B29}" type="parTrans" cxnId="{B5282D8B-6C3A-4244-ABD2-3DA3E6F56A11}">
      <dgm:prSet/>
      <dgm:spPr/>
      <dgm:t>
        <a:bodyPr/>
        <a:lstStyle/>
        <a:p>
          <a:endParaRPr lang="en-US"/>
        </a:p>
      </dgm:t>
    </dgm:pt>
    <dgm:pt modelId="{325E5293-80BC-427F-80A3-C3A116336B41}" type="sibTrans" cxnId="{B5282D8B-6C3A-4244-ABD2-3DA3E6F56A11}">
      <dgm:prSet/>
      <dgm:spPr/>
      <dgm:t>
        <a:bodyPr/>
        <a:lstStyle/>
        <a:p>
          <a:endParaRPr lang="en-US"/>
        </a:p>
      </dgm:t>
    </dgm:pt>
    <dgm:pt modelId="{730F128F-797A-4697-A822-E15D1B742529}">
      <dgm:prSet custT="1"/>
      <dgm:spPr/>
      <dgm:t>
        <a:bodyPr/>
        <a:lstStyle/>
        <a:p>
          <a:r>
            <a:rPr lang="en-US" sz="1600">
              <a:solidFill>
                <a:schemeClr val="bg1"/>
              </a:solidFill>
              <a:latin typeface="Cambria Math" panose="02040503050406030204" pitchFamily="18" charset="0"/>
              <a:ea typeface="Cambria Math" panose="02040503050406030204" pitchFamily="18" charset="0"/>
              <a:cs typeface="Arial" panose="020B0604020202020204" pitchFamily="34" charset="0"/>
            </a:rPr>
            <a:t>Project with formal report to be done individually. </a:t>
          </a:r>
          <a:endParaRPr lang="en-US" sz="1600"/>
        </a:p>
      </dgm:t>
    </dgm:pt>
    <dgm:pt modelId="{48619EB1-AC4E-4042-BDD6-CFEF219DB796}" type="parTrans" cxnId="{FE68FEC7-7232-499E-A793-5E1547BCA6DC}">
      <dgm:prSet/>
      <dgm:spPr/>
      <dgm:t>
        <a:bodyPr/>
        <a:lstStyle/>
        <a:p>
          <a:endParaRPr lang="en-US"/>
        </a:p>
      </dgm:t>
    </dgm:pt>
    <dgm:pt modelId="{F8893472-0C89-4D7E-BD2B-F300133F3FAD}" type="sibTrans" cxnId="{FE68FEC7-7232-499E-A793-5E1547BCA6DC}">
      <dgm:prSet/>
      <dgm:spPr/>
      <dgm:t>
        <a:bodyPr/>
        <a:lstStyle/>
        <a:p>
          <a:endParaRPr lang="en-US"/>
        </a:p>
      </dgm:t>
    </dgm:pt>
    <dgm:pt modelId="{FC056624-EA85-44C0-A0A2-64B7E7B09A35}">
      <dgm:prSet custT="1"/>
      <dgm:spPr/>
      <dgm:t>
        <a:bodyPr/>
        <a:lstStyle/>
        <a:p>
          <a:r>
            <a:rPr lang="en-US" sz="1600" dirty="0">
              <a:latin typeface="Cambria Math" panose="02040503050406030204" pitchFamily="18" charset="0"/>
              <a:ea typeface="Cambria Math" panose="02040503050406030204" pitchFamily="18" charset="0"/>
              <a:cs typeface="Arial" panose="020B0604020202020204" pitchFamily="34" charset="0"/>
            </a:rPr>
            <a:t>12.5% Final.</a:t>
          </a:r>
        </a:p>
      </dgm:t>
    </dgm:pt>
    <dgm:pt modelId="{6A99E611-BB58-4756-B5FE-A9D362228623}" type="parTrans" cxnId="{C6188A69-C7C0-4D4C-9C56-EE322BAC553F}">
      <dgm:prSet/>
      <dgm:spPr/>
      <dgm:t>
        <a:bodyPr/>
        <a:lstStyle/>
        <a:p>
          <a:endParaRPr lang="en-US"/>
        </a:p>
      </dgm:t>
    </dgm:pt>
    <dgm:pt modelId="{265B8B10-1C13-45B6-A32C-F0AB2E8E7695}" type="sibTrans" cxnId="{C6188A69-C7C0-4D4C-9C56-EE322BAC553F}">
      <dgm:prSet/>
      <dgm:spPr/>
      <dgm:t>
        <a:bodyPr/>
        <a:lstStyle/>
        <a:p>
          <a:endParaRPr lang="en-US"/>
        </a:p>
      </dgm:t>
    </dgm:pt>
    <dgm:pt modelId="{0B0B927B-0506-4088-807F-09C7B0F2B1DB}" type="pres">
      <dgm:prSet presAssocID="{1412039F-94D5-4EDB-AFF6-FD5CC817E779}" presName="linear" presStyleCnt="0">
        <dgm:presLayoutVars>
          <dgm:dir/>
          <dgm:animLvl val="lvl"/>
          <dgm:resizeHandles val="exact"/>
        </dgm:presLayoutVars>
      </dgm:prSet>
      <dgm:spPr/>
    </dgm:pt>
    <dgm:pt modelId="{B22D7F95-40F2-46ED-87F7-EFBF5F863F11}" type="pres">
      <dgm:prSet presAssocID="{26553014-E8D0-4A2C-8C54-E8A2A8CB572F}" presName="parentLin" presStyleCnt="0"/>
      <dgm:spPr/>
    </dgm:pt>
    <dgm:pt modelId="{3F731113-3260-455E-AC0A-667EC7D5A582}" type="pres">
      <dgm:prSet presAssocID="{26553014-E8D0-4A2C-8C54-E8A2A8CB572F}" presName="parentLeftMargin" presStyleLbl="node1" presStyleIdx="0" presStyleCnt="6"/>
      <dgm:spPr/>
    </dgm:pt>
    <dgm:pt modelId="{0DEDBE97-B04B-4586-9F41-FE21A58350FD}" type="pres">
      <dgm:prSet presAssocID="{26553014-E8D0-4A2C-8C54-E8A2A8CB572F}" presName="parentText" presStyleLbl="node1" presStyleIdx="0" presStyleCnt="6" custLinFactNeighborX="-5889" custLinFactNeighborY="-5640">
        <dgm:presLayoutVars>
          <dgm:chMax val="0"/>
          <dgm:bulletEnabled val="1"/>
        </dgm:presLayoutVars>
      </dgm:prSet>
      <dgm:spPr/>
    </dgm:pt>
    <dgm:pt modelId="{246F0AC6-30F4-4526-8A44-41F1FAF6414B}" type="pres">
      <dgm:prSet presAssocID="{26553014-E8D0-4A2C-8C54-E8A2A8CB572F}" presName="negativeSpace" presStyleCnt="0"/>
      <dgm:spPr/>
    </dgm:pt>
    <dgm:pt modelId="{00BB6269-CEBC-4693-A74B-AF505F1A9F4B}" type="pres">
      <dgm:prSet presAssocID="{26553014-E8D0-4A2C-8C54-E8A2A8CB572F}" presName="childText" presStyleLbl="conFgAcc1" presStyleIdx="0" presStyleCnt="6">
        <dgm:presLayoutVars>
          <dgm:bulletEnabled val="1"/>
        </dgm:presLayoutVars>
      </dgm:prSet>
      <dgm:spPr/>
    </dgm:pt>
    <dgm:pt modelId="{D82DE325-DD80-425A-87AA-B7C50D447F70}" type="pres">
      <dgm:prSet presAssocID="{1EFF60F7-6981-4C84-8B35-F00C72FD6134}" presName="spaceBetweenRectangles" presStyleCnt="0"/>
      <dgm:spPr/>
    </dgm:pt>
    <dgm:pt modelId="{5F6700D3-F0A9-4211-B985-0C6DC296E0F6}" type="pres">
      <dgm:prSet presAssocID="{38046042-28D6-47AA-8CE1-09D8F10B9AE7}" presName="parentLin" presStyleCnt="0"/>
      <dgm:spPr/>
    </dgm:pt>
    <dgm:pt modelId="{B964C69F-56D0-4135-BDA2-C840E1FDC085}" type="pres">
      <dgm:prSet presAssocID="{38046042-28D6-47AA-8CE1-09D8F10B9AE7}" presName="parentLeftMargin" presStyleLbl="node1" presStyleIdx="0" presStyleCnt="6"/>
      <dgm:spPr/>
    </dgm:pt>
    <dgm:pt modelId="{E28CD323-7496-455A-A2DC-1BBF3C4B7987}" type="pres">
      <dgm:prSet presAssocID="{38046042-28D6-47AA-8CE1-09D8F10B9AE7}" presName="parentText" presStyleLbl="node1" presStyleIdx="1" presStyleCnt="6" custLinFactNeighborX="-5890" custLinFactNeighborY="3662">
        <dgm:presLayoutVars>
          <dgm:chMax val="0"/>
          <dgm:bulletEnabled val="1"/>
        </dgm:presLayoutVars>
      </dgm:prSet>
      <dgm:spPr/>
    </dgm:pt>
    <dgm:pt modelId="{93309BA0-BAB5-4906-A5B5-FD3FD23FC624}" type="pres">
      <dgm:prSet presAssocID="{38046042-28D6-47AA-8CE1-09D8F10B9AE7}" presName="negativeSpace" presStyleCnt="0"/>
      <dgm:spPr/>
    </dgm:pt>
    <dgm:pt modelId="{35BE9FCF-C996-4C2A-B110-981FD6C9E5E8}" type="pres">
      <dgm:prSet presAssocID="{38046042-28D6-47AA-8CE1-09D8F10B9AE7}" presName="childText" presStyleLbl="conFgAcc1" presStyleIdx="1" presStyleCnt="6">
        <dgm:presLayoutVars>
          <dgm:bulletEnabled val="1"/>
        </dgm:presLayoutVars>
      </dgm:prSet>
      <dgm:spPr/>
    </dgm:pt>
    <dgm:pt modelId="{3C3FB4F0-61AE-4DE8-8C24-F69DA2E14130}" type="pres">
      <dgm:prSet presAssocID="{E6BB12CA-5833-4415-93B1-AE33BD875D77}" presName="spaceBetweenRectangles" presStyleCnt="0"/>
      <dgm:spPr/>
    </dgm:pt>
    <dgm:pt modelId="{F26AE1FC-E218-4F4F-A2E2-A0C7218BF024}" type="pres">
      <dgm:prSet presAssocID="{632E3F5E-7FE4-4B7F-A6C3-A5929FB5EBB4}" presName="parentLin" presStyleCnt="0"/>
      <dgm:spPr/>
    </dgm:pt>
    <dgm:pt modelId="{2FB74C46-CAE4-446B-BE66-478B9E6EEDD4}" type="pres">
      <dgm:prSet presAssocID="{632E3F5E-7FE4-4B7F-A6C3-A5929FB5EBB4}" presName="parentLeftMargin" presStyleLbl="node1" presStyleIdx="1" presStyleCnt="6"/>
      <dgm:spPr/>
    </dgm:pt>
    <dgm:pt modelId="{657A98CD-8580-47B8-91A1-B378C2573A49}" type="pres">
      <dgm:prSet presAssocID="{632E3F5E-7FE4-4B7F-A6C3-A5929FB5EBB4}" presName="parentText" presStyleLbl="node1" presStyleIdx="2" presStyleCnt="6" custLinFactNeighborX="-5890" custLinFactNeighborY="3662">
        <dgm:presLayoutVars>
          <dgm:chMax val="0"/>
          <dgm:bulletEnabled val="1"/>
        </dgm:presLayoutVars>
      </dgm:prSet>
      <dgm:spPr/>
    </dgm:pt>
    <dgm:pt modelId="{68B2B441-373F-4474-AE9A-A5D7C6AD3772}" type="pres">
      <dgm:prSet presAssocID="{632E3F5E-7FE4-4B7F-A6C3-A5929FB5EBB4}" presName="negativeSpace" presStyleCnt="0"/>
      <dgm:spPr/>
    </dgm:pt>
    <dgm:pt modelId="{307334AA-BF54-4D4D-98BE-4004DD7E6A85}" type="pres">
      <dgm:prSet presAssocID="{632E3F5E-7FE4-4B7F-A6C3-A5929FB5EBB4}" presName="childText" presStyleLbl="conFgAcc1" presStyleIdx="2" presStyleCnt="6">
        <dgm:presLayoutVars>
          <dgm:bulletEnabled val="1"/>
        </dgm:presLayoutVars>
      </dgm:prSet>
      <dgm:spPr/>
    </dgm:pt>
    <dgm:pt modelId="{9969A777-5BD2-4C16-AF7D-7986BF542E2C}" type="pres">
      <dgm:prSet presAssocID="{DE6308F8-D8C9-4ACA-B31D-C20B72F167D8}" presName="spaceBetweenRectangles" presStyleCnt="0"/>
      <dgm:spPr/>
    </dgm:pt>
    <dgm:pt modelId="{89FE6B1E-7820-4373-A06E-C45468D83652}" type="pres">
      <dgm:prSet presAssocID="{9480F9DE-81D8-4D09-9AFF-CA858A619F5C}" presName="parentLin" presStyleCnt="0"/>
      <dgm:spPr/>
    </dgm:pt>
    <dgm:pt modelId="{2FD937AF-1F27-41A3-B9EA-47E6BA4C8BCC}" type="pres">
      <dgm:prSet presAssocID="{9480F9DE-81D8-4D09-9AFF-CA858A619F5C}" presName="parentLeftMargin" presStyleLbl="node1" presStyleIdx="2" presStyleCnt="6"/>
      <dgm:spPr/>
    </dgm:pt>
    <dgm:pt modelId="{39B14D5C-5E2D-4EDB-B697-CDA4D925A02A}" type="pres">
      <dgm:prSet presAssocID="{9480F9DE-81D8-4D09-9AFF-CA858A619F5C}" presName="parentText" presStyleLbl="node1" presStyleIdx="3" presStyleCnt="6" custLinFactNeighborX="-5890" custLinFactNeighborY="3662">
        <dgm:presLayoutVars>
          <dgm:chMax val="0"/>
          <dgm:bulletEnabled val="1"/>
        </dgm:presLayoutVars>
      </dgm:prSet>
      <dgm:spPr/>
    </dgm:pt>
    <dgm:pt modelId="{EDB69BED-0BB0-4400-B457-B146EFA2DAF6}" type="pres">
      <dgm:prSet presAssocID="{9480F9DE-81D8-4D09-9AFF-CA858A619F5C}" presName="negativeSpace" presStyleCnt="0"/>
      <dgm:spPr/>
    </dgm:pt>
    <dgm:pt modelId="{2FB9A0AE-979A-4346-B615-0115CE376F00}" type="pres">
      <dgm:prSet presAssocID="{9480F9DE-81D8-4D09-9AFF-CA858A619F5C}" presName="childText" presStyleLbl="conFgAcc1" presStyleIdx="3" presStyleCnt="6">
        <dgm:presLayoutVars>
          <dgm:bulletEnabled val="1"/>
        </dgm:presLayoutVars>
      </dgm:prSet>
      <dgm:spPr/>
    </dgm:pt>
    <dgm:pt modelId="{5F549934-8789-4F25-8159-365F82604C59}" type="pres">
      <dgm:prSet presAssocID="{6A8AE981-51DC-4D48-83DA-4463B29D9C0D}" presName="spaceBetweenRectangles" presStyleCnt="0"/>
      <dgm:spPr/>
    </dgm:pt>
    <dgm:pt modelId="{2FC51D48-50EA-4B56-965E-A6859F154E8D}" type="pres">
      <dgm:prSet presAssocID="{A9F48135-02FD-420B-9001-D13FA56D2943}" presName="parentLin" presStyleCnt="0"/>
      <dgm:spPr/>
    </dgm:pt>
    <dgm:pt modelId="{134E9C82-BBED-4283-BB55-6CC5AE72EBBE}" type="pres">
      <dgm:prSet presAssocID="{A9F48135-02FD-420B-9001-D13FA56D2943}" presName="parentLeftMargin" presStyleLbl="node1" presStyleIdx="3" presStyleCnt="6"/>
      <dgm:spPr/>
    </dgm:pt>
    <dgm:pt modelId="{7D8B331C-4851-4EEF-86B6-A515403DA1AB}" type="pres">
      <dgm:prSet presAssocID="{A9F48135-02FD-420B-9001-D13FA56D2943}" presName="parentText" presStyleLbl="node1" presStyleIdx="4" presStyleCnt="6">
        <dgm:presLayoutVars>
          <dgm:chMax val="0"/>
          <dgm:bulletEnabled val="1"/>
        </dgm:presLayoutVars>
      </dgm:prSet>
      <dgm:spPr/>
    </dgm:pt>
    <dgm:pt modelId="{DE4609A7-0FA8-4177-ACCB-A832B1EA92AB}" type="pres">
      <dgm:prSet presAssocID="{A9F48135-02FD-420B-9001-D13FA56D2943}" presName="negativeSpace" presStyleCnt="0"/>
      <dgm:spPr/>
    </dgm:pt>
    <dgm:pt modelId="{68825167-1815-495E-855B-3E4BD9806305}" type="pres">
      <dgm:prSet presAssocID="{A9F48135-02FD-420B-9001-D13FA56D2943}" presName="childText" presStyleLbl="conFgAcc1" presStyleIdx="4" presStyleCnt="6">
        <dgm:presLayoutVars>
          <dgm:bulletEnabled val="1"/>
        </dgm:presLayoutVars>
      </dgm:prSet>
      <dgm:spPr/>
    </dgm:pt>
    <dgm:pt modelId="{8A89CE94-F83B-4312-A48D-8DD912D9356D}" type="pres">
      <dgm:prSet presAssocID="{2CF148C5-A58A-4D58-BDBD-1AE4A40C125E}" presName="spaceBetweenRectangles" presStyleCnt="0"/>
      <dgm:spPr/>
    </dgm:pt>
    <dgm:pt modelId="{5F807745-FDC9-47F5-83BD-501F53FEB864}" type="pres">
      <dgm:prSet presAssocID="{2DBE847E-5B7C-421E-B54E-C85FC22FEC7A}" presName="parentLin" presStyleCnt="0"/>
      <dgm:spPr/>
    </dgm:pt>
    <dgm:pt modelId="{0B105922-BA85-4D41-B102-1AB1D710C482}" type="pres">
      <dgm:prSet presAssocID="{2DBE847E-5B7C-421E-B54E-C85FC22FEC7A}" presName="parentLeftMargin" presStyleLbl="node1" presStyleIdx="4" presStyleCnt="6"/>
      <dgm:spPr/>
    </dgm:pt>
    <dgm:pt modelId="{6901A62D-8600-4847-B1A7-73BCD8DBB981}" type="pres">
      <dgm:prSet presAssocID="{2DBE847E-5B7C-421E-B54E-C85FC22FEC7A}" presName="parentText" presStyleLbl="node1" presStyleIdx="5" presStyleCnt="6">
        <dgm:presLayoutVars>
          <dgm:chMax val="0"/>
          <dgm:bulletEnabled val="1"/>
        </dgm:presLayoutVars>
      </dgm:prSet>
      <dgm:spPr/>
    </dgm:pt>
    <dgm:pt modelId="{6838ED5D-A79E-4ADE-B3E7-3BDF6FC9FB6E}" type="pres">
      <dgm:prSet presAssocID="{2DBE847E-5B7C-421E-B54E-C85FC22FEC7A}" presName="negativeSpace" presStyleCnt="0"/>
      <dgm:spPr/>
    </dgm:pt>
    <dgm:pt modelId="{96ED0242-22E5-4256-806E-B9DA7DD62936}" type="pres">
      <dgm:prSet presAssocID="{2DBE847E-5B7C-421E-B54E-C85FC22FEC7A}" presName="childText" presStyleLbl="conFgAcc1" presStyleIdx="5" presStyleCnt="6">
        <dgm:presLayoutVars>
          <dgm:bulletEnabled val="1"/>
        </dgm:presLayoutVars>
      </dgm:prSet>
      <dgm:spPr/>
    </dgm:pt>
  </dgm:ptLst>
  <dgm:cxnLst>
    <dgm:cxn modelId="{73277B1B-AA5A-479B-AAA1-E00CD357C4F0}" type="presOf" srcId="{9A178E6A-B322-4B78-AE9D-A0CE1F52D661}" destId="{2FB9A0AE-979A-4346-B615-0115CE376F00}" srcOrd="0" destOrd="0" presId="urn:microsoft.com/office/officeart/2005/8/layout/list1"/>
    <dgm:cxn modelId="{575B632B-DEB2-430D-915A-59C9BD1273CC}" srcId="{38046042-28D6-47AA-8CE1-09D8F10B9AE7}" destId="{E87B9AC9-CAE0-4294-91AC-029BD87D45DC}" srcOrd="0" destOrd="0" parTransId="{1C90D6F1-BB0B-46EA-9A3D-9B3874270F32}" sibTransId="{93510F25-7450-4608-9441-619C98CC290B}"/>
    <dgm:cxn modelId="{C057962E-59CC-47B4-A4E5-FC70F444DA4C}" type="presOf" srcId="{632E3F5E-7FE4-4B7F-A6C3-A5929FB5EBB4}" destId="{2FB74C46-CAE4-446B-BE66-478B9E6EEDD4}" srcOrd="0" destOrd="0" presId="urn:microsoft.com/office/officeart/2005/8/layout/list1"/>
    <dgm:cxn modelId="{D848CD33-8E11-41B9-A88A-9C5F9BCFF625}" type="presOf" srcId="{E87B9AC9-CAE0-4294-91AC-029BD87D45DC}" destId="{35BE9FCF-C996-4C2A-B110-981FD6C9E5E8}" srcOrd="0" destOrd="0" presId="urn:microsoft.com/office/officeart/2005/8/layout/list1"/>
    <dgm:cxn modelId="{C52FC83C-7BCC-4028-87CA-769DB1CE95A6}" srcId="{9480F9DE-81D8-4D09-9AFF-CA858A619F5C}" destId="{9A178E6A-B322-4B78-AE9D-A0CE1F52D661}" srcOrd="0" destOrd="0" parTransId="{084001BE-F118-4F0F-974E-D8618378D59B}" sibTransId="{6D2D9A7C-53B1-4CA0-8A51-B756A24E93A7}"/>
    <dgm:cxn modelId="{B3707761-8A64-43CF-94A5-053A829A7A37}" srcId="{1412039F-94D5-4EDB-AFF6-FD5CC817E779}" destId="{38046042-28D6-47AA-8CE1-09D8F10B9AE7}" srcOrd="1" destOrd="0" parTransId="{AAED8FE9-1836-4BFC-B2FF-779D94D54736}" sibTransId="{E6BB12CA-5833-4415-93B1-AE33BD875D77}"/>
    <dgm:cxn modelId="{E0D0A161-A469-4E2B-B18E-C0CADB459629}" type="presOf" srcId="{38046042-28D6-47AA-8CE1-09D8F10B9AE7}" destId="{B964C69F-56D0-4135-BDA2-C840E1FDC085}" srcOrd="0" destOrd="0" presId="urn:microsoft.com/office/officeart/2005/8/layout/list1"/>
    <dgm:cxn modelId="{21784764-AC97-4080-A0A5-24E4C019AC9D}" type="presOf" srcId="{26553014-E8D0-4A2C-8C54-E8A2A8CB572F}" destId="{3F731113-3260-455E-AC0A-667EC7D5A582}" srcOrd="0" destOrd="0" presId="urn:microsoft.com/office/officeart/2005/8/layout/list1"/>
    <dgm:cxn modelId="{7C554A67-A95A-4EE2-9721-0D936CE7BB8C}" srcId="{632E3F5E-7FE4-4B7F-A6C3-A5929FB5EBB4}" destId="{00B389C8-E17A-4E01-873E-6F8376A34F86}" srcOrd="0" destOrd="0" parTransId="{5721724B-6533-46C2-B854-4544249DC994}" sibTransId="{0D38DDF8-BD76-4353-A4FD-CADF1F7B558A}"/>
    <dgm:cxn modelId="{C6188A69-C7C0-4D4C-9C56-EE322BAC553F}" srcId="{A9F48135-02FD-420B-9001-D13FA56D2943}" destId="{FC056624-EA85-44C0-A0A2-64B7E7B09A35}" srcOrd="2" destOrd="0" parTransId="{6A99E611-BB58-4756-B5FE-A9D362228623}" sibTransId="{265B8B10-1C13-45B6-A32C-F0AB2E8E7695}"/>
    <dgm:cxn modelId="{BA98D469-C5E8-4F69-9663-5C6BC65DFEF3}" type="presOf" srcId="{FC056624-EA85-44C0-A0A2-64B7E7B09A35}" destId="{68825167-1815-495E-855B-3E4BD9806305}" srcOrd="0" destOrd="2" presId="urn:microsoft.com/office/officeart/2005/8/layout/list1"/>
    <dgm:cxn modelId="{E508884A-A14A-4FAE-9052-3D0173E4AF02}" type="presOf" srcId="{730F128F-797A-4697-A822-E15D1B742529}" destId="{96ED0242-22E5-4256-806E-B9DA7DD62936}" srcOrd="0" destOrd="0" presId="urn:microsoft.com/office/officeart/2005/8/layout/list1"/>
    <dgm:cxn modelId="{F8F1376C-16CE-4F80-AF4E-3B0B011A6B1E}" srcId="{A9F48135-02FD-420B-9001-D13FA56D2943}" destId="{98018C80-38DB-47AF-8BFD-24BE83876913}" srcOrd="0" destOrd="0" parTransId="{E2FBB2B2-FA8B-4878-A338-44D0B8354C57}" sibTransId="{B29B2258-F28E-40B1-9255-E6B1C0CF5F1C}"/>
    <dgm:cxn modelId="{14C0086E-17CD-4B0B-8C4F-C6F063D622FC}" type="presOf" srcId="{632E3F5E-7FE4-4B7F-A6C3-A5929FB5EBB4}" destId="{657A98CD-8580-47B8-91A1-B378C2573A49}" srcOrd="1" destOrd="0" presId="urn:microsoft.com/office/officeart/2005/8/layout/list1"/>
    <dgm:cxn modelId="{D1C28250-5616-4F85-98DE-1F65B18ACF78}" type="presOf" srcId="{A9F48135-02FD-420B-9001-D13FA56D2943}" destId="{134E9C82-BBED-4283-BB55-6CC5AE72EBBE}" srcOrd="0" destOrd="0" presId="urn:microsoft.com/office/officeart/2005/8/layout/list1"/>
    <dgm:cxn modelId="{F9026573-6A77-4CDC-BCE7-455B9856D597}" type="presOf" srcId="{00B389C8-E17A-4E01-873E-6F8376A34F86}" destId="{307334AA-BF54-4D4D-98BE-4004DD7E6A85}" srcOrd="0" destOrd="0" presId="urn:microsoft.com/office/officeart/2005/8/layout/list1"/>
    <dgm:cxn modelId="{728F6D73-5FA4-4611-96A1-F35E38F6EC8B}" type="presOf" srcId="{8C1CB3CC-CFE4-427C-923F-D7EBDA8550AC}" destId="{68825167-1815-495E-855B-3E4BD9806305}" srcOrd="0" destOrd="1" presId="urn:microsoft.com/office/officeart/2005/8/layout/list1"/>
    <dgm:cxn modelId="{10347A53-F0A7-4AD1-82B1-DA6560C4C460}" srcId="{1412039F-94D5-4EDB-AFF6-FD5CC817E779}" destId="{9480F9DE-81D8-4D09-9AFF-CA858A619F5C}" srcOrd="3" destOrd="0" parTransId="{BD9FBDF2-17E8-4486-BEC6-023AC6C3EA0E}" sibTransId="{6A8AE981-51DC-4D48-83DA-4463B29D9C0D}"/>
    <dgm:cxn modelId="{7E3F567D-7FC6-4F59-99F3-6D25F6347696}" type="presOf" srcId="{2DBE847E-5B7C-421E-B54E-C85FC22FEC7A}" destId="{0B105922-BA85-4D41-B102-1AB1D710C482}" srcOrd="0" destOrd="0" presId="urn:microsoft.com/office/officeart/2005/8/layout/list1"/>
    <dgm:cxn modelId="{DF5CD788-235A-40C4-9DAC-D29C54F80DD5}" type="presOf" srcId="{1412039F-94D5-4EDB-AFF6-FD5CC817E779}" destId="{0B0B927B-0506-4088-807F-09C7B0F2B1DB}" srcOrd="0" destOrd="0" presId="urn:microsoft.com/office/officeart/2005/8/layout/list1"/>
    <dgm:cxn modelId="{A3B3D988-FCBC-45EE-A79E-C0906061C2AC}" type="presOf" srcId="{9480F9DE-81D8-4D09-9AFF-CA858A619F5C}" destId="{2FD937AF-1F27-41A3-B9EA-47E6BA4C8BCC}" srcOrd="0" destOrd="0" presId="urn:microsoft.com/office/officeart/2005/8/layout/list1"/>
    <dgm:cxn modelId="{B5282D8B-6C3A-4244-ABD2-3DA3E6F56A11}" srcId="{1412039F-94D5-4EDB-AFF6-FD5CC817E779}" destId="{2DBE847E-5B7C-421E-B54E-C85FC22FEC7A}" srcOrd="5" destOrd="0" parTransId="{F6FABCCE-D902-4799-9298-B1CD3DE45B29}" sibTransId="{325E5293-80BC-427F-80A3-C3A116336B41}"/>
    <dgm:cxn modelId="{785F019C-ADA0-4E86-81E5-0A6EC48AED87}" type="presOf" srcId="{4298810E-E413-4A04-9DA6-E44E5457AB54}" destId="{00BB6269-CEBC-4693-A74B-AF505F1A9F4B}" srcOrd="0" destOrd="0" presId="urn:microsoft.com/office/officeart/2005/8/layout/list1"/>
    <dgm:cxn modelId="{00551BAB-5138-4090-A446-9049AF86D5D5}" type="presOf" srcId="{38046042-28D6-47AA-8CE1-09D8F10B9AE7}" destId="{E28CD323-7496-455A-A2DC-1BBF3C4B7987}" srcOrd="1" destOrd="0" presId="urn:microsoft.com/office/officeart/2005/8/layout/list1"/>
    <dgm:cxn modelId="{797294BA-9747-4E63-A45C-AAEAB4751956}" type="presOf" srcId="{A9F48135-02FD-420B-9001-D13FA56D2943}" destId="{7D8B331C-4851-4EEF-86B6-A515403DA1AB}" srcOrd="1" destOrd="0" presId="urn:microsoft.com/office/officeart/2005/8/layout/list1"/>
    <dgm:cxn modelId="{5C5A4EBF-1665-4EC8-818A-5AB16B131C65}" srcId="{1412039F-94D5-4EDB-AFF6-FD5CC817E779}" destId="{A9F48135-02FD-420B-9001-D13FA56D2943}" srcOrd="4" destOrd="0" parTransId="{F08CB0B9-3F54-46D9-8709-DD6EBBC97B05}" sibTransId="{2CF148C5-A58A-4D58-BDBD-1AE4A40C125E}"/>
    <dgm:cxn modelId="{DA76A8C2-F195-4D9A-8754-BA6C828BAC19}" type="presOf" srcId="{9480F9DE-81D8-4D09-9AFF-CA858A619F5C}" destId="{39B14D5C-5E2D-4EDB-B697-CDA4D925A02A}" srcOrd="1" destOrd="0" presId="urn:microsoft.com/office/officeart/2005/8/layout/list1"/>
    <dgm:cxn modelId="{FE68FEC7-7232-499E-A793-5E1547BCA6DC}" srcId="{2DBE847E-5B7C-421E-B54E-C85FC22FEC7A}" destId="{730F128F-797A-4697-A822-E15D1B742529}" srcOrd="0" destOrd="0" parTransId="{48619EB1-AC4E-4042-BDD6-CFEF219DB796}" sibTransId="{F8893472-0C89-4D7E-BD2B-F300133F3FAD}"/>
    <dgm:cxn modelId="{596E6FD1-27C5-4470-85C0-248251D7EFC7}" srcId="{26553014-E8D0-4A2C-8C54-E8A2A8CB572F}" destId="{4298810E-E413-4A04-9DA6-E44E5457AB54}" srcOrd="0" destOrd="0" parTransId="{4FD8795C-173F-4DAB-9B55-D38C90D8ABB5}" sibTransId="{BBB696BD-2B76-466F-8FDC-10BF9AEDEE47}"/>
    <dgm:cxn modelId="{008A22D4-90D7-4532-9978-B6AD9F987757}" type="presOf" srcId="{98018C80-38DB-47AF-8BFD-24BE83876913}" destId="{68825167-1815-495E-855B-3E4BD9806305}" srcOrd="0" destOrd="0" presId="urn:microsoft.com/office/officeart/2005/8/layout/list1"/>
    <dgm:cxn modelId="{275589DF-7ED9-45B7-B023-FE203EFC5225}" type="presOf" srcId="{2DBE847E-5B7C-421E-B54E-C85FC22FEC7A}" destId="{6901A62D-8600-4847-B1A7-73BCD8DBB981}" srcOrd="1" destOrd="0" presId="urn:microsoft.com/office/officeart/2005/8/layout/list1"/>
    <dgm:cxn modelId="{D4A6EAED-D55C-4C7C-9C2D-162C3542F80E}" type="presOf" srcId="{26553014-E8D0-4A2C-8C54-E8A2A8CB572F}" destId="{0DEDBE97-B04B-4586-9F41-FE21A58350FD}" srcOrd="1" destOrd="0" presId="urn:microsoft.com/office/officeart/2005/8/layout/list1"/>
    <dgm:cxn modelId="{2DD29BF2-F421-4652-B27A-65C66D8B6EB8}" srcId="{1412039F-94D5-4EDB-AFF6-FD5CC817E779}" destId="{26553014-E8D0-4A2C-8C54-E8A2A8CB572F}" srcOrd="0" destOrd="0" parTransId="{E3255818-2D8D-4886-91FC-4D0C9D1CA416}" sibTransId="{1EFF60F7-6981-4C84-8B35-F00C72FD6134}"/>
    <dgm:cxn modelId="{C56AC0F6-CECA-4022-8DF7-6601BF584274}" srcId="{A9F48135-02FD-420B-9001-D13FA56D2943}" destId="{8C1CB3CC-CFE4-427C-923F-D7EBDA8550AC}" srcOrd="1" destOrd="0" parTransId="{958EF0E1-E11C-4396-B41A-84212CAD5427}" sibTransId="{CA7C255E-418A-4229-879F-AD28C8BEDEE9}"/>
    <dgm:cxn modelId="{1F756EFD-AAB6-4C08-A50E-5BF773157C5B}" srcId="{1412039F-94D5-4EDB-AFF6-FD5CC817E779}" destId="{632E3F5E-7FE4-4B7F-A6C3-A5929FB5EBB4}" srcOrd="2" destOrd="0" parTransId="{FF7E7F7C-7A7B-415C-9903-11744247D584}" sibTransId="{DE6308F8-D8C9-4ACA-B31D-C20B72F167D8}"/>
    <dgm:cxn modelId="{D239AE9E-68CC-4AD3-B5B9-9BAA62BEB8D3}" type="presParOf" srcId="{0B0B927B-0506-4088-807F-09C7B0F2B1DB}" destId="{B22D7F95-40F2-46ED-87F7-EFBF5F863F11}" srcOrd="0" destOrd="0" presId="urn:microsoft.com/office/officeart/2005/8/layout/list1"/>
    <dgm:cxn modelId="{36FB1AA2-D2A8-438B-BD45-0D83399493BC}" type="presParOf" srcId="{B22D7F95-40F2-46ED-87F7-EFBF5F863F11}" destId="{3F731113-3260-455E-AC0A-667EC7D5A582}" srcOrd="0" destOrd="0" presId="urn:microsoft.com/office/officeart/2005/8/layout/list1"/>
    <dgm:cxn modelId="{80C6DC83-2F2B-42EF-8158-E67AE091349D}" type="presParOf" srcId="{B22D7F95-40F2-46ED-87F7-EFBF5F863F11}" destId="{0DEDBE97-B04B-4586-9F41-FE21A58350FD}" srcOrd="1" destOrd="0" presId="urn:microsoft.com/office/officeart/2005/8/layout/list1"/>
    <dgm:cxn modelId="{B008561E-A66C-4946-A4FB-7F82BEA96DD1}" type="presParOf" srcId="{0B0B927B-0506-4088-807F-09C7B0F2B1DB}" destId="{246F0AC6-30F4-4526-8A44-41F1FAF6414B}" srcOrd="1" destOrd="0" presId="urn:microsoft.com/office/officeart/2005/8/layout/list1"/>
    <dgm:cxn modelId="{C2414368-2AC1-402F-BDFE-269FB21BE1DC}" type="presParOf" srcId="{0B0B927B-0506-4088-807F-09C7B0F2B1DB}" destId="{00BB6269-CEBC-4693-A74B-AF505F1A9F4B}" srcOrd="2" destOrd="0" presId="urn:microsoft.com/office/officeart/2005/8/layout/list1"/>
    <dgm:cxn modelId="{1E07097F-25EC-4B43-88EF-36AF93417632}" type="presParOf" srcId="{0B0B927B-0506-4088-807F-09C7B0F2B1DB}" destId="{D82DE325-DD80-425A-87AA-B7C50D447F70}" srcOrd="3" destOrd="0" presId="urn:microsoft.com/office/officeart/2005/8/layout/list1"/>
    <dgm:cxn modelId="{C9CE2BC6-E0D9-4754-A663-18312B95F52E}" type="presParOf" srcId="{0B0B927B-0506-4088-807F-09C7B0F2B1DB}" destId="{5F6700D3-F0A9-4211-B985-0C6DC296E0F6}" srcOrd="4" destOrd="0" presId="urn:microsoft.com/office/officeart/2005/8/layout/list1"/>
    <dgm:cxn modelId="{CC297FE0-CC7A-47A9-AFA5-52AF2CDFF98C}" type="presParOf" srcId="{5F6700D3-F0A9-4211-B985-0C6DC296E0F6}" destId="{B964C69F-56D0-4135-BDA2-C840E1FDC085}" srcOrd="0" destOrd="0" presId="urn:microsoft.com/office/officeart/2005/8/layout/list1"/>
    <dgm:cxn modelId="{60CC7934-485E-4BA5-B140-F6468DC6F690}" type="presParOf" srcId="{5F6700D3-F0A9-4211-B985-0C6DC296E0F6}" destId="{E28CD323-7496-455A-A2DC-1BBF3C4B7987}" srcOrd="1" destOrd="0" presId="urn:microsoft.com/office/officeart/2005/8/layout/list1"/>
    <dgm:cxn modelId="{7EC1094E-A2AC-4B76-B1A1-04805FF4BCB5}" type="presParOf" srcId="{0B0B927B-0506-4088-807F-09C7B0F2B1DB}" destId="{93309BA0-BAB5-4906-A5B5-FD3FD23FC624}" srcOrd="5" destOrd="0" presId="urn:microsoft.com/office/officeart/2005/8/layout/list1"/>
    <dgm:cxn modelId="{FF47E7F8-FFA1-4002-AD27-886D92384B89}" type="presParOf" srcId="{0B0B927B-0506-4088-807F-09C7B0F2B1DB}" destId="{35BE9FCF-C996-4C2A-B110-981FD6C9E5E8}" srcOrd="6" destOrd="0" presId="urn:microsoft.com/office/officeart/2005/8/layout/list1"/>
    <dgm:cxn modelId="{70CFA477-E4CA-4BF5-85FC-F9F5F42BF14B}" type="presParOf" srcId="{0B0B927B-0506-4088-807F-09C7B0F2B1DB}" destId="{3C3FB4F0-61AE-4DE8-8C24-F69DA2E14130}" srcOrd="7" destOrd="0" presId="urn:microsoft.com/office/officeart/2005/8/layout/list1"/>
    <dgm:cxn modelId="{E37ABF0A-32D3-44D3-BC62-04FDB6E2B847}" type="presParOf" srcId="{0B0B927B-0506-4088-807F-09C7B0F2B1DB}" destId="{F26AE1FC-E218-4F4F-A2E2-A0C7218BF024}" srcOrd="8" destOrd="0" presId="urn:microsoft.com/office/officeart/2005/8/layout/list1"/>
    <dgm:cxn modelId="{7884F2A7-2AE3-4A54-B2BA-AAB3F7A9F104}" type="presParOf" srcId="{F26AE1FC-E218-4F4F-A2E2-A0C7218BF024}" destId="{2FB74C46-CAE4-446B-BE66-478B9E6EEDD4}" srcOrd="0" destOrd="0" presId="urn:microsoft.com/office/officeart/2005/8/layout/list1"/>
    <dgm:cxn modelId="{44F7CB7C-5D75-4354-B2EA-D1CD6F9CC04C}" type="presParOf" srcId="{F26AE1FC-E218-4F4F-A2E2-A0C7218BF024}" destId="{657A98CD-8580-47B8-91A1-B378C2573A49}" srcOrd="1" destOrd="0" presId="urn:microsoft.com/office/officeart/2005/8/layout/list1"/>
    <dgm:cxn modelId="{A744D42E-C8C6-4F05-BD81-5CF440D3B1E1}" type="presParOf" srcId="{0B0B927B-0506-4088-807F-09C7B0F2B1DB}" destId="{68B2B441-373F-4474-AE9A-A5D7C6AD3772}" srcOrd="9" destOrd="0" presId="urn:microsoft.com/office/officeart/2005/8/layout/list1"/>
    <dgm:cxn modelId="{7D4209C9-4EE2-4BDE-AE77-33B2BE5EA022}" type="presParOf" srcId="{0B0B927B-0506-4088-807F-09C7B0F2B1DB}" destId="{307334AA-BF54-4D4D-98BE-4004DD7E6A85}" srcOrd="10" destOrd="0" presId="urn:microsoft.com/office/officeart/2005/8/layout/list1"/>
    <dgm:cxn modelId="{904B2B8C-AA2B-4F89-894B-4E1B62A3335B}" type="presParOf" srcId="{0B0B927B-0506-4088-807F-09C7B0F2B1DB}" destId="{9969A777-5BD2-4C16-AF7D-7986BF542E2C}" srcOrd="11" destOrd="0" presId="urn:microsoft.com/office/officeart/2005/8/layout/list1"/>
    <dgm:cxn modelId="{465C9982-E619-488E-9C9B-83476AA4168E}" type="presParOf" srcId="{0B0B927B-0506-4088-807F-09C7B0F2B1DB}" destId="{89FE6B1E-7820-4373-A06E-C45468D83652}" srcOrd="12" destOrd="0" presId="urn:microsoft.com/office/officeart/2005/8/layout/list1"/>
    <dgm:cxn modelId="{A33BEBE3-89B2-4664-BA7B-172707672452}" type="presParOf" srcId="{89FE6B1E-7820-4373-A06E-C45468D83652}" destId="{2FD937AF-1F27-41A3-B9EA-47E6BA4C8BCC}" srcOrd="0" destOrd="0" presId="urn:microsoft.com/office/officeart/2005/8/layout/list1"/>
    <dgm:cxn modelId="{D813866F-0A6D-4CB7-B466-A3D70D7411D6}" type="presParOf" srcId="{89FE6B1E-7820-4373-A06E-C45468D83652}" destId="{39B14D5C-5E2D-4EDB-B697-CDA4D925A02A}" srcOrd="1" destOrd="0" presId="urn:microsoft.com/office/officeart/2005/8/layout/list1"/>
    <dgm:cxn modelId="{6BB1F3D9-7B69-4325-94CD-735C749F572C}" type="presParOf" srcId="{0B0B927B-0506-4088-807F-09C7B0F2B1DB}" destId="{EDB69BED-0BB0-4400-B457-B146EFA2DAF6}" srcOrd="13" destOrd="0" presId="urn:microsoft.com/office/officeart/2005/8/layout/list1"/>
    <dgm:cxn modelId="{83405EED-2ADC-4877-86BD-BAF971DAC8FB}" type="presParOf" srcId="{0B0B927B-0506-4088-807F-09C7B0F2B1DB}" destId="{2FB9A0AE-979A-4346-B615-0115CE376F00}" srcOrd="14" destOrd="0" presId="urn:microsoft.com/office/officeart/2005/8/layout/list1"/>
    <dgm:cxn modelId="{9606E680-726D-47FB-A749-CBABC519C787}" type="presParOf" srcId="{0B0B927B-0506-4088-807F-09C7B0F2B1DB}" destId="{5F549934-8789-4F25-8159-365F82604C59}" srcOrd="15" destOrd="0" presId="urn:microsoft.com/office/officeart/2005/8/layout/list1"/>
    <dgm:cxn modelId="{A42EBF22-2559-490B-914A-E2E93EE6A272}" type="presParOf" srcId="{0B0B927B-0506-4088-807F-09C7B0F2B1DB}" destId="{2FC51D48-50EA-4B56-965E-A6859F154E8D}" srcOrd="16" destOrd="0" presId="urn:microsoft.com/office/officeart/2005/8/layout/list1"/>
    <dgm:cxn modelId="{DDF2085F-4311-4C23-99FA-0B948E2FDC01}" type="presParOf" srcId="{2FC51D48-50EA-4B56-965E-A6859F154E8D}" destId="{134E9C82-BBED-4283-BB55-6CC5AE72EBBE}" srcOrd="0" destOrd="0" presId="urn:microsoft.com/office/officeart/2005/8/layout/list1"/>
    <dgm:cxn modelId="{350760E9-726C-4385-8449-559AEDA3C1BD}" type="presParOf" srcId="{2FC51D48-50EA-4B56-965E-A6859F154E8D}" destId="{7D8B331C-4851-4EEF-86B6-A515403DA1AB}" srcOrd="1" destOrd="0" presId="urn:microsoft.com/office/officeart/2005/8/layout/list1"/>
    <dgm:cxn modelId="{C4AE3C71-FA95-4368-BB6D-6F6AEB772831}" type="presParOf" srcId="{0B0B927B-0506-4088-807F-09C7B0F2B1DB}" destId="{DE4609A7-0FA8-4177-ACCB-A832B1EA92AB}" srcOrd="17" destOrd="0" presId="urn:microsoft.com/office/officeart/2005/8/layout/list1"/>
    <dgm:cxn modelId="{ECFDA72B-3B09-47A9-AD40-0C6344A22326}" type="presParOf" srcId="{0B0B927B-0506-4088-807F-09C7B0F2B1DB}" destId="{68825167-1815-495E-855B-3E4BD9806305}" srcOrd="18" destOrd="0" presId="urn:microsoft.com/office/officeart/2005/8/layout/list1"/>
    <dgm:cxn modelId="{1B497B99-62FB-4C69-A408-A90A714937C9}" type="presParOf" srcId="{0B0B927B-0506-4088-807F-09C7B0F2B1DB}" destId="{8A89CE94-F83B-4312-A48D-8DD912D9356D}" srcOrd="19" destOrd="0" presId="urn:microsoft.com/office/officeart/2005/8/layout/list1"/>
    <dgm:cxn modelId="{24A80AD0-13AE-4F46-91CC-E84542E00484}" type="presParOf" srcId="{0B0B927B-0506-4088-807F-09C7B0F2B1DB}" destId="{5F807745-FDC9-47F5-83BD-501F53FEB864}" srcOrd="20" destOrd="0" presId="urn:microsoft.com/office/officeart/2005/8/layout/list1"/>
    <dgm:cxn modelId="{8B456AFC-5778-4623-A023-AD57464C9AC8}" type="presParOf" srcId="{5F807745-FDC9-47F5-83BD-501F53FEB864}" destId="{0B105922-BA85-4D41-B102-1AB1D710C482}" srcOrd="0" destOrd="0" presId="urn:microsoft.com/office/officeart/2005/8/layout/list1"/>
    <dgm:cxn modelId="{9DF0292A-5422-4C88-8A88-6543D2A5EB58}" type="presParOf" srcId="{5F807745-FDC9-47F5-83BD-501F53FEB864}" destId="{6901A62D-8600-4847-B1A7-73BCD8DBB981}" srcOrd="1" destOrd="0" presId="urn:microsoft.com/office/officeart/2005/8/layout/list1"/>
    <dgm:cxn modelId="{2749B8EB-E0C2-4E8B-9C99-29E6AA06D675}" type="presParOf" srcId="{0B0B927B-0506-4088-807F-09C7B0F2B1DB}" destId="{6838ED5D-A79E-4ADE-B3E7-3BDF6FC9FB6E}" srcOrd="21" destOrd="0" presId="urn:microsoft.com/office/officeart/2005/8/layout/list1"/>
    <dgm:cxn modelId="{45C5CB19-5D33-42FA-A461-57BB74BF212D}" type="presParOf" srcId="{0B0B927B-0506-4088-807F-09C7B0F2B1DB}" destId="{96ED0242-22E5-4256-806E-B9DA7DD62936}" srcOrd="2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BB6269-CEBC-4693-A74B-AF505F1A9F4B}">
      <dsp:nvSpPr>
        <dsp:cNvPr id="0" name=""/>
        <dsp:cNvSpPr/>
      </dsp:nvSpPr>
      <dsp:spPr>
        <a:xfrm>
          <a:off x="0" y="228396"/>
          <a:ext cx="10548552" cy="585900"/>
        </a:xfrm>
        <a:prstGeom prst="rect">
          <a:avLst/>
        </a:prstGeom>
        <a:solidFill>
          <a:schemeClr val="lt1">
            <a:alpha val="90000"/>
            <a:hueOff val="0"/>
            <a:satOff val="0"/>
            <a:lumOff val="0"/>
            <a:alphaOff val="0"/>
          </a:schemeClr>
        </a:solidFill>
        <a:ln w="9525" cap="flat" cmpd="sng" algn="ctr">
          <a:solidFill>
            <a:schemeClr val="accent3">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18685" tIns="249936" rIns="818685"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a:latin typeface="Cambria Math" panose="02040503050406030204" pitchFamily="18" charset="0"/>
              <a:ea typeface="Cambria Math" panose="02040503050406030204" pitchFamily="18" charset="0"/>
              <a:cs typeface="Arial" panose="020B0604020202020204" pitchFamily="34" charset="0"/>
            </a:rPr>
            <a:t> No makeups for these quizzes. Lowest 6 quiz scores for the semester dropped.</a:t>
          </a:r>
        </a:p>
      </dsp:txBody>
      <dsp:txXfrm>
        <a:off x="0" y="228396"/>
        <a:ext cx="10548552" cy="585900"/>
      </dsp:txXfrm>
    </dsp:sp>
    <dsp:sp modelId="{0DEDBE97-B04B-4586-9F41-FE21A58350FD}">
      <dsp:nvSpPr>
        <dsp:cNvPr id="0" name=""/>
        <dsp:cNvSpPr/>
      </dsp:nvSpPr>
      <dsp:spPr>
        <a:xfrm>
          <a:off x="496367" y="31297"/>
          <a:ext cx="7383986" cy="354240"/>
        </a:xfrm>
        <a:prstGeom prst="roundRect">
          <a:avLst/>
        </a:prstGeom>
        <a:solidFill>
          <a:srgbClr val="C00000"/>
        </a:soli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79097" tIns="0" rIns="279097" bIns="0" numCol="1" spcCol="1270" anchor="ctr" anchorCtr="0">
          <a:noAutofit/>
        </a:bodyPr>
        <a:lstStyle/>
        <a:p>
          <a:pPr marL="0" lvl="0" indent="0" algn="l" defTabSz="711200">
            <a:lnSpc>
              <a:spcPct val="90000"/>
            </a:lnSpc>
            <a:spcBef>
              <a:spcPct val="0"/>
            </a:spcBef>
            <a:spcAft>
              <a:spcPct val="35000"/>
            </a:spcAft>
            <a:buNone/>
          </a:pPr>
          <a:r>
            <a:rPr lang="en-US" sz="1600" kern="1200">
              <a:latin typeface="Cambria Math" panose="02040503050406030204" pitchFamily="18" charset="0"/>
              <a:ea typeface="Cambria Math" panose="02040503050406030204" pitchFamily="18" charset="0"/>
              <a:cs typeface="Arial" panose="020B0604020202020204" pitchFamily="34" charset="0"/>
            </a:rPr>
            <a:t>20%  Prepare Reading  and Post-Discussion Quizzes</a:t>
          </a:r>
        </a:p>
      </dsp:txBody>
      <dsp:txXfrm>
        <a:off x="513660" y="48590"/>
        <a:ext cx="7349400" cy="319654"/>
      </dsp:txXfrm>
    </dsp:sp>
    <dsp:sp modelId="{35BE9FCF-C996-4C2A-B110-981FD6C9E5E8}">
      <dsp:nvSpPr>
        <dsp:cNvPr id="0" name=""/>
        <dsp:cNvSpPr/>
      </dsp:nvSpPr>
      <dsp:spPr>
        <a:xfrm>
          <a:off x="0" y="1056216"/>
          <a:ext cx="10548552" cy="585900"/>
        </a:xfrm>
        <a:prstGeom prst="rect">
          <a:avLst/>
        </a:prstGeom>
        <a:solidFill>
          <a:schemeClr val="lt1">
            <a:alpha val="90000"/>
            <a:hueOff val="0"/>
            <a:satOff val="0"/>
            <a:lumOff val="0"/>
            <a:alphaOff val="0"/>
          </a:schemeClr>
        </a:solidFill>
        <a:ln w="9525" cap="flat" cmpd="sng" algn="ctr">
          <a:solidFill>
            <a:schemeClr val="accent3">
              <a:alpha val="90000"/>
              <a:hueOff val="0"/>
              <a:satOff val="0"/>
              <a:lumOff val="0"/>
              <a:alphaOff val="-8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18685" tIns="249936" rIns="818685"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a:latin typeface="Cambria Math" panose="02040503050406030204" pitchFamily="18" charset="0"/>
              <a:ea typeface="Cambria Math" panose="02040503050406030204" pitchFamily="18" charset="0"/>
              <a:cs typeface="Arial" panose="020B0604020202020204" pitchFamily="34" charset="0"/>
            </a:rPr>
            <a:t> Teach one another. 10 minute In-Class Teaching Opportunity on Electromagnetic Application.</a:t>
          </a:r>
        </a:p>
      </dsp:txBody>
      <dsp:txXfrm>
        <a:off x="0" y="1056216"/>
        <a:ext cx="10548552" cy="585900"/>
      </dsp:txXfrm>
    </dsp:sp>
    <dsp:sp modelId="{E28CD323-7496-455A-A2DC-1BBF3C4B7987}">
      <dsp:nvSpPr>
        <dsp:cNvPr id="0" name=""/>
        <dsp:cNvSpPr/>
      </dsp:nvSpPr>
      <dsp:spPr>
        <a:xfrm>
          <a:off x="496362" y="892069"/>
          <a:ext cx="7383986" cy="354240"/>
        </a:xfrm>
        <a:prstGeom prst="roundRect">
          <a:avLst/>
        </a:prstGeom>
        <a:solidFill>
          <a:srgbClr val="C00000"/>
        </a:soli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79097" tIns="0" rIns="279097" bIns="0" numCol="1" spcCol="1270" anchor="ctr" anchorCtr="0">
          <a:noAutofit/>
        </a:bodyPr>
        <a:lstStyle/>
        <a:p>
          <a:pPr marL="0" lvl="0" indent="0" algn="l" defTabSz="711200">
            <a:lnSpc>
              <a:spcPct val="90000"/>
            </a:lnSpc>
            <a:spcBef>
              <a:spcPct val="0"/>
            </a:spcBef>
            <a:spcAft>
              <a:spcPct val="35000"/>
            </a:spcAft>
            <a:buNone/>
          </a:pPr>
          <a:r>
            <a:rPr lang="en-US" sz="1600" kern="1200">
              <a:latin typeface="Cambria Math" panose="02040503050406030204" pitchFamily="18" charset="0"/>
              <a:ea typeface="Cambria Math" panose="02040503050406030204" pitchFamily="18" charset="0"/>
              <a:cs typeface="Arial" panose="020B0604020202020204" pitchFamily="34" charset="0"/>
            </a:rPr>
            <a:t>5% Classroom Teaching</a:t>
          </a:r>
        </a:p>
      </dsp:txBody>
      <dsp:txXfrm>
        <a:off x="513655" y="909362"/>
        <a:ext cx="7349400" cy="319654"/>
      </dsp:txXfrm>
    </dsp:sp>
    <dsp:sp modelId="{307334AA-BF54-4D4D-98BE-4004DD7E6A85}">
      <dsp:nvSpPr>
        <dsp:cNvPr id="0" name=""/>
        <dsp:cNvSpPr/>
      </dsp:nvSpPr>
      <dsp:spPr>
        <a:xfrm>
          <a:off x="0" y="1884036"/>
          <a:ext cx="10548552" cy="585900"/>
        </a:xfrm>
        <a:prstGeom prst="rect">
          <a:avLst/>
        </a:prstGeom>
        <a:solidFill>
          <a:schemeClr val="lt1">
            <a:alpha val="90000"/>
            <a:hueOff val="0"/>
            <a:satOff val="0"/>
            <a:lumOff val="0"/>
            <a:alphaOff val="0"/>
          </a:schemeClr>
        </a:solidFill>
        <a:ln w="9525" cap="flat" cmpd="sng" algn="ctr">
          <a:solidFill>
            <a:schemeClr val="accent3">
              <a:alpha val="90000"/>
              <a:hueOff val="0"/>
              <a:satOff val="0"/>
              <a:lumOff val="0"/>
              <a:alphaOff val="-16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18685" tIns="249936" rIns="818685"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latin typeface="Cambria Math" panose="02040503050406030204" pitchFamily="18" charset="0"/>
              <a:ea typeface="Cambria Math" panose="02040503050406030204" pitchFamily="18" charset="0"/>
              <a:cs typeface="Arial" panose="020B0604020202020204" pitchFamily="34" charset="0"/>
            </a:rPr>
            <a:t> Encouraged </a:t>
          </a:r>
          <a:r>
            <a:rPr lang="en-US" sz="1600" kern="1200">
              <a:latin typeface="Cambria Math" panose="02040503050406030204" pitchFamily="18" charset="0"/>
              <a:ea typeface="Cambria Math" panose="02040503050406030204" pitchFamily="18" charset="0"/>
              <a:cs typeface="Arial" panose="020B0604020202020204" pitchFamily="34" charset="0"/>
            </a:rPr>
            <a:t>to collaborate, </a:t>
          </a:r>
          <a:r>
            <a:rPr lang="en-US" sz="1600" kern="1200" dirty="0">
              <a:latin typeface="Cambria Math" panose="02040503050406030204" pitchFamily="18" charset="0"/>
              <a:ea typeface="Cambria Math" panose="02040503050406030204" pitchFamily="18" charset="0"/>
              <a:cs typeface="Arial" panose="020B0604020202020204" pitchFamily="34" charset="0"/>
            </a:rPr>
            <a:t>but turn in your unique work submission and not someone else's.</a:t>
          </a:r>
        </a:p>
      </dsp:txBody>
      <dsp:txXfrm>
        <a:off x="0" y="1884036"/>
        <a:ext cx="10548552" cy="585900"/>
      </dsp:txXfrm>
    </dsp:sp>
    <dsp:sp modelId="{657A98CD-8580-47B8-91A1-B378C2573A49}">
      <dsp:nvSpPr>
        <dsp:cNvPr id="0" name=""/>
        <dsp:cNvSpPr/>
      </dsp:nvSpPr>
      <dsp:spPr>
        <a:xfrm>
          <a:off x="496362" y="1719889"/>
          <a:ext cx="7383986" cy="354240"/>
        </a:xfrm>
        <a:prstGeom prst="roundRect">
          <a:avLst/>
        </a:prstGeom>
        <a:solidFill>
          <a:srgbClr val="C00000"/>
        </a:soli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79097" tIns="0" rIns="279097" bIns="0" numCol="1" spcCol="1270" anchor="ctr" anchorCtr="0">
          <a:noAutofit/>
        </a:bodyPr>
        <a:lstStyle/>
        <a:p>
          <a:pPr marL="0" lvl="0" indent="0" algn="l" defTabSz="711200">
            <a:lnSpc>
              <a:spcPct val="90000"/>
            </a:lnSpc>
            <a:spcBef>
              <a:spcPct val="0"/>
            </a:spcBef>
            <a:spcAft>
              <a:spcPct val="35000"/>
            </a:spcAft>
            <a:buNone/>
          </a:pPr>
          <a:r>
            <a:rPr lang="en-US" sz="1600" kern="1200">
              <a:latin typeface="Cambria Math" panose="02040503050406030204" pitchFamily="18" charset="0"/>
              <a:ea typeface="Cambria Math" panose="02040503050406030204" pitchFamily="18" charset="0"/>
              <a:cs typeface="Arial" panose="020B0604020202020204" pitchFamily="34" charset="0"/>
            </a:rPr>
            <a:t>20% Homework </a:t>
          </a:r>
        </a:p>
      </dsp:txBody>
      <dsp:txXfrm>
        <a:off x="513655" y="1737182"/>
        <a:ext cx="7349400" cy="319654"/>
      </dsp:txXfrm>
    </dsp:sp>
    <dsp:sp modelId="{2FB9A0AE-979A-4346-B615-0115CE376F00}">
      <dsp:nvSpPr>
        <dsp:cNvPr id="0" name=""/>
        <dsp:cNvSpPr/>
      </dsp:nvSpPr>
      <dsp:spPr>
        <a:xfrm>
          <a:off x="0" y="2711856"/>
          <a:ext cx="10548552" cy="585900"/>
        </a:xfrm>
        <a:prstGeom prst="rect">
          <a:avLst/>
        </a:prstGeom>
        <a:solidFill>
          <a:schemeClr val="lt1">
            <a:alpha val="90000"/>
            <a:hueOff val="0"/>
            <a:satOff val="0"/>
            <a:lumOff val="0"/>
            <a:alphaOff val="0"/>
          </a:schemeClr>
        </a:solidFill>
        <a:ln w="9525" cap="flat" cmpd="sng" algn="ctr">
          <a:solidFill>
            <a:schemeClr val="accent3">
              <a:alpha val="90000"/>
              <a:hueOff val="0"/>
              <a:satOff val="0"/>
              <a:lumOff val="0"/>
              <a:alphaOff val="-24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18685" tIns="249936" rIns="818685"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a:latin typeface="Cambria Math" panose="02040503050406030204" pitchFamily="18" charset="0"/>
              <a:ea typeface="Cambria Math" panose="02040503050406030204" pitchFamily="18" charset="0"/>
              <a:cs typeface="Arial" panose="020B0604020202020204" pitchFamily="34" charset="0"/>
            </a:rPr>
            <a:t> Labs to be done individually, although you are encouraged to help others out.</a:t>
          </a:r>
        </a:p>
      </dsp:txBody>
      <dsp:txXfrm>
        <a:off x="0" y="2711856"/>
        <a:ext cx="10548552" cy="585900"/>
      </dsp:txXfrm>
    </dsp:sp>
    <dsp:sp modelId="{39B14D5C-5E2D-4EDB-B697-CDA4D925A02A}">
      <dsp:nvSpPr>
        <dsp:cNvPr id="0" name=""/>
        <dsp:cNvSpPr/>
      </dsp:nvSpPr>
      <dsp:spPr>
        <a:xfrm>
          <a:off x="496362" y="2547709"/>
          <a:ext cx="7383986" cy="354240"/>
        </a:xfrm>
        <a:prstGeom prst="roundRect">
          <a:avLst/>
        </a:prstGeom>
        <a:solidFill>
          <a:srgbClr val="C00000"/>
        </a:soli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79097" tIns="0" rIns="279097" bIns="0" numCol="1" spcCol="1270" anchor="ctr" anchorCtr="0">
          <a:noAutofit/>
        </a:bodyPr>
        <a:lstStyle/>
        <a:p>
          <a:pPr marL="0" lvl="0" indent="0" algn="l" defTabSz="711200">
            <a:lnSpc>
              <a:spcPct val="90000"/>
            </a:lnSpc>
            <a:spcBef>
              <a:spcPct val="0"/>
            </a:spcBef>
            <a:spcAft>
              <a:spcPct val="35000"/>
            </a:spcAft>
            <a:buNone/>
          </a:pPr>
          <a:r>
            <a:rPr lang="en-US" sz="1600" kern="1200">
              <a:latin typeface="Cambria Math" panose="02040503050406030204" pitchFamily="18" charset="0"/>
              <a:ea typeface="Cambria Math" panose="02040503050406030204" pitchFamily="18" charset="0"/>
              <a:cs typeface="Arial" panose="020B0604020202020204" pitchFamily="34" charset="0"/>
            </a:rPr>
            <a:t>20% Labs</a:t>
          </a:r>
        </a:p>
      </dsp:txBody>
      <dsp:txXfrm>
        <a:off x="513655" y="2565002"/>
        <a:ext cx="7349400" cy="319654"/>
      </dsp:txXfrm>
    </dsp:sp>
    <dsp:sp modelId="{68825167-1815-495E-855B-3E4BD9806305}">
      <dsp:nvSpPr>
        <dsp:cNvPr id="0" name=""/>
        <dsp:cNvSpPr/>
      </dsp:nvSpPr>
      <dsp:spPr>
        <a:xfrm>
          <a:off x="0" y="3539677"/>
          <a:ext cx="10548552" cy="1323000"/>
        </a:xfrm>
        <a:prstGeom prst="rect">
          <a:avLst/>
        </a:prstGeom>
        <a:solidFill>
          <a:schemeClr val="lt1">
            <a:alpha val="90000"/>
            <a:hueOff val="0"/>
            <a:satOff val="0"/>
            <a:lumOff val="0"/>
            <a:alphaOff val="0"/>
          </a:schemeClr>
        </a:solidFill>
        <a:ln w="9525" cap="flat" cmpd="sng" algn="ctr">
          <a:solidFill>
            <a:schemeClr val="accent3">
              <a:alpha val="90000"/>
              <a:hueOff val="0"/>
              <a:satOff val="0"/>
              <a:lumOff val="0"/>
              <a:alphaOff val="-32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18685" tIns="249936" rIns="818685"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latin typeface="Cambria Math" panose="02040503050406030204" pitchFamily="18" charset="0"/>
              <a:ea typeface="Cambria Math" panose="02040503050406030204" pitchFamily="18" charset="0"/>
              <a:cs typeface="Arial" panose="020B0604020202020204" pitchFamily="34" charset="0"/>
            </a:rPr>
            <a:t>Midterm and Final exams in the Testing Center with access to an Equation Sheet, along with your personal calculator and 3 X 5 note card. </a:t>
          </a:r>
        </a:p>
        <a:p>
          <a:pPr marL="171450" lvl="1" indent="-171450" algn="l" defTabSz="711200">
            <a:lnSpc>
              <a:spcPct val="90000"/>
            </a:lnSpc>
            <a:spcBef>
              <a:spcPct val="0"/>
            </a:spcBef>
            <a:spcAft>
              <a:spcPct val="15000"/>
            </a:spcAft>
            <a:buChar char="•"/>
          </a:pPr>
          <a:r>
            <a:rPr lang="en-US" sz="1600" kern="1200" dirty="0">
              <a:latin typeface="Cambria Math" panose="02040503050406030204" pitchFamily="18" charset="0"/>
              <a:ea typeface="Cambria Math" panose="02040503050406030204" pitchFamily="18" charset="0"/>
              <a:cs typeface="Arial" panose="020B0604020202020204" pitchFamily="34" charset="0"/>
            </a:rPr>
            <a:t>12.5% Midterm.</a:t>
          </a:r>
        </a:p>
        <a:p>
          <a:pPr marL="171450" lvl="1" indent="-171450" algn="l" defTabSz="711200">
            <a:lnSpc>
              <a:spcPct val="90000"/>
            </a:lnSpc>
            <a:spcBef>
              <a:spcPct val="0"/>
            </a:spcBef>
            <a:spcAft>
              <a:spcPct val="15000"/>
            </a:spcAft>
            <a:buChar char="•"/>
          </a:pPr>
          <a:r>
            <a:rPr lang="en-US" sz="1600" kern="1200" dirty="0">
              <a:latin typeface="Cambria Math" panose="02040503050406030204" pitchFamily="18" charset="0"/>
              <a:ea typeface="Cambria Math" panose="02040503050406030204" pitchFamily="18" charset="0"/>
              <a:cs typeface="Arial" panose="020B0604020202020204" pitchFamily="34" charset="0"/>
            </a:rPr>
            <a:t>12.5% Final.</a:t>
          </a:r>
        </a:p>
      </dsp:txBody>
      <dsp:txXfrm>
        <a:off x="0" y="3539677"/>
        <a:ext cx="10548552" cy="1323000"/>
      </dsp:txXfrm>
    </dsp:sp>
    <dsp:sp modelId="{7D8B331C-4851-4EEF-86B6-A515403DA1AB}">
      <dsp:nvSpPr>
        <dsp:cNvPr id="0" name=""/>
        <dsp:cNvSpPr/>
      </dsp:nvSpPr>
      <dsp:spPr>
        <a:xfrm>
          <a:off x="527427" y="3362556"/>
          <a:ext cx="7383986" cy="354240"/>
        </a:xfrm>
        <a:prstGeom prst="roundRect">
          <a:avLst/>
        </a:prstGeom>
        <a:solidFill>
          <a:srgbClr val="C00000"/>
        </a:soli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79097" tIns="0" rIns="279097" bIns="0" numCol="1" spcCol="1270" anchor="ctr" anchorCtr="0">
          <a:noAutofit/>
        </a:bodyPr>
        <a:lstStyle/>
        <a:p>
          <a:pPr marL="0" lvl="0" indent="0" algn="l" defTabSz="711200">
            <a:lnSpc>
              <a:spcPct val="90000"/>
            </a:lnSpc>
            <a:spcBef>
              <a:spcPct val="0"/>
            </a:spcBef>
            <a:spcAft>
              <a:spcPct val="35000"/>
            </a:spcAft>
            <a:buNone/>
          </a:pPr>
          <a:r>
            <a:rPr lang="en-US" sz="1600" kern="1200">
              <a:latin typeface="Cambria Math" panose="02040503050406030204" pitchFamily="18" charset="0"/>
              <a:ea typeface="Cambria Math" panose="02040503050406030204" pitchFamily="18" charset="0"/>
              <a:cs typeface="Arial" panose="020B0604020202020204" pitchFamily="34" charset="0"/>
            </a:rPr>
            <a:t>25% Exams</a:t>
          </a:r>
        </a:p>
      </dsp:txBody>
      <dsp:txXfrm>
        <a:off x="544720" y="3379849"/>
        <a:ext cx="7349400" cy="319654"/>
      </dsp:txXfrm>
    </dsp:sp>
    <dsp:sp modelId="{96ED0242-22E5-4256-806E-B9DA7DD62936}">
      <dsp:nvSpPr>
        <dsp:cNvPr id="0" name=""/>
        <dsp:cNvSpPr/>
      </dsp:nvSpPr>
      <dsp:spPr>
        <a:xfrm>
          <a:off x="0" y="5104597"/>
          <a:ext cx="10548552" cy="585900"/>
        </a:xfrm>
        <a:prstGeom prst="rect">
          <a:avLst/>
        </a:prstGeom>
        <a:solidFill>
          <a:schemeClr val="lt1">
            <a:alpha val="90000"/>
            <a:hueOff val="0"/>
            <a:satOff val="0"/>
            <a:lumOff val="0"/>
            <a:alphaOff val="0"/>
          </a:schemeClr>
        </a:solidFill>
        <a:ln w="9525" cap="flat" cmpd="sng" algn="ctr">
          <a:solidFill>
            <a:schemeClr val="accent3">
              <a:alpha val="90000"/>
              <a:hueOff val="0"/>
              <a:satOff val="0"/>
              <a:lumOff val="0"/>
              <a:alphaOff val="-40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18685" tIns="249936" rIns="818685"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a:solidFill>
                <a:schemeClr val="bg1"/>
              </a:solidFill>
              <a:latin typeface="Cambria Math" panose="02040503050406030204" pitchFamily="18" charset="0"/>
              <a:ea typeface="Cambria Math" panose="02040503050406030204" pitchFamily="18" charset="0"/>
              <a:cs typeface="Arial" panose="020B0604020202020204" pitchFamily="34" charset="0"/>
            </a:rPr>
            <a:t>Project with formal report to be done individually. </a:t>
          </a:r>
          <a:endParaRPr lang="en-US" sz="1600" kern="1200"/>
        </a:p>
      </dsp:txBody>
      <dsp:txXfrm>
        <a:off x="0" y="5104597"/>
        <a:ext cx="10548552" cy="585900"/>
      </dsp:txXfrm>
    </dsp:sp>
    <dsp:sp modelId="{6901A62D-8600-4847-B1A7-73BCD8DBB981}">
      <dsp:nvSpPr>
        <dsp:cNvPr id="0" name=""/>
        <dsp:cNvSpPr/>
      </dsp:nvSpPr>
      <dsp:spPr>
        <a:xfrm>
          <a:off x="527427" y="4927477"/>
          <a:ext cx="7383986" cy="354240"/>
        </a:xfrm>
        <a:prstGeom prst="roundRect">
          <a:avLst/>
        </a:prstGeom>
        <a:solidFill>
          <a:srgbClr val="C00000"/>
        </a:soli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79097" tIns="0" rIns="279097" bIns="0" numCol="1" spcCol="1270" anchor="ctr" anchorCtr="0">
          <a:noAutofit/>
        </a:bodyPr>
        <a:lstStyle/>
        <a:p>
          <a:pPr marL="0" lvl="0" indent="0" algn="l" defTabSz="711200">
            <a:lnSpc>
              <a:spcPct val="90000"/>
            </a:lnSpc>
            <a:spcBef>
              <a:spcPct val="0"/>
            </a:spcBef>
            <a:spcAft>
              <a:spcPct val="35000"/>
            </a:spcAft>
            <a:buNone/>
          </a:pPr>
          <a:r>
            <a:rPr lang="en-US" sz="1600" kern="1200">
              <a:latin typeface="Cambria Math" panose="02040503050406030204" pitchFamily="18" charset="0"/>
              <a:ea typeface="Cambria Math" panose="02040503050406030204" pitchFamily="18" charset="0"/>
              <a:cs typeface="Arial" panose="020B0604020202020204" pitchFamily="34" charset="0"/>
            </a:rPr>
            <a:t>10% Project</a:t>
          </a:r>
        </a:p>
      </dsp:txBody>
      <dsp:txXfrm>
        <a:off x="544720" y="4944770"/>
        <a:ext cx="7349400" cy="31965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172EBD5-B57F-4748-89CA-12A536AA2D6A}" type="slidenum">
              <a:rPr lang="en-US" smtClean="0"/>
              <a:t>‹#›</a:t>
            </a:fld>
            <a:endParaRPr lang="en-US"/>
          </a:p>
        </p:txBody>
      </p:sp>
    </p:spTree>
    <p:extLst>
      <p:ext uri="{BB962C8B-B14F-4D97-AF65-F5344CB8AC3E}">
        <p14:creationId xmlns:p14="http://schemas.microsoft.com/office/powerpoint/2010/main" val="13824007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E6DC20-05B4-4B58-AE71-FD5AB53FA393}" type="datetimeFigureOut">
              <a:rPr lang="en-US" smtClean="0"/>
              <a:t>9/16/2025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BED805-E3C2-4102-B651-F9A8542A7155}" type="slidenum">
              <a:rPr lang="en-US" smtClean="0"/>
              <a:t>‹#›</a:t>
            </a:fld>
            <a:endParaRPr lang="en-US"/>
          </a:p>
        </p:txBody>
      </p:sp>
    </p:spTree>
    <p:extLst>
      <p:ext uri="{BB962C8B-B14F-4D97-AF65-F5344CB8AC3E}">
        <p14:creationId xmlns:p14="http://schemas.microsoft.com/office/powerpoint/2010/main" val="15682043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em7e.eecs.umich.edu/ulaby_modules_choice.html" TargetMode="External"/><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a:solidFill>
                <a:prstClr val="black"/>
              </a:solidFill>
            </a:endParaRPr>
          </a:p>
        </p:txBody>
      </p:sp>
      <p:sp>
        <p:nvSpPr>
          <p:cNvPr id="5" name="Date Placeholder 4"/>
          <p:cNvSpPr>
            <a:spLocks noGrp="1"/>
          </p:cNvSpPr>
          <p:nvPr>
            <p:ph type="dt" idx="11"/>
          </p:nvPr>
        </p:nvSpPr>
        <p:spPr/>
        <p:txBody>
          <a:bodyPr/>
          <a:lstStyle/>
          <a:p>
            <a:fld id="{81331B57-0BE5-4F82-AA58-76F53EFF3ADA}" type="datetime8">
              <a:rPr lang="en-US" smtClean="0">
                <a:solidFill>
                  <a:prstClr val="black"/>
                </a:solidFill>
              </a:rPr>
              <a:pPr/>
              <a:t>9/16/2025 12:24 PM</a:t>
            </a:fld>
            <a:endParaRPr lang="en-US">
              <a:solidFill>
                <a:prstClr val="black"/>
              </a:solidFill>
            </a:endParaRPr>
          </a:p>
        </p:txBody>
      </p:sp>
      <p:sp>
        <p:nvSpPr>
          <p:cNvPr id="6" name="Footer Placeholder 5"/>
          <p:cNvSpPr>
            <a:spLocks noGrp="1"/>
          </p:cNvSpPr>
          <p:nvPr>
            <p:ph type="ftr" sz="quarter" idx="12"/>
          </p:nvPr>
        </p:nvSpPr>
        <p:spPr>
          <a:xfrm>
            <a:off x="0" y="8685213"/>
            <a:ext cx="6172200" cy="457200"/>
          </a:xfrm>
        </p:spPr>
        <p:txBody>
          <a:bodyPr/>
          <a:lstStyle/>
          <a:p>
            <a:r>
              <a:rPr lang="en-US" sz="500">
                <a:solidFill>
                  <a:srgbClr val="000000"/>
                </a:solidFill>
              </a:rPr>
              <a:t>© 2007 Microsoft Corporation. All rights reserved. Microsoft, Windows, Windows Vista and other product names are or may be registered trademarks and/or trademarks in the U.S. and/or other countries.</a:t>
            </a:r>
          </a:p>
          <a:p>
            <a:r>
              <a:rPr lang="en-US" sz="50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a:solidFill>
                  <a:srgbClr val="000000"/>
                </a:solidFill>
              </a:rPr>
            </a:br>
            <a:r>
              <a:rPr lang="en-US" sz="500">
                <a:solidFill>
                  <a:srgbClr val="000000"/>
                </a:solidFill>
              </a:rPr>
              <a:t>MICROSOFT MAKES NO WARRANTIES, EXPRESS, IMPLIED OR STATUTORY, AS TO THE INFORMATION IN THIS PRESENTATION.</a:t>
            </a:r>
          </a:p>
          <a:p>
            <a:endParaRPr lang="en-US" sz="500">
              <a:solidFill>
                <a:prstClr val="black"/>
              </a:solidFill>
            </a:endParaRPr>
          </a:p>
        </p:txBody>
      </p:sp>
      <p:sp>
        <p:nvSpPr>
          <p:cNvPr id="7" name="Slide Number Placeholder 6"/>
          <p:cNvSpPr>
            <a:spLocks noGrp="1"/>
          </p:cNvSpPr>
          <p:nvPr>
            <p:ph type="sldNum" sz="quarter" idx="13"/>
          </p:nvPr>
        </p:nvSpPr>
        <p:spPr>
          <a:xfrm>
            <a:off x="6172199" y="8685213"/>
            <a:ext cx="684213" cy="457200"/>
          </a:xfrm>
        </p:spPr>
        <p:txBody>
          <a:bodyPr/>
          <a:lstStyle/>
          <a:p>
            <a:fld id="{EC87E0CF-87F6-4B58-B8B8-DCAB2DAAF3CA}" type="slidenum">
              <a:rPr lang="en-US" smtClean="0">
                <a:solidFill>
                  <a:prstClr val="black"/>
                </a:solidFill>
              </a:rPr>
              <a:pPr/>
              <a:t>1</a:t>
            </a:fld>
            <a:endParaRPr lang="en-US">
              <a:solidFill>
                <a:prstClr val="black"/>
              </a:solidFill>
            </a:endParaRPr>
          </a:p>
        </p:txBody>
      </p:sp>
    </p:spTree>
    <p:extLst>
      <p:ext uri="{BB962C8B-B14F-4D97-AF65-F5344CB8AC3E}">
        <p14:creationId xmlns:p14="http://schemas.microsoft.com/office/powerpoint/2010/main" val="35301451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D115C9-E24C-4512-AA8B-319BB49F77B5}" type="slidenum">
              <a:rPr kumimoji="0" lang="en-US" sz="12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11033761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AD115C9-E24C-4512-AA8B-319BB49F77B5}" type="slidenum">
              <a:rPr kumimoji="0" lang="en-US" sz="12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5800878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AD115C9-E24C-4512-AA8B-319BB49F77B5}" type="slidenum">
              <a:rPr lang="en-US" smtClean="0">
                <a:solidFill>
                  <a:prstClr val="black"/>
                </a:solidFill>
                <a:latin typeface="Arial" panose="020B0604020202020204"/>
              </a:rPr>
              <a:pPr/>
              <a:t>6</a:t>
            </a:fld>
            <a:endParaRPr lang="en-US">
              <a:solidFill>
                <a:prstClr val="black"/>
              </a:solidFill>
              <a:latin typeface="Arial" panose="020B0604020202020204"/>
            </a:endParaRPr>
          </a:p>
        </p:txBody>
      </p:sp>
    </p:spTree>
    <p:extLst>
      <p:ext uri="{BB962C8B-B14F-4D97-AF65-F5344CB8AC3E}">
        <p14:creationId xmlns:p14="http://schemas.microsoft.com/office/powerpoint/2010/main" val="11033761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AD115C9-E24C-4512-AA8B-319BB49F77B5}" type="slidenum">
              <a:rPr kumimoji="0" lang="en-US" sz="12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29969532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AD115C9-E24C-4512-AA8B-319BB49F77B5}" type="slidenum">
              <a:rPr kumimoji="0" lang="en-US" sz="12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41839204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AD115C9-E24C-4512-AA8B-319BB49F77B5}" type="slidenum">
              <a:rPr kumimoji="0" lang="en-US" sz="12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41839204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AD115C9-E24C-4512-AA8B-319BB49F77B5}" type="slidenum">
              <a:rPr lang="en-US" smtClean="0">
                <a:solidFill>
                  <a:prstClr val="black"/>
                </a:solidFill>
                <a:latin typeface="Arial" panose="020B0604020202020204"/>
              </a:rPr>
              <a:pPr/>
              <a:t>11</a:t>
            </a:fld>
            <a:endParaRPr lang="en-US">
              <a:solidFill>
                <a:prstClr val="black"/>
              </a:solidFill>
              <a:latin typeface="Arial" panose="020B0604020202020204"/>
            </a:endParaRPr>
          </a:p>
        </p:txBody>
      </p:sp>
    </p:spTree>
    <p:extLst>
      <p:ext uri="{BB962C8B-B14F-4D97-AF65-F5344CB8AC3E}">
        <p14:creationId xmlns:p14="http://schemas.microsoft.com/office/powerpoint/2010/main" val="14765521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AD115C9-E24C-4512-AA8B-319BB49F77B5}" type="slidenum">
              <a:rPr lang="en-US" smtClean="0">
                <a:solidFill>
                  <a:prstClr val="black"/>
                </a:solidFill>
                <a:latin typeface="Arial" panose="020B0604020202020204"/>
              </a:rPr>
              <a:pPr/>
              <a:t>12</a:t>
            </a:fld>
            <a:endParaRPr lang="en-US">
              <a:solidFill>
                <a:prstClr val="black"/>
              </a:solidFill>
              <a:latin typeface="Arial" panose="020B0604020202020204"/>
            </a:endParaRPr>
          </a:p>
        </p:txBody>
      </p:sp>
    </p:spTree>
    <p:extLst>
      <p:ext uri="{BB962C8B-B14F-4D97-AF65-F5344CB8AC3E}">
        <p14:creationId xmlns:p14="http://schemas.microsoft.com/office/powerpoint/2010/main" val="14614162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AD115C9-E24C-4512-AA8B-319BB49F77B5}" type="slidenum">
              <a:rPr lang="en-US" smtClean="0">
                <a:solidFill>
                  <a:prstClr val="black"/>
                </a:solidFill>
                <a:latin typeface="Arial" panose="020B0604020202020204"/>
              </a:rPr>
              <a:pPr/>
              <a:t>13</a:t>
            </a:fld>
            <a:endParaRPr lang="en-US">
              <a:solidFill>
                <a:prstClr val="black"/>
              </a:solidFill>
              <a:latin typeface="Arial" panose="020B0604020202020204"/>
            </a:endParaRPr>
          </a:p>
        </p:txBody>
      </p:sp>
    </p:spTree>
    <p:extLst>
      <p:ext uri="{BB962C8B-B14F-4D97-AF65-F5344CB8AC3E}">
        <p14:creationId xmlns:p14="http://schemas.microsoft.com/office/powerpoint/2010/main" val="41382928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AD115C9-E24C-4512-AA8B-319BB49F77B5}" type="slidenum">
              <a:rPr lang="en-US" smtClean="0">
                <a:solidFill>
                  <a:prstClr val="black"/>
                </a:solidFill>
                <a:latin typeface="Arial" panose="020B0604020202020204"/>
              </a:rPr>
              <a:pPr/>
              <a:t>15</a:t>
            </a:fld>
            <a:endParaRPr lang="en-US">
              <a:solidFill>
                <a:prstClr val="black"/>
              </a:solidFill>
              <a:latin typeface="Arial" panose="020B0604020202020204"/>
            </a:endParaRPr>
          </a:p>
        </p:txBody>
      </p:sp>
    </p:spTree>
    <p:extLst>
      <p:ext uri="{BB962C8B-B14F-4D97-AF65-F5344CB8AC3E}">
        <p14:creationId xmlns:p14="http://schemas.microsoft.com/office/powerpoint/2010/main" val="11102417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D115C9-E24C-4512-AA8B-319BB49F77B5}" type="slidenum">
              <a:rPr kumimoji="0" lang="en-US" sz="12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19599089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D115C9-E24C-4512-AA8B-319BB49F77B5}" type="slidenum">
              <a:rPr kumimoji="0" lang="en-US" sz="12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13133520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D115C9-E24C-4512-AA8B-319BB49F77B5}" type="slidenum">
              <a:rPr kumimoji="0" lang="en-US" sz="12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29823270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CS 124 - Lecture 0 - Course Overview </a:t>
            </a: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EC0183-73D3-4F2C-BBF1-786CD4B170D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82547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CS 124 - Lecture 0 - Course Overview </a:t>
            </a: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EC0183-73D3-4F2C-BBF1-786CD4B170D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91727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D115C9-E24C-4512-AA8B-319BB49F77B5}" type="slidenum">
              <a:rPr kumimoji="0" lang="en-US" sz="12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25393881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CS 124 - Lecture 0 - Course Overview </a:t>
            </a: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EC0183-73D3-4F2C-BBF1-786CD4B170D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230450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CFFF3-3374-FB51-6B70-5D00D1C0DC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8CA71C-2CC0-67A0-4BE1-4DA77DF669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3FDB43-6C5C-0049-0BE0-B66FF13B9CD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9FB8EFD-333A-F9F5-3A24-FBD81E3BCAC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2AEC318-2DF0-4578-953F-C450987FDBF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4923649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a:solidFill>
                  <a:schemeClr val="tx1"/>
                </a:solidFill>
                <a:effectLst/>
                <a:latin typeface="+mn-lt"/>
                <a:ea typeface="+mn-ea"/>
                <a:cs typeface="+mn-cs"/>
              </a:rPr>
              <a:t>Go to web </a:t>
            </a:r>
            <a:r>
              <a:rPr lang="en-US" sz="1200" u="sng" kern="1200">
                <a:solidFill>
                  <a:schemeClr val="tx1"/>
                </a:solidFill>
                <a:effectLst/>
                <a:latin typeface="+mn-lt"/>
                <a:ea typeface="+mn-ea"/>
                <a:cs typeface="+mn-cs"/>
                <a:hlinkClick r:id="rId3"/>
              </a:rPr>
              <a:t>Fundamentals of Applied Electromagnetics</a:t>
            </a:r>
            <a:r>
              <a:rPr lang="en-US" sz="1200" kern="1200">
                <a:solidFill>
                  <a:schemeClr val="tx1"/>
                </a:solidFill>
                <a:effectLst/>
                <a:latin typeface="+mn-lt"/>
                <a:ea typeface="+mn-ea"/>
                <a:cs typeface="+mn-cs"/>
              </a:rPr>
              <a:t>  to download Interactive Modules available for the </a:t>
            </a:r>
            <a:r>
              <a:rPr lang="en-US" sz="1200" kern="1200" err="1">
                <a:solidFill>
                  <a:schemeClr val="tx1"/>
                </a:solidFill>
                <a:effectLst/>
                <a:latin typeface="+mn-lt"/>
                <a:ea typeface="+mn-ea"/>
                <a:cs typeface="+mn-cs"/>
              </a:rPr>
              <a:t>Ulaby</a:t>
            </a:r>
            <a:r>
              <a:rPr lang="en-US" sz="1200" kern="1200">
                <a:solidFill>
                  <a:schemeClr val="tx1"/>
                </a:solidFill>
                <a:effectLst/>
                <a:latin typeface="+mn-lt"/>
                <a:ea typeface="+mn-ea"/>
                <a:cs typeface="+mn-cs"/>
              </a:rPr>
              <a:t> – Fundamentals of Applied Electromagnetics text.</a:t>
            </a:r>
            <a:endParaRPr lang="en-US" dirty="0"/>
          </a:p>
        </p:txBody>
      </p:sp>
      <p:sp>
        <p:nvSpPr>
          <p:cNvPr id="4" name="Slide Number Placeholder 3"/>
          <p:cNvSpPr>
            <a:spLocks noGrp="1"/>
          </p:cNvSpPr>
          <p:nvPr>
            <p:ph type="sldNum" sz="quarter" idx="10"/>
          </p:nvPr>
        </p:nvSpPr>
        <p:spPr/>
        <p:txBody>
          <a:bodyPr/>
          <a:lstStyle/>
          <a:p>
            <a:fld id="{33BED805-E3C2-4102-B651-F9A8542A7155}" type="slidenum">
              <a:rPr lang="en-US" smtClean="0"/>
              <a:t>37</a:t>
            </a:fld>
            <a:endParaRPr lang="en-US"/>
          </a:p>
        </p:txBody>
      </p:sp>
    </p:spTree>
    <p:extLst>
      <p:ext uri="{BB962C8B-B14F-4D97-AF65-F5344CB8AC3E}">
        <p14:creationId xmlns:p14="http://schemas.microsoft.com/office/powerpoint/2010/main" val="35328624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AD115C9-E24C-4512-AA8B-319BB49F77B5}" type="slidenum">
              <a:rPr lang="en-US" smtClean="0">
                <a:solidFill>
                  <a:prstClr val="black"/>
                </a:solidFill>
                <a:latin typeface="Arial" panose="020B0604020202020204"/>
              </a:rPr>
              <a:pPr/>
              <a:t>41</a:t>
            </a:fld>
            <a:endParaRPr lang="en-US">
              <a:solidFill>
                <a:prstClr val="black"/>
              </a:solidFill>
              <a:latin typeface="Arial" panose="020B0604020202020204"/>
            </a:endParaRPr>
          </a:p>
        </p:txBody>
      </p:sp>
    </p:spTree>
    <p:extLst>
      <p:ext uri="{BB962C8B-B14F-4D97-AF65-F5344CB8AC3E}">
        <p14:creationId xmlns:p14="http://schemas.microsoft.com/office/powerpoint/2010/main" val="15407727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AD115C9-E24C-4512-AA8B-319BB49F77B5}" type="slidenum">
              <a:rPr lang="en-US" smtClean="0">
                <a:solidFill>
                  <a:prstClr val="black"/>
                </a:solidFill>
                <a:latin typeface="Arial" panose="020B0604020202020204"/>
              </a:rPr>
              <a:pPr/>
              <a:t>42</a:t>
            </a:fld>
            <a:endParaRPr lang="en-US">
              <a:solidFill>
                <a:prstClr val="black"/>
              </a:solidFill>
              <a:latin typeface="Arial" panose="020B0604020202020204"/>
            </a:endParaRPr>
          </a:p>
        </p:txBody>
      </p:sp>
    </p:spTree>
    <p:extLst>
      <p:ext uri="{BB962C8B-B14F-4D97-AF65-F5344CB8AC3E}">
        <p14:creationId xmlns:p14="http://schemas.microsoft.com/office/powerpoint/2010/main" val="16140826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AD115C9-E24C-4512-AA8B-319BB49F77B5}" type="slidenum">
              <a:rPr lang="en-US" smtClean="0">
                <a:solidFill>
                  <a:prstClr val="black"/>
                </a:solidFill>
                <a:latin typeface="Arial" panose="020B0604020202020204"/>
              </a:rPr>
              <a:pPr/>
              <a:t>43</a:t>
            </a:fld>
            <a:endParaRPr lang="en-US">
              <a:solidFill>
                <a:prstClr val="black"/>
              </a:solidFill>
              <a:latin typeface="Arial" panose="020B0604020202020204"/>
            </a:endParaRPr>
          </a:p>
        </p:txBody>
      </p:sp>
    </p:spTree>
    <p:extLst>
      <p:ext uri="{BB962C8B-B14F-4D97-AF65-F5344CB8AC3E}">
        <p14:creationId xmlns:p14="http://schemas.microsoft.com/office/powerpoint/2010/main" val="26186356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charset="0"/>
                <a:ea typeface="+mn-ea"/>
                <a:cs typeface="+mn-cs"/>
              </a:rPr>
              <a:t>CS 124 - Lecture 0 - Course Overview </a:t>
            </a:r>
          </a:p>
        </p:txBody>
      </p:sp>
      <p:sp>
        <p:nvSpPr>
          <p:cNvPr id="5" name="Slide Number Placeholder 4"/>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CEC0183-73D3-4F2C-BBF1-786CD4B170DD}"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59</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33142192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AD115C9-E24C-4512-AA8B-319BB49F77B5}" type="slidenum">
              <a:rPr kumimoji="0" lang="en-US" sz="12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70</a:t>
            </a:fld>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27693842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D115C9-E24C-4512-AA8B-319BB49F77B5}" type="slidenum">
              <a:rPr kumimoji="0" lang="en-US" sz="12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30615370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D115C9-E24C-4512-AA8B-319BB49F77B5}" type="slidenum">
              <a:rPr kumimoji="0" lang="en-US" sz="12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21965929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AD115C9-E24C-4512-AA8B-319BB49F77B5}" type="slidenum">
              <a:rPr lang="en-US" smtClean="0">
                <a:solidFill>
                  <a:prstClr val="black"/>
                </a:solidFill>
                <a:latin typeface="Arial" panose="020B0604020202020204"/>
              </a:rPr>
              <a:pPr/>
              <a:t>73</a:t>
            </a:fld>
            <a:endParaRPr lang="en-US">
              <a:solidFill>
                <a:prstClr val="black"/>
              </a:solidFill>
              <a:latin typeface="Arial" panose="020B0604020202020204"/>
            </a:endParaRPr>
          </a:p>
        </p:txBody>
      </p:sp>
    </p:spTree>
    <p:extLst>
      <p:ext uri="{BB962C8B-B14F-4D97-AF65-F5344CB8AC3E}">
        <p14:creationId xmlns:p14="http://schemas.microsoft.com/office/powerpoint/2010/main" val="19525459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AD115C9-E24C-4512-AA8B-319BB49F77B5}" type="slidenum">
              <a:rPr kumimoji="0" lang="en-US" sz="12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78</a:t>
            </a:fld>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26436794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AD115C9-E24C-4512-AA8B-319BB49F77B5}" type="slidenum">
              <a:rPr kumimoji="0" lang="en-US" sz="12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79</a:t>
            </a:fld>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830115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ormAutofit/>
          </a:bodyPr>
          <a:lstStyle>
            <a:lvl1pPr>
              <a:defRPr sz="2400">
                <a:solidFill>
                  <a:schemeClr val="bg1"/>
                </a:solidFill>
              </a:defRPr>
            </a:lvl1pPr>
            <a:lvl2pPr>
              <a:buFont typeface="Arial" pitchFamily="34" charset="0"/>
              <a:buChar char="•"/>
              <a:defRPr sz="20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a:p>
            <a:pPr lvl="1"/>
            <a:r>
              <a:rPr lang="en-US"/>
              <a:t>Second level</a:t>
            </a:r>
          </a:p>
          <a:p>
            <a:pPr lvl="2"/>
            <a:r>
              <a:rPr lang="en-US"/>
              <a:t>Third level</a:t>
            </a:r>
          </a:p>
        </p:txBody>
      </p:sp>
      <p:sp>
        <p:nvSpPr>
          <p:cNvPr id="5" name="Footer Placeholder 4"/>
          <p:cNvSpPr>
            <a:spLocks noGrp="1"/>
          </p:cNvSpPr>
          <p:nvPr>
            <p:ph type="ftr" sz="quarter" idx="11"/>
          </p:nvPr>
        </p:nvSpPr>
        <p:spPr>
          <a:xfrm>
            <a:off x="6739467" y="762002"/>
            <a:ext cx="5249333" cy="152399"/>
          </a:xfrm>
        </p:spPr>
        <p:txBody>
          <a:bodyPr/>
          <a:lstStyle>
            <a:lvl1pPr algn="l">
              <a:defRPr>
                <a:latin typeface="Cambria Math" panose="02040503050406030204" pitchFamily="18" charset="0"/>
              </a:defRPr>
            </a:lvl1pPr>
          </a:lstStyle>
          <a:p>
            <a:pPr>
              <a:defRPr/>
            </a:pPr>
            <a:endParaRPr lang="en-US" dirty="0">
              <a:solidFill>
                <a:srgbClr val="CACFD1">
                  <a:lumMod val="75000"/>
                </a:srgbClr>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5176096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tandar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ormAutofit/>
          </a:bodyPr>
          <a:lstStyle>
            <a:lvl1pPr>
              <a:defRPr sz="2400">
                <a:solidFill>
                  <a:schemeClr val="bg1"/>
                </a:solidFill>
              </a:defRPr>
            </a:lvl1pPr>
            <a:lvl2pPr>
              <a:buFont typeface="Arial" pitchFamily="34" charset="0"/>
              <a:buChar char="•"/>
              <a:defRPr sz="20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a:p>
            <a:pPr lvl="1"/>
            <a:r>
              <a:rPr lang="en-US"/>
              <a:t>Second level</a:t>
            </a:r>
          </a:p>
          <a:p>
            <a:pPr lvl="2"/>
            <a:r>
              <a:rPr lang="en-US"/>
              <a:t>Third level</a:t>
            </a:r>
          </a:p>
        </p:txBody>
      </p:sp>
      <p:sp>
        <p:nvSpPr>
          <p:cNvPr id="5" name="Footer Placeholder 4"/>
          <p:cNvSpPr>
            <a:spLocks noGrp="1"/>
          </p:cNvSpPr>
          <p:nvPr>
            <p:ph type="ftr" sz="quarter" idx="11"/>
          </p:nvPr>
        </p:nvSpPr>
        <p:spPr>
          <a:xfrm>
            <a:off x="6739467" y="762002"/>
            <a:ext cx="5249333" cy="152399"/>
          </a:xfrm>
        </p:spPr>
        <p:txBody>
          <a:bodyPr/>
          <a:lstStyle>
            <a:lvl1pPr algn="l">
              <a:defRPr>
                <a:latin typeface="Cambria Math" panose="02040503050406030204" pitchFamily="18" charset="0"/>
              </a:defRPr>
            </a:lvl1pPr>
          </a:lstStyle>
          <a:p>
            <a:pPr>
              <a:defRPr/>
            </a:pPr>
            <a:endParaRPr lang="en-US" dirty="0">
              <a:solidFill>
                <a:srgbClr val="CACFD1">
                  <a:lumMod val="75000"/>
                </a:srgbClr>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363205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ormAutofit/>
          </a:bodyPr>
          <a:lstStyle>
            <a:lvl1pPr>
              <a:defRPr sz="2400">
                <a:solidFill>
                  <a:schemeClr val="bg1"/>
                </a:solidFill>
              </a:defRPr>
            </a:lvl1pPr>
            <a:lvl2pPr>
              <a:buFont typeface="Arial" pitchFamily="34" charset="0"/>
              <a:buChar char="•"/>
              <a:defRPr sz="20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a:p>
            <a:pPr lvl="1"/>
            <a:r>
              <a:rPr lang="en-US"/>
              <a:t>Second level</a:t>
            </a:r>
          </a:p>
          <a:p>
            <a:pPr lvl="2"/>
            <a:r>
              <a:rPr lang="en-US"/>
              <a:t>Third level</a:t>
            </a:r>
          </a:p>
        </p:txBody>
      </p:sp>
      <p:sp>
        <p:nvSpPr>
          <p:cNvPr id="5" name="Footer Placeholder 4"/>
          <p:cNvSpPr>
            <a:spLocks noGrp="1"/>
          </p:cNvSpPr>
          <p:nvPr>
            <p:ph type="ftr" sz="quarter" idx="11"/>
          </p:nvPr>
        </p:nvSpPr>
        <p:spPr>
          <a:xfrm>
            <a:off x="6739467" y="762002"/>
            <a:ext cx="5249333" cy="152399"/>
          </a:xfrm>
        </p:spPr>
        <p:txBody>
          <a:bodyPr/>
          <a:lstStyle>
            <a:lvl1pPr algn="l">
              <a:defRPr>
                <a:latin typeface="Cambria Math" panose="02040503050406030204" pitchFamily="18" charset="0"/>
              </a:defRPr>
            </a:lvl1pPr>
          </a:lstStyle>
          <a:p>
            <a:pPr>
              <a:defRPr/>
            </a:pPr>
            <a:endParaRPr lang="en-US" dirty="0">
              <a:solidFill>
                <a:srgbClr val="CACFD1">
                  <a:lumMod val="75000"/>
                </a:srgbClr>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758281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7" y="762002"/>
            <a:ext cx="5249333" cy="152399"/>
          </a:xfrm>
        </p:spPr>
        <p:txBody>
          <a:bodyPr/>
          <a:lstStyle>
            <a:lvl1pPr algn="l">
              <a:defRPr>
                <a:latin typeface="Cambria Math" panose="02040503050406030204" pitchFamily="18" charset="0"/>
              </a:defRPr>
            </a:lvl1pPr>
          </a:lstStyle>
          <a:p>
            <a:pPr>
              <a:defRPr/>
            </a:pPr>
            <a:endParaRPr lang="en-US" dirty="0">
              <a:solidFill>
                <a:srgbClr val="CACFD1">
                  <a:lumMod val="75000"/>
                </a:srgbClr>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4238879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Room for navigation">
    <p:spTree>
      <p:nvGrpSpPr>
        <p:cNvPr id="1" name=""/>
        <p:cNvGrpSpPr/>
        <p:nvPr/>
      </p:nvGrpSpPr>
      <p:grpSpPr>
        <a:xfrm>
          <a:off x="0" y="0"/>
          <a:ext cx="0" cy="0"/>
          <a:chOff x="0" y="0"/>
          <a:chExt cx="0" cy="0"/>
        </a:xfrm>
      </p:grpSpPr>
      <p:sp>
        <p:nvSpPr>
          <p:cNvPr id="6" name="Rectangle 5"/>
          <p:cNvSpPr/>
          <p:nvPr/>
        </p:nvSpPr>
        <p:spPr>
          <a:xfrm>
            <a:off x="8839200" y="990600"/>
            <a:ext cx="3352800" cy="5562600"/>
          </a:xfrm>
          <a:prstGeom prst="rect">
            <a:avLst/>
          </a:prstGeom>
          <a:gradFill>
            <a:gsLst>
              <a:gs pos="0">
                <a:srgbClr val="747879">
                  <a:alpha val="0"/>
                </a:srgbClr>
              </a:gs>
              <a:gs pos="44000">
                <a:schemeClr val="bg2">
                  <a:alpha val="33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1800" dirty="0">
              <a:solidFill>
                <a:srgbClr val="FFFFFF"/>
              </a:solidFill>
              <a:latin typeface="Cambria Math" panose="02040503050406030204" pitchFamily="18" charset="0"/>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203200" y="1143000"/>
            <a:ext cx="9448800" cy="5410200"/>
          </a:xfrm>
        </p:spPr>
        <p:txBody>
          <a:bodyPr>
            <a:normAutofit/>
          </a:bodyPr>
          <a:lstStyle>
            <a:lvl1pPr>
              <a:defRPr sz="2400">
                <a:solidFill>
                  <a:schemeClr val="bg1"/>
                </a:solidFill>
              </a:defRPr>
            </a:lvl1pPr>
            <a:lvl2pPr>
              <a:buFont typeface="Arial" pitchFamily="34" charset="0"/>
              <a:buChar char="•"/>
              <a:defRPr sz="20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a:p>
            <a:pPr lvl="1"/>
            <a:r>
              <a:rPr lang="en-US"/>
              <a:t>Second level</a:t>
            </a:r>
          </a:p>
          <a:p>
            <a:pPr lvl="2"/>
            <a:r>
              <a:rPr lang="en-US"/>
              <a:t>Third level</a:t>
            </a:r>
          </a:p>
        </p:txBody>
      </p:sp>
      <p:sp>
        <p:nvSpPr>
          <p:cNvPr id="5" name="Footer Placeholder 4"/>
          <p:cNvSpPr>
            <a:spLocks noGrp="1"/>
          </p:cNvSpPr>
          <p:nvPr>
            <p:ph type="ftr" sz="quarter" idx="11"/>
          </p:nvPr>
        </p:nvSpPr>
        <p:spPr/>
        <p:txBody>
          <a:bodyPr/>
          <a:lstStyle>
            <a:lvl1pPr>
              <a:defRPr>
                <a:latin typeface="Cambria Math" panose="02040503050406030204" pitchFamily="18" charset="0"/>
              </a:defRPr>
            </a:lvl1pPr>
          </a:lstStyle>
          <a:p>
            <a:pPr>
              <a:defRPr/>
            </a:pPr>
            <a:endParaRPr lang="en-US" dirty="0">
              <a:solidFill>
                <a:srgbClr val="CACFD1">
                  <a:lumMod val="75000"/>
                </a:srgbClr>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533175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p:bg>
      <p:bgPr>
        <a:blipFill dpi="0" rotWithShape="1">
          <a:blip r:embed="rId2" cstate="print">
            <a:lum/>
          </a:blip>
          <a:srcRect/>
          <a:stretch>
            <a:fillRect t="-1000" b="-1000"/>
          </a:stretch>
        </a:blipFill>
        <a:effectLst/>
      </p:bgPr>
    </p:bg>
    <p:spTree>
      <p:nvGrpSpPr>
        <p:cNvPr id="1" name=""/>
        <p:cNvGrpSpPr/>
        <p:nvPr/>
      </p:nvGrpSpPr>
      <p:grpSpPr>
        <a:xfrm>
          <a:off x="0" y="0"/>
          <a:ext cx="0" cy="0"/>
          <a:chOff x="0" y="0"/>
          <a:chExt cx="0" cy="0"/>
        </a:xfrm>
      </p:grpSpPr>
      <p:sp>
        <p:nvSpPr>
          <p:cNvPr id="5" name="Rectangle 4"/>
          <p:cNvSpPr/>
          <p:nvPr/>
        </p:nvSpPr>
        <p:spPr>
          <a:xfrm>
            <a:off x="0" y="0"/>
            <a:ext cx="12192000" cy="3886200"/>
          </a:xfrm>
          <a:prstGeom prst="rect">
            <a:avLst/>
          </a:prstGeom>
          <a:solidFill>
            <a:schemeClr val="bg1"/>
          </a:solidFill>
          <a:ln w="38100">
            <a:solidFill>
              <a:schemeClr val="bg2"/>
            </a:solidFill>
          </a:ln>
          <a:effectLst>
            <a:outerShdw blurRad="482600" dist="50800" dir="5400000" algn="ctr" rotWithShape="0">
              <a:schemeClr val="bg2"/>
            </a:outerShdw>
          </a:effectLst>
          <a:scene3d>
            <a:camera prst="orthographicFront"/>
            <a:lightRig rig="threePt" dir="t"/>
          </a:scene3d>
          <a:sp3d>
            <a:bevelT w="177800" h="177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1800" dirty="0">
              <a:solidFill>
                <a:srgbClr val="FFFFFF"/>
              </a:solidFill>
              <a:latin typeface="Cambria Math" panose="02040503050406030204" pitchFamily="18" charset="0"/>
            </a:endParaRPr>
          </a:p>
        </p:txBody>
      </p:sp>
      <p:sp>
        <p:nvSpPr>
          <p:cNvPr id="2" name="Title 1"/>
          <p:cNvSpPr>
            <a:spLocks noGrp="1"/>
          </p:cNvSpPr>
          <p:nvPr>
            <p:ph type="title"/>
          </p:nvPr>
        </p:nvSpPr>
        <p:spPr>
          <a:xfrm>
            <a:off x="0" y="0"/>
            <a:ext cx="12192000" cy="1143000"/>
          </a:xfrm>
          <a:noFill/>
          <a:ln w="38100">
            <a:noFill/>
          </a:ln>
          <a:effectLst>
            <a:outerShdw blurRad="50800" dist="12700" dir="2700000" algn="tl" rotWithShape="0">
              <a:prstClr val="black">
                <a:alpha val="40000"/>
              </a:prstClr>
            </a:outerShdw>
          </a:effectLst>
          <a:scene3d>
            <a:camera prst="orthographicFront"/>
            <a:lightRig rig="threePt" dir="t"/>
          </a:scene3d>
          <a:sp3d prstMaterial="matte">
            <a:bevelT w="177800" h="146050"/>
          </a:sp3d>
        </p:spPr>
        <p:txBody>
          <a:bodyPr>
            <a:normAutofit/>
          </a:bodyPr>
          <a:lstStyle>
            <a:lvl1pPr>
              <a:defRPr sz="4400">
                <a:effectLst/>
              </a:defRPr>
            </a:lvl1pPr>
          </a:lstStyle>
          <a:p>
            <a:r>
              <a:rPr lang="en-US"/>
              <a:t>Click to edit Master title style</a:t>
            </a:r>
          </a:p>
        </p:txBody>
      </p:sp>
      <p:sp>
        <p:nvSpPr>
          <p:cNvPr id="4" name="Footer Placeholder 3"/>
          <p:cNvSpPr>
            <a:spLocks noGrp="1"/>
          </p:cNvSpPr>
          <p:nvPr>
            <p:ph type="ftr" sz="quarter" idx="10"/>
          </p:nvPr>
        </p:nvSpPr>
        <p:spPr>
          <a:xfrm>
            <a:off x="6604000" y="6553200"/>
            <a:ext cx="5588000" cy="304800"/>
          </a:xfrm>
        </p:spPr>
        <p:txBody>
          <a:bodyPr/>
          <a:lstStyle>
            <a:lvl1pPr>
              <a:defRPr>
                <a:solidFill>
                  <a:schemeClr val="bg1"/>
                </a:solidFill>
                <a:effectLst>
                  <a:outerShdw blurRad="38100" dist="38100" dir="2700000" algn="tl">
                    <a:srgbClr val="000000">
                      <a:alpha val="43137"/>
                    </a:srgbClr>
                  </a:outerShdw>
                </a:effectLst>
                <a:latin typeface="Cambria Math" panose="02040503050406030204" pitchFamily="18" charset="0"/>
              </a:defRPr>
            </a:lvl1pPr>
          </a:lstStyle>
          <a:p>
            <a:pPr>
              <a:defRPr/>
            </a:pPr>
            <a:endParaRPr lang="en-US" dirty="0">
              <a:solidFill>
                <a:srgbClr val="FFFFFF"/>
              </a:solidFill>
            </a:endParaRPr>
          </a:p>
        </p:txBody>
      </p:sp>
      <p:sp>
        <p:nvSpPr>
          <p:cNvPr id="7" name="Text Placeholder 6"/>
          <p:cNvSpPr>
            <a:spLocks noGrp="1"/>
          </p:cNvSpPr>
          <p:nvPr>
            <p:ph type="body" sz="quarter" idx="11"/>
          </p:nvPr>
        </p:nvSpPr>
        <p:spPr>
          <a:xfrm>
            <a:off x="1320800" y="990600"/>
            <a:ext cx="9550400" cy="685800"/>
          </a:xfrm>
        </p:spPr>
        <p:txBody>
          <a:bodyPr/>
          <a:lstStyle>
            <a:lvl1pPr marL="0" indent="0" algn="just">
              <a:buFontTx/>
              <a:buNone/>
              <a:defRPr sz="1800">
                <a:solidFill>
                  <a:schemeClr val="accent1">
                    <a:lumMod val="75000"/>
                  </a:schemeClr>
                </a:solidFill>
              </a:defRPr>
            </a:lvl1pPr>
            <a:lvl2pPr>
              <a:buFontTx/>
              <a:buNone/>
              <a:defRPr sz="1800">
                <a:solidFill>
                  <a:schemeClr val="accent1">
                    <a:lumMod val="75000"/>
                  </a:schemeClr>
                </a:solidFill>
              </a:defRPr>
            </a:lvl2pPr>
            <a:lvl3pPr>
              <a:buFontTx/>
              <a:buNone/>
              <a:defRPr sz="1800">
                <a:solidFill>
                  <a:schemeClr val="accent1">
                    <a:lumMod val="75000"/>
                  </a:schemeClr>
                </a:solidFill>
              </a:defRPr>
            </a:lvl3pPr>
            <a:lvl4pPr>
              <a:buFontTx/>
              <a:buNone/>
              <a:defRPr sz="1800">
                <a:solidFill>
                  <a:schemeClr val="accent1">
                    <a:lumMod val="75000"/>
                  </a:schemeClr>
                </a:solidFill>
              </a:defRPr>
            </a:lvl4pPr>
            <a:lvl5pPr>
              <a:buNone/>
              <a:defRPr/>
            </a:lvl5pPr>
          </a:lstStyle>
          <a:p>
            <a:pPr lvl="0"/>
            <a:r>
              <a:rPr lang="en-US"/>
              <a:t>Click to edit Master text styles</a:t>
            </a:r>
          </a:p>
        </p:txBody>
      </p:sp>
      <p:sp>
        <p:nvSpPr>
          <p:cNvPr id="11" name="Rectangle 10"/>
          <p:cNvSpPr/>
          <p:nvPr/>
        </p:nvSpPr>
        <p:spPr>
          <a:xfrm>
            <a:off x="1320800" y="1676400"/>
            <a:ext cx="4673600" cy="20574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fontAlgn="base">
              <a:spcBef>
                <a:spcPct val="0"/>
              </a:spcBef>
              <a:spcAft>
                <a:spcPct val="0"/>
              </a:spcAft>
            </a:pPr>
            <a:endParaRPr lang="en-US" sz="1800" dirty="0">
              <a:solidFill>
                <a:srgbClr val="283D5E"/>
              </a:solidFill>
              <a:latin typeface="Cambria Math" panose="02040503050406030204" pitchFamily="18" charset="0"/>
            </a:endParaRPr>
          </a:p>
        </p:txBody>
      </p:sp>
      <p:sp>
        <p:nvSpPr>
          <p:cNvPr id="9" name="Text Placeholder 8"/>
          <p:cNvSpPr>
            <a:spLocks noGrp="1"/>
          </p:cNvSpPr>
          <p:nvPr>
            <p:ph type="body" sz="quarter" idx="12"/>
          </p:nvPr>
        </p:nvSpPr>
        <p:spPr>
          <a:xfrm>
            <a:off x="1320800" y="2057400"/>
            <a:ext cx="4673600" cy="1600200"/>
          </a:xfrm>
        </p:spPr>
        <p:txBody>
          <a:bodyPr>
            <a:normAutofit/>
          </a:bodyPr>
          <a:lstStyle>
            <a:lvl1pPr marL="233363" indent="-233363">
              <a:defRPr sz="1800">
                <a:solidFill>
                  <a:schemeClr val="tx1"/>
                </a:solidFill>
              </a:defRPr>
            </a:lvl1pPr>
            <a:lvl2pPr marL="457200" indent="-223838">
              <a:defRPr sz="1600">
                <a:solidFill>
                  <a:schemeClr val="tx1"/>
                </a:solidFill>
              </a:defRPr>
            </a:lvl2pPr>
            <a:lvl3pPr marL="233363" indent="-233363">
              <a:defRPr sz="1800">
                <a:solidFill>
                  <a:schemeClr val="bg2">
                    <a:lumMod val="50000"/>
                    <a:lumOff val="50000"/>
                  </a:schemeClr>
                </a:solidFill>
              </a:defRPr>
            </a:lvl3pPr>
            <a:lvl4pPr marL="233363" indent="-233363">
              <a:defRPr sz="1800">
                <a:solidFill>
                  <a:schemeClr val="bg2">
                    <a:lumMod val="50000"/>
                    <a:lumOff val="50000"/>
                  </a:schemeClr>
                </a:solidFill>
              </a:defRPr>
            </a:lvl4pPr>
            <a:lvl5pPr marL="233363" indent="-233363">
              <a:defRPr sz="1800">
                <a:solidFill>
                  <a:schemeClr val="bg2">
                    <a:lumMod val="50000"/>
                    <a:lumOff val="50000"/>
                  </a:schemeClr>
                </a:solidFill>
              </a:defRPr>
            </a:lvl5pPr>
          </a:lstStyle>
          <a:p>
            <a:pPr lvl="0"/>
            <a:r>
              <a:rPr lang="en-US"/>
              <a:t>Click to edit Master text styles</a:t>
            </a:r>
          </a:p>
          <a:p>
            <a:pPr lvl="1"/>
            <a:r>
              <a:rPr lang="en-US"/>
              <a:t>Second level</a:t>
            </a:r>
          </a:p>
        </p:txBody>
      </p:sp>
      <p:sp>
        <p:nvSpPr>
          <p:cNvPr id="12" name="TextBox 11"/>
          <p:cNvSpPr txBox="1"/>
          <p:nvPr/>
        </p:nvSpPr>
        <p:spPr>
          <a:xfrm>
            <a:off x="1320800" y="1676400"/>
            <a:ext cx="4673600" cy="400110"/>
          </a:xfrm>
          <a:prstGeom prst="rect">
            <a:avLst/>
          </a:prstGeom>
          <a:noFill/>
        </p:spPr>
        <p:txBody>
          <a:bodyPr wrap="square" rtlCol="0">
            <a:spAutoFit/>
          </a:bodyPr>
          <a:lstStyle/>
          <a:p>
            <a:pPr algn="ctr" fontAlgn="base">
              <a:spcBef>
                <a:spcPct val="0"/>
              </a:spcBef>
              <a:spcAft>
                <a:spcPct val="0"/>
              </a:spcAft>
            </a:pPr>
            <a:r>
              <a:rPr lang="en-US" sz="2000" dirty="0">
                <a:solidFill>
                  <a:srgbClr val="283D5E"/>
                </a:solidFill>
                <a:latin typeface="Cambria Math" panose="02040503050406030204" pitchFamily="18" charset="0"/>
              </a:rPr>
              <a:t>Schedule</a:t>
            </a:r>
            <a:endParaRPr lang="en-US" sz="1800" dirty="0">
              <a:solidFill>
                <a:srgbClr val="283D5E"/>
              </a:solidFill>
              <a:latin typeface="Cambria Math" panose="02040503050406030204" pitchFamily="18" charset="0"/>
            </a:endParaRPr>
          </a:p>
        </p:txBody>
      </p:sp>
      <p:cxnSp>
        <p:nvCxnSpPr>
          <p:cNvPr id="13" name="Straight Connector 12"/>
          <p:cNvCxnSpPr/>
          <p:nvPr/>
        </p:nvCxnSpPr>
        <p:spPr>
          <a:xfrm rot="10800000" flipV="1">
            <a:off x="1320800" y="2057397"/>
            <a:ext cx="4673600" cy="3"/>
          </a:xfrm>
          <a:prstGeom prst="line">
            <a:avLst/>
          </a:prstGeom>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6197600" y="1676400"/>
            <a:ext cx="4673600" cy="20574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fontAlgn="base">
              <a:spcBef>
                <a:spcPct val="0"/>
              </a:spcBef>
              <a:spcAft>
                <a:spcPct val="0"/>
              </a:spcAft>
            </a:pPr>
            <a:endParaRPr lang="en-US" sz="1800" dirty="0">
              <a:solidFill>
                <a:srgbClr val="283D5E"/>
              </a:solidFill>
              <a:latin typeface="Cambria Math" panose="02040503050406030204" pitchFamily="18" charset="0"/>
            </a:endParaRPr>
          </a:p>
        </p:txBody>
      </p:sp>
      <p:sp>
        <p:nvSpPr>
          <p:cNvPr id="17" name="Text Placeholder 8"/>
          <p:cNvSpPr>
            <a:spLocks noGrp="1"/>
          </p:cNvSpPr>
          <p:nvPr>
            <p:ph type="body" sz="quarter" idx="13"/>
          </p:nvPr>
        </p:nvSpPr>
        <p:spPr>
          <a:xfrm>
            <a:off x="6197600" y="2057400"/>
            <a:ext cx="4673600" cy="1600200"/>
          </a:xfrm>
        </p:spPr>
        <p:txBody>
          <a:bodyPr>
            <a:normAutofit/>
          </a:bodyPr>
          <a:lstStyle>
            <a:lvl1pPr marL="233363" indent="-233363">
              <a:defRPr sz="1800">
                <a:solidFill>
                  <a:schemeClr val="tx1"/>
                </a:solidFill>
              </a:defRPr>
            </a:lvl1pPr>
            <a:lvl2pPr marL="457200" indent="-223838">
              <a:defRPr sz="1600">
                <a:solidFill>
                  <a:schemeClr val="tx1"/>
                </a:solidFill>
              </a:defRPr>
            </a:lvl2pPr>
            <a:lvl3pPr marL="233363" indent="-233363">
              <a:defRPr sz="1800">
                <a:solidFill>
                  <a:schemeClr val="bg2">
                    <a:lumMod val="50000"/>
                    <a:lumOff val="50000"/>
                  </a:schemeClr>
                </a:solidFill>
              </a:defRPr>
            </a:lvl3pPr>
            <a:lvl4pPr marL="233363" indent="-233363">
              <a:defRPr sz="1800">
                <a:solidFill>
                  <a:schemeClr val="bg2">
                    <a:lumMod val="50000"/>
                    <a:lumOff val="50000"/>
                  </a:schemeClr>
                </a:solidFill>
              </a:defRPr>
            </a:lvl4pPr>
            <a:lvl5pPr marL="233363" indent="-233363">
              <a:defRPr sz="1800">
                <a:solidFill>
                  <a:schemeClr val="bg2">
                    <a:lumMod val="50000"/>
                    <a:lumOff val="50000"/>
                  </a:schemeClr>
                </a:solidFill>
              </a:defRPr>
            </a:lvl5pPr>
          </a:lstStyle>
          <a:p>
            <a:pPr lvl="0"/>
            <a:r>
              <a:rPr lang="en-US"/>
              <a:t>Click to edit Master text styles</a:t>
            </a:r>
          </a:p>
          <a:p>
            <a:pPr lvl="1"/>
            <a:r>
              <a:rPr lang="en-US"/>
              <a:t>Second level</a:t>
            </a:r>
          </a:p>
        </p:txBody>
      </p:sp>
      <p:sp>
        <p:nvSpPr>
          <p:cNvPr id="18" name="TextBox 17"/>
          <p:cNvSpPr txBox="1"/>
          <p:nvPr/>
        </p:nvSpPr>
        <p:spPr>
          <a:xfrm>
            <a:off x="6197600" y="1676400"/>
            <a:ext cx="4673600" cy="400110"/>
          </a:xfrm>
          <a:prstGeom prst="rect">
            <a:avLst/>
          </a:prstGeom>
          <a:noFill/>
        </p:spPr>
        <p:txBody>
          <a:bodyPr wrap="square" rtlCol="0">
            <a:spAutoFit/>
          </a:bodyPr>
          <a:lstStyle/>
          <a:p>
            <a:pPr algn="ctr" fontAlgn="base">
              <a:spcBef>
                <a:spcPct val="0"/>
              </a:spcBef>
              <a:spcAft>
                <a:spcPct val="0"/>
              </a:spcAft>
            </a:pPr>
            <a:r>
              <a:rPr lang="en-US" sz="2000" dirty="0">
                <a:solidFill>
                  <a:srgbClr val="283D5E"/>
                </a:solidFill>
                <a:latin typeface="Cambria Math" panose="02040503050406030204" pitchFamily="18" charset="0"/>
              </a:rPr>
              <a:t>Pre-class</a:t>
            </a:r>
            <a:endParaRPr lang="en-US" sz="1800" dirty="0">
              <a:solidFill>
                <a:srgbClr val="283D5E"/>
              </a:solidFill>
              <a:latin typeface="Cambria Math" panose="02040503050406030204" pitchFamily="18" charset="0"/>
            </a:endParaRPr>
          </a:p>
        </p:txBody>
      </p:sp>
      <p:cxnSp>
        <p:nvCxnSpPr>
          <p:cNvPr id="19" name="Straight Connector 18"/>
          <p:cNvCxnSpPr/>
          <p:nvPr/>
        </p:nvCxnSpPr>
        <p:spPr>
          <a:xfrm rot="10800000" flipV="1">
            <a:off x="6197600" y="2057397"/>
            <a:ext cx="4673600" cy="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1618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xEl>
                                              <p:pRg st="1" end="1"/>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xEl>
                                              <p:pRg st="1" end="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1" grpId="0" animBg="1"/>
      <p:bldP spid="9" grpId="0" build="p">
        <p:tmplLst>
          <p:tmpl lvl="1">
            <p:tnLst>
              <p:par>
                <p:cTn presetID="1"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childTnLst>
                </p:cTn>
              </p:par>
            </p:tnLst>
          </p:tmpl>
        </p:tmplLst>
      </p:bldP>
      <p:bldP spid="12" grpId="0"/>
      <p:bldP spid="16" grpId="0" animBg="1"/>
      <p:bldP spid="17" grpId="0" build="p">
        <p:tmplLst>
          <p:tmpl lvl="1">
            <p:tnLst>
              <p:par>
                <p:cTn presetID="1" presetClass="entr" presetSubtype="0" fill="hold" nodeType="with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Subtitle">
    <p:bg>
      <p:bgPr>
        <a:blipFill dpi="0" rotWithShape="1">
          <a:blip r:embed="rId2" cstate="print">
            <a:lum/>
          </a:blip>
          <a:srcRect/>
          <a:stretch>
            <a:fillRect t="-1000" b="-1000"/>
          </a:stretch>
        </a:blipFill>
        <a:effectLst/>
      </p:bgPr>
    </p:bg>
    <p:spTree>
      <p:nvGrpSpPr>
        <p:cNvPr id="1" name=""/>
        <p:cNvGrpSpPr/>
        <p:nvPr/>
      </p:nvGrpSpPr>
      <p:grpSpPr>
        <a:xfrm>
          <a:off x="0" y="0"/>
          <a:ext cx="0" cy="0"/>
          <a:chOff x="0" y="0"/>
          <a:chExt cx="0" cy="0"/>
        </a:xfrm>
      </p:grpSpPr>
      <p:sp>
        <p:nvSpPr>
          <p:cNvPr id="5" name="Rectangle 4"/>
          <p:cNvSpPr/>
          <p:nvPr/>
        </p:nvSpPr>
        <p:spPr>
          <a:xfrm>
            <a:off x="0" y="1371600"/>
            <a:ext cx="12192000" cy="4191000"/>
          </a:xfrm>
          <a:prstGeom prst="rect">
            <a:avLst/>
          </a:prstGeom>
          <a:solidFill>
            <a:schemeClr val="bg1"/>
          </a:solidFill>
          <a:ln w="38100">
            <a:solidFill>
              <a:schemeClr val="bg2"/>
            </a:solidFill>
          </a:ln>
          <a:effectLst>
            <a:outerShdw blurRad="482600" dist="50800" dir="5400000" algn="ctr" rotWithShape="0">
              <a:schemeClr val="bg2"/>
            </a:outerShdw>
          </a:effectLst>
          <a:scene3d>
            <a:camera prst="orthographicFront"/>
            <a:lightRig rig="threePt" dir="t"/>
          </a:scene3d>
          <a:sp3d>
            <a:bevelT w="177800" h="177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1800" dirty="0">
              <a:solidFill>
                <a:srgbClr val="FFFFFF"/>
              </a:solidFill>
              <a:latin typeface="Cambria Math" panose="02040503050406030204" pitchFamily="18" charset="0"/>
            </a:endParaRPr>
          </a:p>
        </p:txBody>
      </p:sp>
      <p:sp>
        <p:nvSpPr>
          <p:cNvPr id="2" name="Title 1"/>
          <p:cNvSpPr>
            <a:spLocks noGrp="1"/>
          </p:cNvSpPr>
          <p:nvPr>
            <p:ph type="title"/>
          </p:nvPr>
        </p:nvSpPr>
        <p:spPr>
          <a:xfrm>
            <a:off x="3454400" y="2057400"/>
            <a:ext cx="8229600" cy="838200"/>
          </a:xfrm>
          <a:noFill/>
          <a:ln w="38100">
            <a:noFill/>
          </a:ln>
          <a:effectLst>
            <a:outerShdw blurRad="50800" dist="12700" dir="2700000" algn="tl" rotWithShape="0">
              <a:prstClr val="black">
                <a:alpha val="40000"/>
              </a:prstClr>
            </a:outerShdw>
          </a:effectLst>
          <a:scene3d>
            <a:camera prst="orthographicFront"/>
            <a:lightRig rig="threePt" dir="t"/>
          </a:scene3d>
          <a:sp3d prstMaterial="matte">
            <a:bevelT w="177800" h="146050"/>
          </a:sp3d>
        </p:spPr>
        <p:txBody>
          <a:bodyPr>
            <a:normAutofit/>
          </a:bodyPr>
          <a:lstStyle>
            <a:lvl1pPr>
              <a:defRPr sz="3200">
                <a:effectLst/>
              </a:defRPr>
            </a:lvl1pPr>
          </a:lstStyle>
          <a:p>
            <a:r>
              <a:rPr lang="en-US"/>
              <a:t>Click to edit Master title style</a:t>
            </a:r>
          </a:p>
        </p:txBody>
      </p:sp>
      <p:sp>
        <p:nvSpPr>
          <p:cNvPr id="4" name="Footer Placeholder 3"/>
          <p:cNvSpPr>
            <a:spLocks noGrp="1"/>
          </p:cNvSpPr>
          <p:nvPr>
            <p:ph type="ftr" sz="quarter" idx="10"/>
          </p:nvPr>
        </p:nvSpPr>
        <p:spPr>
          <a:xfrm>
            <a:off x="6604000" y="6553200"/>
            <a:ext cx="5588000" cy="304800"/>
          </a:xfrm>
        </p:spPr>
        <p:txBody>
          <a:bodyPr/>
          <a:lstStyle>
            <a:lvl1pPr>
              <a:defRPr>
                <a:solidFill>
                  <a:schemeClr val="bg1"/>
                </a:solidFill>
                <a:effectLst>
                  <a:outerShdw blurRad="38100" dist="38100" dir="2700000" algn="tl">
                    <a:srgbClr val="000000">
                      <a:alpha val="43137"/>
                    </a:srgbClr>
                  </a:outerShdw>
                </a:effectLst>
                <a:latin typeface="Cambria Math" panose="02040503050406030204" pitchFamily="18" charset="0"/>
              </a:defRPr>
            </a:lvl1pPr>
          </a:lstStyle>
          <a:p>
            <a:pPr>
              <a:defRPr/>
            </a:pPr>
            <a:endParaRPr lang="en-US" dirty="0">
              <a:solidFill>
                <a:srgbClr val="FFFFFF"/>
              </a:solidFill>
            </a:endParaRPr>
          </a:p>
        </p:txBody>
      </p:sp>
      <p:sp>
        <p:nvSpPr>
          <p:cNvPr id="7" name="Text Placeholder 6"/>
          <p:cNvSpPr>
            <a:spLocks noGrp="1"/>
          </p:cNvSpPr>
          <p:nvPr>
            <p:ph type="body" sz="quarter" idx="11"/>
          </p:nvPr>
        </p:nvSpPr>
        <p:spPr>
          <a:xfrm>
            <a:off x="3454400" y="2895600"/>
            <a:ext cx="8229600" cy="1676400"/>
          </a:xfrm>
        </p:spPr>
        <p:txBody>
          <a:bodyPr/>
          <a:lstStyle>
            <a:lvl1pPr marL="0" indent="0" algn="just">
              <a:buFontTx/>
              <a:buNone/>
              <a:defRPr sz="1800">
                <a:solidFill>
                  <a:schemeClr val="accent1">
                    <a:lumMod val="75000"/>
                  </a:schemeClr>
                </a:solidFill>
              </a:defRPr>
            </a:lvl1pPr>
            <a:lvl2pPr>
              <a:buFontTx/>
              <a:buNone/>
              <a:defRPr sz="1800">
                <a:solidFill>
                  <a:schemeClr val="accent1">
                    <a:lumMod val="75000"/>
                  </a:schemeClr>
                </a:solidFill>
              </a:defRPr>
            </a:lvl2pPr>
            <a:lvl3pPr>
              <a:buFontTx/>
              <a:buNone/>
              <a:defRPr sz="1800">
                <a:solidFill>
                  <a:schemeClr val="accent1">
                    <a:lumMod val="75000"/>
                  </a:schemeClr>
                </a:solidFill>
              </a:defRPr>
            </a:lvl3pPr>
            <a:lvl4pPr>
              <a:buFontTx/>
              <a:buNone/>
              <a:defRPr sz="1800">
                <a:solidFill>
                  <a:schemeClr val="accent1">
                    <a:lumMod val="75000"/>
                  </a:schemeClr>
                </a:solidFill>
              </a:defRPr>
            </a:lvl4pPr>
            <a:lvl5pPr>
              <a:buNone/>
              <a:defRPr/>
            </a:lvl5pPr>
          </a:lstStyle>
          <a:p>
            <a:pPr lvl="0"/>
            <a:r>
              <a:rPr lang="en-US"/>
              <a:t>Click to edit Master text styles</a:t>
            </a:r>
          </a:p>
        </p:txBody>
      </p:sp>
      <p:sp>
        <p:nvSpPr>
          <p:cNvPr id="6" name="Rectangle 5"/>
          <p:cNvSpPr/>
          <p:nvPr/>
        </p:nvSpPr>
        <p:spPr>
          <a:xfrm>
            <a:off x="203200" y="1524000"/>
            <a:ext cx="2743200" cy="38862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fontAlgn="base">
              <a:spcBef>
                <a:spcPct val="0"/>
              </a:spcBef>
              <a:spcAft>
                <a:spcPct val="0"/>
              </a:spcAft>
            </a:pPr>
            <a:endParaRPr lang="en-US" sz="1800" dirty="0">
              <a:solidFill>
                <a:srgbClr val="283D5E"/>
              </a:solidFill>
              <a:latin typeface="Cambria Math" panose="02040503050406030204" pitchFamily="18" charset="0"/>
            </a:endParaRPr>
          </a:p>
        </p:txBody>
      </p:sp>
      <p:sp>
        <p:nvSpPr>
          <p:cNvPr id="8" name="TextBox 7"/>
          <p:cNvSpPr txBox="1"/>
          <p:nvPr/>
        </p:nvSpPr>
        <p:spPr>
          <a:xfrm>
            <a:off x="203200" y="1524000"/>
            <a:ext cx="2743200" cy="400110"/>
          </a:xfrm>
          <a:prstGeom prst="rect">
            <a:avLst/>
          </a:prstGeom>
          <a:noFill/>
        </p:spPr>
        <p:txBody>
          <a:bodyPr wrap="square" rtlCol="0">
            <a:spAutoFit/>
          </a:bodyPr>
          <a:lstStyle/>
          <a:p>
            <a:pPr fontAlgn="base">
              <a:spcBef>
                <a:spcPct val="0"/>
              </a:spcBef>
              <a:spcAft>
                <a:spcPct val="0"/>
              </a:spcAft>
            </a:pPr>
            <a:r>
              <a:rPr lang="en-US" sz="2000" dirty="0">
                <a:solidFill>
                  <a:srgbClr val="283D5E"/>
                </a:solidFill>
                <a:latin typeface="Cambria Math" panose="02040503050406030204" pitchFamily="18" charset="0"/>
              </a:rPr>
              <a:t>Topics</a:t>
            </a:r>
            <a:endParaRPr lang="en-US" sz="1800" dirty="0">
              <a:solidFill>
                <a:srgbClr val="283D5E"/>
              </a:solidFill>
              <a:latin typeface="Cambria Math" panose="02040503050406030204" pitchFamily="18" charset="0"/>
            </a:endParaRPr>
          </a:p>
        </p:txBody>
      </p:sp>
      <p:cxnSp>
        <p:nvCxnSpPr>
          <p:cNvPr id="9" name="Straight Connector 8"/>
          <p:cNvCxnSpPr/>
          <p:nvPr/>
        </p:nvCxnSpPr>
        <p:spPr>
          <a:xfrm rot="10800000">
            <a:off x="203200" y="1905000"/>
            <a:ext cx="2743200" cy="1589"/>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 Placeholder 11"/>
          <p:cNvSpPr>
            <a:spLocks noGrp="1"/>
          </p:cNvSpPr>
          <p:nvPr>
            <p:ph type="body" sz="quarter" idx="12"/>
          </p:nvPr>
        </p:nvSpPr>
        <p:spPr>
          <a:xfrm>
            <a:off x="304800" y="1981200"/>
            <a:ext cx="2540000" cy="3352800"/>
          </a:xfrm>
        </p:spPr>
        <p:txBody>
          <a:bodyPr/>
          <a:lstStyle>
            <a:lvl1pPr marL="287338" indent="-287338">
              <a:buNone/>
              <a:defRPr sz="1400">
                <a:solidFill>
                  <a:schemeClr val="accent1">
                    <a:lumMod val="50000"/>
                  </a:schemeClr>
                </a:solidFill>
              </a:defRPr>
            </a:lvl1pPr>
            <a:lvl2pPr marL="287338" indent="-169863">
              <a:spcBef>
                <a:spcPts val="0"/>
              </a:spcBef>
              <a:defRPr sz="1200">
                <a:solidFill>
                  <a:schemeClr val="accent1">
                    <a:lumMod val="50000"/>
                  </a:schemeClr>
                </a:solidFill>
              </a:defRPr>
            </a:lvl2pPr>
            <a:lvl3pPr>
              <a:defRPr sz="1100">
                <a:solidFill>
                  <a:schemeClr val="accent1">
                    <a:lumMod val="50000"/>
                  </a:schemeClr>
                </a:solidFill>
              </a:defRPr>
            </a:lvl3pPr>
            <a:lvl4pPr>
              <a:defRPr sz="1200">
                <a:solidFill>
                  <a:schemeClr val="accent1">
                    <a:lumMod val="50000"/>
                  </a:schemeClr>
                </a:solidFill>
              </a:defRPr>
            </a:lvl4pPr>
            <a:lvl5pPr>
              <a:defRPr>
                <a:solidFill>
                  <a:schemeClr val="accent1">
                    <a:lumMod val="50000"/>
                  </a:schemeClr>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4611804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ubSection">
    <p:bg>
      <p:bgPr>
        <a:blipFill dpi="0" rotWithShape="1">
          <a:blip r:embed="rId2" cstate="print">
            <a:lum/>
          </a:blip>
          <a:srcRect/>
          <a:stretch>
            <a:fillRect t="-1000" b="-1000"/>
          </a:stretch>
        </a:blipFill>
        <a:effectLst/>
      </p:bgPr>
    </p:bg>
    <p:spTree>
      <p:nvGrpSpPr>
        <p:cNvPr id="1" name=""/>
        <p:cNvGrpSpPr/>
        <p:nvPr/>
      </p:nvGrpSpPr>
      <p:grpSpPr>
        <a:xfrm>
          <a:off x="0" y="0"/>
          <a:ext cx="0" cy="0"/>
          <a:chOff x="0" y="0"/>
          <a:chExt cx="0" cy="0"/>
        </a:xfrm>
      </p:grpSpPr>
      <p:sp>
        <p:nvSpPr>
          <p:cNvPr id="5" name="Rectangle 4"/>
          <p:cNvSpPr/>
          <p:nvPr/>
        </p:nvSpPr>
        <p:spPr>
          <a:xfrm>
            <a:off x="0" y="1371600"/>
            <a:ext cx="9144000" cy="4191000"/>
          </a:xfrm>
          <a:prstGeom prst="rect">
            <a:avLst/>
          </a:prstGeom>
          <a:solidFill>
            <a:schemeClr val="bg1"/>
          </a:solidFill>
          <a:ln w="38100">
            <a:solidFill>
              <a:schemeClr val="bg2"/>
            </a:solidFill>
          </a:ln>
          <a:effectLst>
            <a:outerShdw blurRad="482600" dist="50800" dir="5400000" algn="ctr" rotWithShape="0">
              <a:schemeClr val="bg2"/>
            </a:outerShdw>
          </a:effectLst>
          <a:scene3d>
            <a:camera prst="orthographicFront"/>
            <a:lightRig rig="threePt" dir="t"/>
          </a:scene3d>
          <a:sp3d>
            <a:bevelT w="177800" h="177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1800" dirty="0">
              <a:solidFill>
                <a:srgbClr val="FFFFFF"/>
              </a:solidFill>
              <a:latin typeface="Cambria Math" panose="02040503050406030204" pitchFamily="18" charset="0"/>
            </a:endParaRPr>
          </a:p>
        </p:txBody>
      </p:sp>
      <p:sp>
        <p:nvSpPr>
          <p:cNvPr id="2" name="Title 1"/>
          <p:cNvSpPr>
            <a:spLocks noGrp="1"/>
          </p:cNvSpPr>
          <p:nvPr>
            <p:ph type="title"/>
          </p:nvPr>
        </p:nvSpPr>
        <p:spPr>
          <a:xfrm>
            <a:off x="3454400" y="2057400"/>
            <a:ext cx="5384800" cy="838200"/>
          </a:xfrm>
          <a:noFill/>
          <a:ln w="38100">
            <a:noFill/>
          </a:ln>
          <a:effectLst>
            <a:outerShdw blurRad="50800" dist="12700" dir="2700000" algn="tl" rotWithShape="0">
              <a:prstClr val="black">
                <a:alpha val="40000"/>
              </a:prstClr>
            </a:outerShdw>
          </a:effectLst>
          <a:scene3d>
            <a:camera prst="orthographicFront"/>
            <a:lightRig rig="threePt" dir="t"/>
          </a:scene3d>
          <a:sp3d prstMaterial="matte">
            <a:bevelT w="177800" h="146050"/>
          </a:sp3d>
        </p:spPr>
        <p:txBody>
          <a:bodyPr>
            <a:noAutofit/>
          </a:bodyPr>
          <a:lstStyle>
            <a:lvl1pPr>
              <a:defRPr sz="2400">
                <a:effectLst/>
              </a:defRPr>
            </a:lvl1pPr>
          </a:lstStyle>
          <a:p>
            <a:r>
              <a:rPr lang="en-US"/>
              <a:t>Click to edit Master title style</a:t>
            </a:r>
          </a:p>
        </p:txBody>
      </p:sp>
      <p:sp>
        <p:nvSpPr>
          <p:cNvPr id="4" name="Footer Placeholder 3"/>
          <p:cNvSpPr>
            <a:spLocks noGrp="1"/>
          </p:cNvSpPr>
          <p:nvPr>
            <p:ph type="ftr" sz="quarter" idx="10"/>
          </p:nvPr>
        </p:nvSpPr>
        <p:spPr>
          <a:xfrm>
            <a:off x="6604000" y="6553200"/>
            <a:ext cx="5588000" cy="304800"/>
          </a:xfrm>
        </p:spPr>
        <p:txBody>
          <a:bodyPr/>
          <a:lstStyle>
            <a:lvl1pPr>
              <a:defRPr>
                <a:solidFill>
                  <a:schemeClr val="bg1"/>
                </a:solidFill>
                <a:effectLst>
                  <a:outerShdw blurRad="38100" dist="38100" dir="2700000" algn="tl">
                    <a:srgbClr val="000000">
                      <a:alpha val="43137"/>
                    </a:srgbClr>
                  </a:outerShdw>
                </a:effectLst>
                <a:latin typeface="Cambria Math" panose="02040503050406030204" pitchFamily="18" charset="0"/>
              </a:defRPr>
            </a:lvl1pPr>
          </a:lstStyle>
          <a:p>
            <a:pPr>
              <a:defRPr/>
            </a:pPr>
            <a:endParaRPr lang="en-US" dirty="0">
              <a:solidFill>
                <a:srgbClr val="FFFFFF"/>
              </a:solidFill>
            </a:endParaRPr>
          </a:p>
        </p:txBody>
      </p:sp>
      <p:sp>
        <p:nvSpPr>
          <p:cNvPr id="7" name="Text Placeholder 6"/>
          <p:cNvSpPr>
            <a:spLocks noGrp="1"/>
          </p:cNvSpPr>
          <p:nvPr>
            <p:ph type="body" sz="quarter" idx="11"/>
          </p:nvPr>
        </p:nvSpPr>
        <p:spPr>
          <a:xfrm>
            <a:off x="3454400" y="2895600"/>
            <a:ext cx="5384800" cy="1676400"/>
          </a:xfrm>
        </p:spPr>
        <p:txBody>
          <a:bodyPr/>
          <a:lstStyle>
            <a:lvl1pPr marL="0" indent="0" algn="just">
              <a:buFontTx/>
              <a:buNone/>
              <a:defRPr sz="1800">
                <a:solidFill>
                  <a:schemeClr val="accent1">
                    <a:lumMod val="75000"/>
                  </a:schemeClr>
                </a:solidFill>
              </a:defRPr>
            </a:lvl1pPr>
            <a:lvl2pPr>
              <a:buFontTx/>
              <a:buNone/>
              <a:defRPr sz="1800">
                <a:solidFill>
                  <a:schemeClr val="accent1">
                    <a:lumMod val="75000"/>
                  </a:schemeClr>
                </a:solidFill>
              </a:defRPr>
            </a:lvl2pPr>
            <a:lvl3pPr>
              <a:buFontTx/>
              <a:buNone/>
              <a:defRPr sz="1800">
                <a:solidFill>
                  <a:schemeClr val="accent1">
                    <a:lumMod val="75000"/>
                  </a:schemeClr>
                </a:solidFill>
              </a:defRPr>
            </a:lvl3pPr>
            <a:lvl4pPr>
              <a:buFontTx/>
              <a:buNone/>
              <a:defRPr sz="1800">
                <a:solidFill>
                  <a:schemeClr val="accent1">
                    <a:lumMod val="75000"/>
                  </a:schemeClr>
                </a:solidFill>
              </a:defRPr>
            </a:lvl4pPr>
            <a:lvl5pPr>
              <a:buNone/>
              <a:defRPr/>
            </a:lvl5pPr>
          </a:lstStyle>
          <a:p>
            <a:pPr lvl="0"/>
            <a:r>
              <a:rPr lang="en-US"/>
              <a:t>Click to edit Master text styles</a:t>
            </a:r>
          </a:p>
        </p:txBody>
      </p:sp>
      <p:sp>
        <p:nvSpPr>
          <p:cNvPr id="6" name="Rectangle 5"/>
          <p:cNvSpPr/>
          <p:nvPr/>
        </p:nvSpPr>
        <p:spPr>
          <a:xfrm>
            <a:off x="203200" y="1524000"/>
            <a:ext cx="2743200" cy="38862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fontAlgn="base">
              <a:spcBef>
                <a:spcPct val="0"/>
              </a:spcBef>
              <a:spcAft>
                <a:spcPct val="0"/>
              </a:spcAft>
            </a:pPr>
            <a:endParaRPr lang="en-US" sz="1800" dirty="0">
              <a:solidFill>
                <a:srgbClr val="283D5E"/>
              </a:solidFill>
              <a:latin typeface="Cambria Math" panose="02040503050406030204" pitchFamily="18" charset="0"/>
            </a:endParaRPr>
          </a:p>
        </p:txBody>
      </p:sp>
      <p:sp>
        <p:nvSpPr>
          <p:cNvPr id="8" name="TextBox 7"/>
          <p:cNvSpPr txBox="1"/>
          <p:nvPr/>
        </p:nvSpPr>
        <p:spPr>
          <a:xfrm>
            <a:off x="203200" y="1524000"/>
            <a:ext cx="2743200" cy="400110"/>
          </a:xfrm>
          <a:prstGeom prst="rect">
            <a:avLst/>
          </a:prstGeom>
          <a:noFill/>
        </p:spPr>
        <p:txBody>
          <a:bodyPr wrap="square" rtlCol="0">
            <a:spAutoFit/>
          </a:bodyPr>
          <a:lstStyle/>
          <a:p>
            <a:pPr fontAlgn="base">
              <a:spcBef>
                <a:spcPct val="0"/>
              </a:spcBef>
              <a:spcAft>
                <a:spcPct val="0"/>
              </a:spcAft>
            </a:pPr>
            <a:r>
              <a:rPr lang="en-US" sz="2000" dirty="0">
                <a:solidFill>
                  <a:srgbClr val="283D5E"/>
                </a:solidFill>
                <a:latin typeface="Cambria Math" panose="02040503050406030204" pitchFamily="18" charset="0"/>
              </a:rPr>
              <a:t>Topics</a:t>
            </a:r>
            <a:endParaRPr lang="en-US" sz="1800" dirty="0">
              <a:solidFill>
                <a:srgbClr val="283D5E"/>
              </a:solidFill>
              <a:latin typeface="Cambria Math" panose="02040503050406030204" pitchFamily="18" charset="0"/>
            </a:endParaRPr>
          </a:p>
        </p:txBody>
      </p:sp>
      <p:cxnSp>
        <p:nvCxnSpPr>
          <p:cNvPr id="9" name="Straight Connector 8"/>
          <p:cNvCxnSpPr/>
          <p:nvPr/>
        </p:nvCxnSpPr>
        <p:spPr>
          <a:xfrm rot="10800000">
            <a:off x="203200" y="1905000"/>
            <a:ext cx="2743200" cy="1589"/>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 Placeholder 11"/>
          <p:cNvSpPr>
            <a:spLocks noGrp="1"/>
          </p:cNvSpPr>
          <p:nvPr>
            <p:ph type="body" sz="quarter" idx="12"/>
          </p:nvPr>
        </p:nvSpPr>
        <p:spPr>
          <a:xfrm>
            <a:off x="304800" y="1981200"/>
            <a:ext cx="2540000" cy="3352800"/>
          </a:xfrm>
        </p:spPr>
        <p:txBody>
          <a:bodyPr/>
          <a:lstStyle>
            <a:lvl1pPr marL="287338" indent="-287338">
              <a:buNone/>
              <a:defRPr sz="1400">
                <a:solidFill>
                  <a:schemeClr val="accent1">
                    <a:lumMod val="50000"/>
                  </a:schemeClr>
                </a:solidFill>
              </a:defRPr>
            </a:lvl1pPr>
            <a:lvl2pPr marL="287338" indent="-169863">
              <a:spcBef>
                <a:spcPts val="0"/>
              </a:spcBef>
              <a:defRPr sz="1200">
                <a:solidFill>
                  <a:schemeClr val="accent1">
                    <a:lumMod val="50000"/>
                  </a:schemeClr>
                </a:solidFill>
              </a:defRPr>
            </a:lvl2pPr>
            <a:lvl3pPr>
              <a:defRPr sz="1100">
                <a:solidFill>
                  <a:schemeClr val="accent1">
                    <a:lumMod val="50000"/>
                  </a:schemeClr>
                </a:solidFill>
              </a:defRPr>
            </a:lvl3pPr>
            <a:lvl4pPr>
              <a:defRPr sz="1200">
                <a:solidFill>
                  <a:schemeClr val="accent1">
                    <a:lumMod val="50000"/>
                  </a:schemeClr>
                </a:solidFill>
              </a:defRPr>
            </a:lvl4pPr>
            <a:lvl5pPr>
              <a:defRPr>
                <a:solidFill>
                  <a:schemeClr val="accent1">
                    <a:lumMod val="50000"/>
                  </a:schemeClr>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16309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3667" y="1905001"/>
            <a:ext cx="10242551" cy="1523495"/>
          </a:xfrm>
        </p:spPr>
        <p:txBody>
          <a:bodyPr>
            <a:noAutofit/>
          </a:bodyPr>
          <a:lstStyle>
            <a:lvl1pPr>
              <a:lnSpc>
                <a:spcPct val="90000"/>
              </a:lnSpc>
              <a:defRPr sz="5400"/>
            </a:lvl1pPr>
          </a:lstStyle>
          <a:p>
            <a:r>
              <a:rPr lang="en-US"/>
              <a:t>Click to edit Master title style</a:t>
            </a:r>
          </a:p>
        </p:txBody>
      </p:sp>
      <p:sp>
        <p:nvSpPr>
          <p:cNvPr id="3" name="Subtitle 2"/>
          <p:cNvSpPr>
            <a:spLocks noGrp="1"/>
          </p:cNvSpPr>
          <p:nvPr>
            <p:ph type="subTitle" idx="1"/>
          </p:nvPr>
        </p:nvSpPr>
        <p:spPr>
          <a:xfrm>
            <a:off x="973666" y="4344989"/>
            <a:ext cx="10242551"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3996193936"/>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825625" y="649805"/>
            <a:ext cx="9390944" cy="1523494"/>
          </a:xfrm>
        </p:spPr>
        <p:txBody>
          <a:bodyPr anchor="ctr" anchorCtr="0">
            <a:noAutofit/>
          </a:bodyPr>
          <a:lstStyle>
            <a:lvl1pPr>
              <a:lnSpc>
                <a:spcPct val="90000"/>
              </a:lnSpc>
              <a:defRPr sz="5400"/>
            </a:lvl1pPr>
          </a:lstStyle>
          <a:p>
            <a:r>
              <a:rPr lang="en-US"/>
              <a:t>Click to edit Master title style</a:t>
            </a:r>
          </a:p>
        </p:txBody>
      </p:sp>
      <p:sp>
        <p:nvSpPr>
          <p:cNvPr id="3" name="Subtitle 2"/>
          <p:cNvSpPr>
            <a:spLocks noGrp="1"/>
          </p:cNvSpPr>
          <p:nvPr>
            <p:ph type="subTitle" idx="1"/>
          </p:nvPr>
        </p:nvSpPr>
        <p:spPr>
          <a:xfrm>
            <a:off x="1825273" y="4344989"/>
            <a:ext cx="9390944"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p>
        </p:txBody>
      </p:sp>
      <p:sp>
        <p:nvSpPr>
          <p:cNvPr id="7" name="Text Placeholder 6"/>
          <p:cNvSpPr>
            <a:spLocks noGrp="1"/>
          </p:cNvSpPr>
          <p:nvPr>
            <p:ph type="body" sz="quarter" idx="10" hasCustomPrompt="1"/>
          </p:nvPr>
        </p:nvSpPr>
        <p:spPr>
          <a:xfrm>
            <a:off x="962732" y="2355850"/>
            <a:ext cx="10253485"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10000" b="0" i="1" u="none" strike="noStrike" kern="0" cap="none" spc="-150" normalizeH="0" baseline="0" noProof="0" dirty="0" smtClean="0">
                <a:ln w="3175">
                  <a:noFill/>
                </a:ln>
                <a:gradFill flip="none" rotWithShape="1">
                  <a:gsLst>
                    <a:gs pos="0">
                      <a:schemeClr val="tx1">
                        <a:lumMod val="65000"/>
                      </a:schemeClr>
                    </a:gs>
                    <a:gs pos="50000">
                      <a:schemeClr val="tx1"/>
                    </a:gs>
                  </a:gsLst>
                  <a:lin ang="5400000" scaled="1"/>
                  <a:tileRect/>
                </a:gradFill>
                <a:effectLst>
                  <a:outerShdw blurRad="50800" dist="38100" dir="2700000" algn="tl" rotWithShape="0">
                    <a:prstClr val="black">
                      <a:alpha val="40000"/>
                    </a:prstClr>
                  </a:outerShdw>
                  <a:reflection blurRad="6350" stA="55000" endA="300" endPos="45500" dir="5400000" sy="-100000" algn="bl" rotWithShape="0"/>
                </a:effectLst>
                <a:uLnTx/>
                <a:uFillTx/>
                <a:latin typeface="+mn-lt"/>
                <a:ea typeface="+mn-ea"/>
                <a:cs typeface="Arial" charset="0"/>
              </a:defRPr>
            </a:lvl1pPr>
          </a:lstStyle>
          <a:p>
            <a:pPr lvl="0"/>
            <a:r>
              <a:rPr lang="en-US"/>
              <a:t>click to…</a:t>
            </a:r>
          </a:p>
        </p:txBody>
      </p:sp>
    </p:spTree>
    <p:extLst>
      <p:ext uri="{BB962C8B-B14F-4D97-AF65-F5344CB8AC3E}">
        <p14:creationId xmlns:p14="http://schemas.microsoft.com/office/powerpoint/2010/main" val="2604881049"/>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508000" y="1411552"/>
            <a:ext cx="11176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25136350"/>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508000" y="1412875"/>
            <a:ext cx="11176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26443989"/>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0" y="1411553"/>
            <a:ext cx="5486400" cy="1742015"/>
          </a:xfrm>
        </p:spPr>
        <p:txBody>
          <a:bodyPr/>
          <a:lstStyle>
            <a:lvl1pPr marL="339976" indent="-339976">
              <a:lnSpc>
                <a:spcPct val="90000"/>
              </a:lnSpc>
              <a:defRPr sz="2800"/>
            </a:lvl1pPr>
            <a:lvl2pPr marL="673338" indent="-325424">
              <a:lnSpc>
                <a:spcPct val="90000"/>
              </a:lnSpc>
              <a:defRPr sz="2400"/>
            </a:lvl2pPr>
            <a:lvl3pPr marL="953785" indent="-288384">
              <a:lnSpc>
                <a:spcPct val="90000"/>
              </a:lnSpc>
              <a:defRPr sz="2000"/>
            </a:lvl3pPr>
            <a:lvl4pPr marL="1227618" indent="-273833">
              <a:lnSpc>
                <a:spcPct val="90000"/>
              </a:lnSpc>
              <a:defRPr sz="1800"/>
            </a:lvl4pPr>
            <a:lvl5pPr marL="1516002" indent="-280447">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11553"/>
            <a:ext cx="5486400" cy="1742015"/>
          </a:xfrm>
        </p:spPr>
        <p:txBody>
          <a:bodyPr/>
          <a:lstStyle>
            <a:lvl1pPr marL="347914" indent="-347914">
              <a:lnSpc>
                <a:spcPct val="90000"/>
              </a:lnSpc>
              <a:defRPr sz="2800"/>
            </a:lvl1pPr>
            <a:lvl2pPr marL="673338" indent="-339976">
              <a:lnSpc>
                <a:spcPct val="90000"/>
              </a:lnSpc>
              <a:defRPr sz="2400"/>
            </a:lvl2pPr>
            <a:lvl3pPr marL="961722" indent="-302936">
              <a:lnSpc>
                <a:spcPct val="90000"/>
              </a:lnSpc>
              <a:defRPr sz="2000"/>
            </a:lvl3pPr>
            <a:lvl4pPr marL="1227618" indent="-265896">
              <a:lnSpc>
                <a:spcPct val="90000"/>
              </a:lnSpc>
              <a:defRPr sz="1800"/>
            </a:lvl4pPr>
            <a:lvl5pPr marL="1516002" indent="-273833">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0949023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8000" y="1757802"/>
            <a:ext cx="5486400"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p:cNvSpPr>
            <a:spLocks noGrp="1"/>
          </p:cNvSpPr>
          <p:nvPr>
            <p:ph sz="half" idx="2"/>
          </p:nvPr>
        </p:nvSpPr>
        <p:spPr>
          <a:xfrm>
            <a:off x="507999" y="2174875"/>
            <a:ext cx="5486400"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4642" y="1757802"/>
            <a:ext cx="5489359"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490632" cy="1537344"/>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4660804"/>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23561529"/>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6835149"/>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WALKIN - Prints in GRAYSCAL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3904647"/>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p>
        </p:txBody>
      </p:sp>
      <p:sp>
        <p:nvSpPr>
          <p:cNvPr id="6" name="Text Placeholder 5"/>
          <p:cNvSpPr>
            <a:spLocks noGrp="1"/>
          </p:cNvSpPr>
          <p:nvPr>
            <p:ph type="body" sz="quarter" idx="10"/>
          </p:nvPr>
        </p:nvSpPr>
        <p:spPr bwMode="white">
          <a:xfrm>
            <a:off x="508000" y="1411553"/>
            <a:ext cx="11176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81079557"/>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p>
        </p:txBody>
      </p:sp>
      <p:sp>
        <p:nvSpPr>
          <p:cNvPr id="6" name="Text Placeholder 5"/>
          <p:cNvSpPr>
            <a:spLocks noGrp="1"/>
          </p:cNvSpPr>
          <p:nvPr>
            <p:ph type="body" sz="quarter" idx="10"/>
          </p:nvPr>
        </p:nvSpPr>
        <p:spPr bwMode="white">
          <a:xfrm>
            <a:off x="508000" y="1411553"/>
            <a:ext cx="11176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p:nvPr>
        </p:nvSpPr>
        <p:spPr>
          <a:xfrm>
            <a:off x="1" y="6238876"/>
            <a:ext cx="12192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en-US"/>
              <a:t>Click to edit Master text styles</a:t>
            </a:r>
          </a:p>
        </p:txBody>
      </p:sp>
    </p:spTree>
    <p:extLst>
      <p:ext uri="{BB962C8B-B14F-4D97-AF65-F5344CB8AC3E}">
        <p14:creationId xmlns:p14="http://schemas.microsoft.com/office/powerpoint/2010/main" val="3814617575"/>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1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7" y="762002"/>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5264297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3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7" y="762002"/>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1022689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4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7" y="762002"/>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5103691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5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7" y="762002"/>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1332390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739179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13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7" y="762002"/>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9095407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3667" y="1905001"/>
            <a:ext cx="10242551" cy="1523495"/>
          </a:xfrm>
        </p:spPr>
        <p:txBody>
          <a:bodyPr>
            <a:noAutofit/>
          </a:bodyPr>
          <a:lstStyle>
            <a:lvl1pPr>
              <a:lnSpc>
                <a:spcPct val="90000"/>
              </a:lnSpc>
              <a:defRPr sz="5400"/>
            </a:lvl1pPr>
          </a:lstStyle>
          <a:p>
            <a:r>
              <a:rPr lang="en-US"/>
              <a:t>Click to edit Master title style</a:t>
            </a:r>
            <a:endParaRPr lang="en-US" dirty="0"/>
          </a:p>
        </p:txBody>
      </p:sp>
      <p:sp>
        <p:nvSpPr>
          <p:cNvPr id="3" name="Subtitle 2"/>
          <p:cNvSpPr>
            <a:spLocks noGrp="1"/>
          </p:cNvSpPr>
          <p:nvPr>
            <p:ph type="subTitle" idx="1"/>
          </p:nvPr>
        </p:nvSpPr>
        <p:spPr>
          <a:xfrm>
            <a:off x="973666" y="4344989"/>
            <a:ext cx="10242551"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165851227"/>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825625" y="649805"/>
            <a:ext cx="9390944" cy="1523494"/>
          </a:xfrm>
        </p:spPr>
        <p:txBody>
          <a:bodyPr anchor="ctr" anchorCtr="0">
            <a:noAutofit/>
          </a:bodyPr>
          <a:lstStyle>
            <a:lvl1pPr>
              <a:lnSpc>
                <a:spcPct val="90000"/>
              </a:lnSpc>
              <a:defRPr sz="5400"/>
            </a:lvl1pPr>
          </a:lstStyle>
          <a:p>
            <a:r>
              <a:rPr lang="en-US"/>
              <a:t>Click to edit Master title style</a:t>
            </a:r>
            <a:endParaRPr lang="en-US" dirty="0"/>
          </a:p>
        </p:txBody>
      </p:sp>
      <p:sp>
        <p:nvSpPr>
          <p:cNvPr id="3" name="Subtitle 2"/>
          <p:cNvSpPr>
            <a:spLocks noGrp="1"/>
          </p:cNvSpPr>
          <p:nvPr>
            <p:ph type="subTitle" idx="1"/>
          </p:nvPr>
        </p:nvSpPr>
        <p:spPr>
          <a:xfrm>
            <a:off x="1825273" y="4344989"/>
            <a:ext cx="9390944"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962732" y="2355850"/>
            <a:ext cx="10253485"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10000" b="0" i="1" u="none" strike="noStrike" kern="0" cap="none" spc="-150" normalizeH="0" baseline="0" noProof="0" dirty="0" smtClean="0">
                <a:ln w="3175">
                  <a:noFill/>
                </a:ln>
                <a:gradFill flip="none" rotWithShape="1">
                  <a:gsLst>
                    <a:gs pos="0">
                      <a:schemeClr val="tx1">
                        <a:lumMod val="65000"/>
                      </a:schemeClr>
                    </a:gs>
                    <a:gs pos="50000">
                      <a:schemeClr val="tx1"/>
                    </a:gs>
                  </a:gsLst>
                  <a:lin ang="5400000" scaled="1"/>
                  <a:tileRect/>
                </a:gradFill>
                <a:effectLst>
                  <a:outerShdw blurRad="50800" dist="38100" dir="2700000" algn="tl" rotWithShape="0">
                    <a:prstClr val="black">
                      <a:alpha val="40000"/>
                    </a:prstClr>
                  </a:outerShdw>
                  <a:reflection blurRad="6350" stA="55000" endA="300" endPos="45500" dir="5400000" sy="-100000" algn="bl" rotWithShape="0"/>
                </a:effectLst>
                <a:uLnTx/>
                <a:uFillTx/>
                <a:latin typeface="+mn-lt"/>
                <a:ea typeface="+mn-ea"/>
                <a:cs typeface="Arial" charset="0"/>
              </a:defRPr>
            </a:lvl1pPr>
          </a:lstStyle>
          <a:p>
            <a:pPr lvl="0"/>
            <a:r>
              <a:rPr lang="en-US" dirty="0"/>
              <a:t>click to…</a:t>
            </a:r>
          </a:p>
        </p:txBody>
      </p:sp>
    </p:spTree>
    <p:extLst>
      <p:ext uri="{BB962C8B-B14F-4D97-AF65-F5344CB8AC3E}">
        <p14:creationId xmlns:p14="http://schemas.microsoft.com/office/powerpoint/2010/main" val="1585481787"/>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7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508000" y="1411552"/>
            <a:ext cx="11176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33600839"/>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508000" y="1412875"/>
            <a:ext cx="11176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00228399"/>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0" y="1411553"/>
            <a:ext cx="5486400" cy="1742015"/>
          </a:xfrm>
        </p:spPr>
        <p:txBody>
          <a:bodyPr/>
          <a:lstStyle>
            <a:lvl1pPr marL="339976" indent="-339976">
              <a:lnSpc>
                <a:spcPct val="90000"/>
              </a:lnSpc>
              <a:defRPr sz="2800"/>
            </a:lvl1pPr>
            <a:lvl2pPr marL="673338" indent="-325424">
              <a:lnSpc>
                <a:spcPct val="90000"/>
              </a:lnSpc>
              <a:defRPr sz="2400"/>
            </a:lvl2pPr>
            <a:lvl3pPr marL="953785" indent="-288384">
              <a:lnSpc>
                <a:spcPct val="90000"/>
              </a:lnSpc>
              <a:defRPr sz="2000"/>
            </a:lvl3pPr>
            <a:lvl4pPr marL="1227618" indent="-273833">
              <a:lnSpc>
                <a:spcPct val="90000"/>
              </a:lnSpc>
              <a:defRPr sz="1800"/>
            </a:lvl4pPr>
            <a:lvl5pPr marL="1516002" indent="-280447">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411553"/>
            <a:ext cx="5486400" cy="1742015"/>
          </a:xfrm>
        </p:spPr>
        <p:txBody>
          <a:bodyPr/>
          <a:lstStyle>
            <a:lvl1pPr marL="347914" indent="-347914">
              <a:lnSpc>
                <a:spcPct val="90000"/>
              </a:lnSpc>
              <a:defRPr sz="2800"/>
            </a:lvl1pPr>
            <a:lvl2pPr marL="673338" indent="-339976">
              <a:lnSpc>
                <a:spcPct val="90000"/>
              </a:lnSpc>
              <a:defRPr sz="2400"/>
            </a:lvl2pPr>
            <a:lvl3pPr marL="961722" indent="-302936">
              <a:lnSpc>
                <a:spcPct val="90000"/>
              </a:lnSpc>
              <a:defRPr sz="2000"/>
            </a:lvl3pPr>
            <a:lvl4pPr marL="1227618" indent="-265896">
              <a:lnSpc>
                <a:spcPct val="90000"/>
              </a:lnSpc>
              <a:defRPr sz="1800"/>
            </a:lvl4pPr>
            <a:lvl5pPr marL="1516002" indent="-273833">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18495705"/>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8000" y="1757802"/>
            <a:ext cx="5486400"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p:cNvSpPr>
            <a:spLocks noGrp="1"/>
          </p:cNvSpPr>
          <p:nvPr>
            <p:ph sz="half" idx="2"/>
          </p:nvPr>
        </p:nvSpPr>
        <p:spPr>
          <a:xfrm>
            <a:off x="507999" y="2174875"/>
            <a:ext cx="5486400"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4642" y="1757802"/>
            <a:ext cx="5489359"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490632" cy="1537344"/>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195228"/>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73937019"/>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09750195"/>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1_WALKIN - Prints in GRAYSCALE">
    <p:spTree>
      <p:nvGrpSpPr>
        <p:cNvPr id="1" name=""/>
        <p:cNvGrpSpPr/>
        <p:nvPr/>
      </p:nvGrpSpPr>
      <p:grpSpPr>
        <a:xfrm>
          <a:off x="0" y="0"/>
          <a:ext cx="0" cy="0"/>
          <a:chOff x="0" y="0"/>
          <a:chExt cx="0" cy="0"/>
        </a:xfrm>
      </p:grpSpPr>
    </p:spTree>
    <p:extLst>
      <p:ext uri="{BB962C8B-B14F-4D97-AF65-F5344CB8AC3E}">
        <p14:creationId xmlns:p14="http://schemas.microsoft.com/office/powerpoint/2010/main" val="580851839"/>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endParaRPr lang="en-US" dirty="0"/>
          </a:p>
        </p:txBody>
      </p:sp>
      <p:sp>
        <p:nvSpPr>
          <p:cNvPr id="6" name="Text Placeholder 5"/>
          <p:cNvSpPr>
            <a:spLocks noGrp="1"/>
          </p:cNvSpPr>
          <p:nvPr>
            <p:ph type="body" sz="quarter" idx="10"/>
          </p:nvPr>
        </p:nvSpPr>
        <p:spPr bwMode="white">
          <a:xfrm>
            <a:off x="508000" y="1411553"/>
            <a:ext cx="11176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53253099"/>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endParaRPr lang="en-US" dirty="0"/>
          </a:p>
        </p:txBody>
      </p:sp>
      <p:sp>
        <p:nvSpPr>
          <p:cNvPr id="6" name="Text Placeholder 5"/>
          <p:cNvSpPr>
            <a:spLocks noGrp="1"/>
          </p:cNvSpPr>
          <p:nvPr>
            <p:ph type="body" sz="quarter" idx="10"/>
          </p:nvPr>
        </p:nvSpPr>
        <p:spPr bwMode="white">
          <a:xfrm>
            <a:off x="508000" y="1411553"/>
            <a:ext cx="11176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1" y="6238876"/>
            <a:ext cx="12192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en-US"/>
              <a:t>Click to edit Master text styles</a:t>
            </a:r>
          </a:p>
        </p:txBody>
      </p:sp>
    </p:spTree>
    <p:extLst>
      <p:ext uri="{BB962C8B-B14F-4D97-AF65-F5344CB8AC3E}">
        <p14:creationId xmlns:p14="http://schemas.microsoft.com/office/powerpoint/2010/main" val="722633741"/>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7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7" y="762002"/>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14756838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3089808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16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a:defRPr/>
            </a:pPr>
            <a:endParaRPr lang="en-US"/>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94386209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3667" y="1905001"/>
            <a:ext cx="10242551" cy="1523495"/>
          </a:xfrm>
        </p:spPr>
        <p:txBody>
          <a:bodyPr>
            <a:noAutofit/>
          </a:bodyPr>
          <a:lstStyle>
            <a:lvl1pPr>
              <a:lnSpc>
                <a:spcPct val="90000"/>
              </a:lnSpc>
              <a:defRPr sz="5400"/>
            </a:lvl1pPr>
          </a:lstStyle>
          <a:p>
            <a:r>
              <a:rPr lang="en-US"/>
              <a:t>Click to edit Master title style</a:t>
            </a:r>
          </a:p>
        </p:txBody>
      </p:sp>
      <p:sp>
        <p:nvSpPr>
          <p:cNvPr id="3" name="Subtitle 2"/>
          <p:cNvSpPr>
            <a:spLocks noGrp="1"/>
          </p:cNvSpPr>
          <p:nvPr>
            <p:ph type="subTitle" idx="1"/>
          </p:nvPr>
        </p:nvSpPr>
        <p:spPr>
          <a:xfrm>
            <a:off x="973666" y="4344989"/>
            <a:ext cx="10242551"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1212748713"/>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825625" y="649805"/>
            <a:ext cx="9390944" cy="1523494"/>
          </a:xfrm>
        </p:spPr>
        <p:txBody>
          <a:bodyPr anchor="ctr" anchorCtr="0">
            <a:noAutofit/>
          </a:bodyPr>
          <a:lstStyle>
            <a:lvl1pPr>
              <a:lnSpc>
                <a:spcPct val="90000"/>
              </a:lnSpc>
              <a:defRPr sz="5400"/>
            </a:lvl1pPr>
          </a:lstStyle>
          <a:p>
            <a:r>
              <a:rPr lang="en-US"/>
              <a:t>Click to edit Master title style</a:t>
            </a:r>
          </a:p>
        </p:txBody>
      </p:sp>
      <p:sp>
        <p:nvSpPr>
          <p:cNvPr id="3" name="Subtitle 2"/>
          <p:cNvSpPr>
            <a:spLocks noGrp="1"/>
          </p:cNvSpPr>
          <p:nvPr>
            <p:ph type="subTitle" idx="1"/>
          </p:nvPr>
        </p:nvSpPr>
        <p:spPr>
          <a:xfrm>
            <a:off x="1825273" y="4344989"/>
            <a:ext cx="9390944"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p>
        </p:txBody>
      </p:sp>
      <p:sp>
        <p:nvSpPr>
          <p:cNvPr id="7" name="Text Placeholder 6"/>
          <p:cNvSpPr>
            <a:spLocks noGrp="1"/>
          </p:cNvSpPr>
          <p:nvPr>
            <p:ph type="body" sz="quarter" idx="10" hasCustomPrompt="1"/>
          </p:nvPr>
        </p:nvSpPr>
        <p:spPr>
          <a:xfrm>
            <a:off x="962732" y="2355850"/>
            <a:ext cx="10253485"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10000" b="0" i="1" u="none" strike="noStrike" kern="0" cap="none" spc="-150" normalizeH="0" baseline="0" noProof="0" dirty="0" smtClean="0">
                <a:ln w="3175">
                  <a:noFill/>
                </a:ln>
                <a:gradFill flip="none" rotWithShape="1">
                  <a:gsLst>
                    <a:gs pos="0">
                      <a:schemeClr val="tx1">
                        <a:lumMod val="65000"/>
                      </a:schemeClr>
                    </a:gs>
                    <a:gs pos="50000">
                      <a:schemeClr val="tx1"/>
                    </a:gs>
                  </a:gsLst>
                  <a:lin ang="5400000" scaled="1"/>
                  <a:tileRect/>
                </a:gradFill>
                <a:effectLst>
                  <a:outerShdw blurRad="50800" dist="38100" dir="2700000" algn="tl" rotWithShape="0">
                    <a:prstClr val="black">
                      <a:alpha val="40000"/>
                    </a:prstClr>
                  </a:outerShdw>
                  <a:reflection blurRad="6350" stA="55000" endA="300" endPos="45500" dir="5400000" sy="-100000" algn="bl" rotWithShape="0"/>
                </a:effectLst>
                <a:uLnTx/>
                <a:uFillTx/>
                <a:latin typeface="+mn-lt"/>
                <a:ea typeface="+mn-ea"/>
                <a:cs typeface="Arial" charset="0"/>
              </a:defRPr>
            </a:lvl1pPr>
          </a:lstStyle>
          <a:p>
            <a:pPr lvl="0"/>
            <a:r>
              <a:rPr lang="en-US"/>
              <a:t>click to…</a:t>
            </a:r>
          </a:p>
        </p:txBody>
      </p:sp>
    </p:spTree>
    <p:extLst>
      <p:ext uri="{BB962C8B-B14F-4D97-AF65-F5344CB8AC3E}">
        <p14:creationId xmlns:p14="http://schemas.microsoft.com/office/powerpoint/2010/main" val="892647874"/>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508000" y="1411552"/>
            <a:ext cx="11176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86005987"/>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508000" y="1412875"/>
            <a:ext cx="11176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71574157"/>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0" y="1411553"/>
            <a:ext cx="5486400" cy="1742015"/>
          </a:xfrm>
        </p:spPr>
        <p:txBody>
          <a:bodyPr/>
          <a:lstStyle>
            <a:lvl1pPr marL="339976" indent="-339976">
              <a:lnSpc>
                <a:spcPct val="90000"/>
              </a:lnSpc>
              <a:defRPr sz="2800"/>
            </a:lvl1pPr>
            <a:lvl2pPr marL="673338" indent="-325424">
              <a:lnSpc>
                <a:spcPct val="90000"/>
              </a:lnSpc>
              <a:defRPr sz="2400"/>
            </a:lvl2pPr>
            <a:lvl3pPr marL="953785" indent="-288384">
              <a:lnSpc>
                <a:spcPct val="90000"/>
              </a:lnSpc>
              <a:defRPr sz="2000"/>
            </a:lvl3pPr>
            <a:lvl4pPr marL="1227618" indent="-273833">
              <a:lnSpc>
                <a:spcPct val="90000"/>
              </a:lnSpc>
              <a:defRPr sz="1800"/>
            </a:lvl4pPr>
            <a:lvl5pPr marL="1516002" indent="-280447">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11553"/>
            <a:ext cx="5486400" cy="1742015"/>
          </a:xfrm>
        </p:spPr>
        <p:txBody>
          <a:bodyPr/>
          <a:lstStyle>
            <a:lvl1pPr marL="347914" indent="-347914">
              <a:lnSpc>
                <a:spcPct val="90000"/>
              </a:lnSpc>
              <a:defRPr sz="2800"/>
            </a:lvl1pPr>
            <a:lvl2pPr marL="673338" indent="-339976">
              <a:lnSpc>
                <a:spcPct val="90000"/>
              </a:lnSpc>
              <a:defRPr sz="2400"/>
            </a:lvl2pPr>
            <a:lvl3pPr marL="961722" indent="-302936">
              <a:lnSpc>
                <a:spcPct val="90000"/>
              </a:lnSpc>
              <a:defRPr sz="2000"/>
            </a:lvl3pPr>
            <a:lvl4pPr marL="1227618" indent="-265896">
              <a:lnSpc>
                <a:spcPct val="90000"/>
              </a:lnSpc>
              <a:defRPr sz="1800"/>
            </a:lvl4pPr>
            <a:lvl5pPr marL="1516002" indent="-273833">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05253278"/>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8000" y="1757802"/>
            <a:ext cx="5486400"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p:cNvSpPr>
            <a:spLocks noGrp="1"/>
          </p:cNvSpPr>
          <p:nvPr>
            <p:ph sz="half" idx="2"/>
          </p:nvPr>
        </p:nvSpPr>
        <p:spPr>
          <a:xfrm>
            <a:off x="507999" y="2174875"/>
            <a:ext cx="5486400"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4642" y="1757802"/>
            <a:ext cx="5489359"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490632" cy="1537344"/>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41416968"/>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3307804"/>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73400688"/>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WALKIN - Prints in GRAYSCAL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338884"/>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p>
        </p:txBody>
      </p:sp>
      <p:sp>
        <p:nvSpPr>
          <p:cNvPr id="6" name="Text Placeholder 5"/>
          <p:cNvSpPr>
            <a:spLocks noGrp="1"/>
          </p:cNvSpPr>
          <p:nvPr>
            <p:ph type="body" sz="quarter" idx="10"/>
          </p:nvPr>
        </p:nvSpPr>
        <p:spPr bwMode="white">
          <a:xfrm>
            <a:off x="508000" y="1411553"/>
            <a:ext cx="11176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13536264"/>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p>
        </p:txBody>
      </p:sp>
      <p:sp>
        <p:nvSpPr>
          <p:cNvPr id="6" name="Text Placeholder 5"/>
          <p:cNvSpPr>
            <a:spLocks noGrp="1"/>
          </p:cNvSpPr>
          <p:nvPr>
            <p:ph type="body" sz="quarter" idx="10"/>
          </p:nvPr>
        </p:nvSpPr>
        <p:spPr bwMode="white">
          <a:xfrm>
            <a:off x="508000" y="1411553"/>
            <a:ext cx="11176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p:nvPr>
        </p:nvSpPr>
        <p:spPr>
          <a:xfrm>
            <a:off x="1" y="6238876"/>
            <a:ext cx="12192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en-US"/>
              <a:t>Click to edit Master text styles</a:t>
            </a:r>
          </a:p>
        </p:txBody>
      </p:sp>
    </p:spTree>
    <p:extLst>
      <p:ext uri="{BB962C8B-B14F-4D97-AF65-F5344CB8AC3E}">
        <p14:creationId xmlns:p14="http://schemas.microsoft.com/office/powerpoint/2010/main" val="2325479530"/>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1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7" y="762002"/>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5503683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3785807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3669" y="1905003"/>
            <a:ext cx="10242551" cy="1523495"/>
          </a:xfrm>
        </p:spPr>
        <p:txBody>
          <a:bodyPr>
            <a:noAutofit/>
          </a:bodyPr>
          <a:lstStyle>
            <a:lvl1pPr>
              <a:lnSpc>
                <a:spcPct val="90000"/>
              </a:lnSpc>
              <a:defRPr sz="4050"/>
            </a:lvl1pPr>
          </a:lstStyle>
          <a:p>
            <a:r>
              <a:rPr lang="en-US"/>
              <a:t>Click to edit Master title style</a:t>
            </a:r>
          </a:p>
        </p:txBody>
      </p:sp>
      <p:sp>
        <p:nvSpPr>
          <p:cNvPr id="3" name="Subtitle 2"/>
          <p:cNvSpPr>
            <a:spLocks noGrp="1"/>
          </p:cNvSpPr>
          <p:nvPr>
            <p:ph type="subTitle" idx="1"/>
          </p:nvPr>
        </p:nvSpPr>
        <p:spPr>
          <a:xfrm>
            <a:off x="973667" y="4344991"/>
            <a:ext cx="10242551" cy="461665"/>
          </a:xfrm>
        </p:spPr>
        <p:txBody>
          <a:bodyPr>
            <a:noAutofit/>
          </a:bodyPr>
          <a:lstStyle>
            <a:lvl1pPr marL="0" indent="0" algn="l">
              <a:lnSpc>
                <a:spcPct val="90000"/>
              </a:lnSpc>
              <a:spcBef>
                <a:spcPts val="0"/>
              </a:spcBef>
              <a:buNone/>
              <a:defRPr>
                <a:solidFill>
                  <a:schemeClr val="tx1">
                    <a:tint val="75000"/>
                  </a:schemeClr>
                </a:solidFill>
              </a:defRPr>
            </a:lvl1pPr>
            <a:lvl2pPr marL="342887" indent="0" algn="ctr">
              <a:buNone/>
              <a:defRPr>
                <a:solidFill>
                  <a:schemeClr val="tx1">
                    <a:tint val="75000"/>
                  </a:schemeClr>
                </a:solidFill>
              </a:defRPr>
            </a:lvl2pPr>
            <a:lvl3pPr marL="685772" indent="0" algn="ctr">
              <a:buNone/>
              <a:defRPr>
                <a:solidFill>
                  <a:schemeClr val="tx1">
                    <a:tint val="75000"/>
                  </a:schemeClr>
                </a:solidFill>
              </a:defRPr>
            </a:lvl3pPr>
            <a:lvl4pPr marL="1028659" indent="0" algn="ctr">
              <a:buNone/>
              <a:defRPr>
                <a:solidFill>
                  <a:schemeClr val="tx1">
                    <a:tint val="75000"/>
                  </a:schemeClr>
                </a:solidFill>
              </a:defRPr>
            </a:lvl4pPr>
            <a:lvl5pPr marL="1371545" indent="0" algn="ctr">
              <a:buNone/>
              <a:defRPr>
                <a:solidFill>
                  <a:schemeClr val="tx1">
                    <a:tint val="75000"/>
                  </a:schemeClr>
                </a:solidFill>
              </a:defRPr>
            </a:lvl5pPr>
            <a:lvl6pPr marL="1714432" indent="0" algn="ctr">
              <a:buNone/>
              <a:defRPr>
                <a:solidFill>
                  <a:schemeClr val="tx1">
                    <a:tint val="75000"/>
                  </a:schemeClr>
                </a:solidFill>
              </a:defRPr>
            </a:lvl6pPr>
            <a:lvl7pPr marL="2057318" indent="0" algn="ctr">
              <a:buNone/>
              <a:defRPr>
                <a:solidFill>
                  <a:schemeClr val="tx1">
                    <a:tint val="75000"/>
                  </a:schemeClr>
                </a:solidFill>
              </a:defRPr>
            </a:lvl7pPr>
            <a:lvl8pPr marL="2400204" indent="0" algn="ctr">
              <a:buNone/>
              <a:defRPr>
                <a:solidFill>
                  <a:schemeClr val="tx1">
                    <a:tint val="75000"/>
                  </a:schemeClr>
                </a:solidFill>
              </a:defRPr>
            </a:lvl8pPr>
            <a:lvl9pPr marL="2743091"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3592074410"/>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1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825625" y="649805"/>
            <a:ext cx="9390944" cy="1523494"/>
          </a:xfrm>
        </p:spPr>
        <p:txBody>
          <a:bodyPr anchor="ctr" anchorCtr="0">
            <a:noAutofit/>
          </a:bodyPr>
          <a:lstStyle>
            <a:lvl1pPr>
              <a:lnSpc>
                <a:spcPct val="90000"/>
              </a:lnSpc>
              <a:defRPr sz="4050"/>
            </a:lvl1pPr>
          </a:lstStyle>
          <a:p>
            <a:r>
              <a:rPr lang="en-US"/>
              <a:t>Click to edit Master title style</a:t>
            </a:r>
          </a:p>
        </p:txBody>
      </p:sp>
      <p:sp>
        <p:nvSpPr>
          <p:cNvPr id="3" name="Subtitle 2"/>
          <p:cNvSpPr>
            <a:spLocks noGrp="1"/>
          </p:cNvSpPr>
          <p:nvPr>
            <p:ph type="subTitle" idx="1"/>
          </p:nvPr>
        </p:nvSpPr>
        <p:spPr>
          <a:xfrm>
            <a:off x="1825273" y="4344991"/>
            <a:ext cx="9390944" cy="461665"/>
          </a:xfrm>
        </p:spPr>
        <p:txBody>
          <a:bodyPr>
            <a:noAutofit/>
          </a:bodyPr>
          <a:lstStyle>
            <a:lvl1pPr marL="0" indent="0" algn="l">
              <a:lnSpc>
                <a:spcPct val="90000"/>
              </a:lnSpc>
              <a:spcBef>
                <a:spcPts val="0"/>
              </a:spcBef>
              <a:buNone/>
              <a:defRPr>
                <a:solidFill>
                  <a:schemeClr val="tx1">
                    <a:tint val="75000"/>
                  </a:schemeClr>
                </a:solidFill>
              </a:defRPr>
            </a:lvl1pPr>
            <a:lvl2pPr marL="342887" indent="0" algn="ctr">
              <a:buNone/>
              <a:defRPr>
                <a:solidFill>
                  <a:schemeClr val="tx1">
                    <a:tint val="75000"/>
                  </a:schemeClr>
                </a:solidFill>
              </a:defRPr>
            </a:lvl2pPr>
            <a:lvl3pPr marL="685772" indent="0" algn="ctr">
              <a:buNone/>
              <a:defRPr>
                <a:solidFill>
                  <a:schemeClr val="tx1">
                    <a:tint val="75000"/>
                  </a:schemeClr>
                </a:solidFill>
              </a:defRPr>
            </a:lvl3pPr>
            <a:lvl4pPr marL="1028659" indent="0" algn="ctr">
              <a:buNone/>
              <a:defRPr>
                <a:solidFill>
                  <a:schemeClr val="tx1">
                    <a:tint val="75000"/>
                  </a:schemeClr>
                </a:solidFill>
              </a:defRPr>
            </a:lvl4pPr>
            <a:lvl5pPr marL="1371545" indent="0" algn="ctr">
              <a:buNone/>
              <a:defRPr>
                <a:solidFill>
                  <a:schemeClr val="tx1">
                    <a:tint val="75000"/>
                  </a:schemeClr>
                </a:solidFill>
              </a:defRPr>
            </a:lvl5pPr>
            <a:lvl6pPr marL="1714432" indent="0" algn="ctr">
              <a:buNone/>
              <a:defRPr>
                <a:solidFill>
                  <a:schemeClr val="tx1">
                    <a:tint val="75000"/>
                  </a:schemeClr>
                </a:solidFill>
              </a:defRPr>
            </a:lvl6pPr>
            <a:lvl7pPr marL="2057318" indent="0" algn="ctr">
              <a:buNone/>
              <a:defRPr>
                <a:solidFill>
                  <a:schemeClr val="tx1">
                    <a:tint val="75000"/>
                  </a:schemeClr>
                </a:solidFill>
              </a:defRPr>
            </a:lvl7pPr>
            <a:lvl8pPr marL="2400204" indent="0" algn="ctr">
              <a:buNone/>
              <a:defRPr>
                <a:solidFill>
                  <a:schemeClr val="tx1">
                    <a:tint val="75000"/>
                  </a:schemeClr>
                </a:solidFill>
              </a:defRPr>
            </a:lvl8pPr>
            <a:lvl9pPr marL="2743091" indent="0" algn="ctr">
              <a:buNone/>
              <a:defRPr>
                <a:solidFill>
                  <a:schemeClr val="tx1">
                    <a:tint val="75000"/>
                  </a:schemeClr>
                </a:solidFill>
              </a:defRPr>
            </a:lvl9pPr>
          </a:lstStyle>
          <a:p>
            <a:r>
              <a:rPr lang="en-US"/>
              <a:t>Click to edit Master subtitle style</a:t>
            </a:r>
          </a:p>
        </p:txBody>
      </p:sp>
      <p:sp>
        <p:nvSpPr>
          <p:cNvPr id="7" name="Text Placeholder 6"/>
          <p:cNvSpPr>
            <a:spLocks noGrp="1"/>
          </p:cNvSpPr>
          <p:nvPr>
            <p:ph type="body" sz="quarter" idx="10" hasCustomPrompt="1"/>
          </p:nvPr>
        </p:nvSpPr>
        <p:spPr>
          <a:xfrm>
            <a:off x="962732" y="2355850"/>
            <a:ext cx="10253485"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7500" b="0" i="1" u="none" strike="noStrike" kern="0" cap="none" spc="-113" normalizeH="0" baseline="0" noProof="0" dirty="0" smtClean="0">
                <a:ln w="3175">
                  <a:noFill/>
                </a:ln>
                <a:gradFill flip="none" rotWithShape="1">
                  <a:gsLst>
                    <a:gs pos="0">
                      <a:schemeClr val="tx1">
                        <a:lumMod val="65000"/>
                      </a:schemeClr>
                    </a:gs>
                    <a:gs pos="50000">
                      <a:schemeClr val="tx1"/>
                    </a:gs>
                  </a:gsLst>
                  <a:lin ang="5400000" scaled="1"/>
                  <a:tileRect/>
                </a:gradFill>
                <a:effectLst>
                  <a:outerShdw blurRad="50800" dist="38100" dir="2700000" algn="tl" rotWithShape="0">
                    <a:prstClr val="black">
                      <a:alpha val="40000"/>
                    </a:prstClr>
                  </a:outerShdw>
                  <a:reflection blurRad="6350" stA="55000" endA="300" endPos="45500" dir="5400000" sy="-100000" algn="bl" rotWithShape="0"/>
                </a:effectLst>
                <a:uLnTx/>
                <a:uFillTx/>
                <a:latin typeface="+mn-lt"/>
                <a:ea typeface="+mn-ea"/>
                <a:cs typeface="Arial" charset="0"/>
              </a:defRPr>
            </a:lvl1pPr>
          </a:lstStyle>
          <a:p>
            <a:pPr lvl="0"/>
            <a:r>
              <a:rPr lang="en-US"/>
              <a:t>click to…</a:t>
            </a:r>
          </a:p>
        </p:txBody>
      </p:sp>
    </p:spTree>
    <p:extLst>
      <p:ext uri="{BB962C8B-B14F-4D97-AF65-F5344CB8AC3E}">
        <p14:creationId xmlns:p14="http://schemas.microsoft.com/office/powerpoint/2010/main" val="2834587371"/>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508000" y="1411553"/>
            <a:ext cx="11176000" cy="1601977"/>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32569525"/>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508000" y="1412876"/>
            <a:ext cx="11176000" cy="1601977"/>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76315532"/>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0" y="1411554"/>
            <a:ext cx="5486400" cy="1306512"/>
          </a:xfrm>
        </p:spPr>
        <p:txBody>
          <a:bodyPr/>
          <a:lstStyle>
            <a:lvl1pPr marL="254982" indent="-254982">
              <a:lnSpc>
                <a:spcPct val="90000"/>
              </a:lnSpc>
              <a:defRPr sz="2100"/>
            </a:lvl1pPr>
            <a:lvl2pPr marL="505004" indent="-244068">
              <a:lnSpc>
                <a:spcPct val="90000"/>
              </a:lnSpc>
              <a:defRPr sz="1800"/>
            </a:lvl2pPr>
            <a:lvl3pPr marL="715339" indent="-216288">
              <a:lnSpc>
                <a:spcPct val="90000"/>
              </a:lnSpc>
              <a:defRPr sz="1500"/>
            </a:lvl3pPr>
            <a:lvl4pPr marL="920714" indent="-205375">
              <a:lnSpc>
                <a:spcPct val="90000"/>
              </a:lnSpc>
              <a:defRPr sz="1350"/>
            </a:lvl4pPr>
            <a:lvl5pPr marL="1137002" indent="-210335">
              <a:lnSpc>
                <a:spcPct val="90000"/>
              </a:lnSpc>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11554"/>
            <a:ext cx="5486400" cy="1306512"/>
          </a:xfrm>
        </p:spPr>
        <p:txBody>
          <a:bodyPr/>
          <a:lstStyle>
            <a:lvl1pPr marL="260936" indent="-260936">
              <a:lnSpc>
                <a:spcPct val="90000"/>
              </a:lnSpc>
              <a:defRPr sz="2100"/>
            </a:lvl1pPr>
            <a:lvl2pPr marL="505004" indent="-254982">
              <a:lnSpc>
                <a:spcPct val="90000"/>
              </a:lnSpc>
              <a:defRPr sz="1800"/>
            </a:lvl2pPr>
            <a:lvl3pPr marL="721292" indent="-227202">
              <a:lnSpc>
                <a:spcPct val="90000"/>
              </a:lnSpc>
              <a:defRPr sz="1500"/>
            </a:lvl3pPr>
            <a:lvl4pPr marL="920714" indent="-199422">
              <a:lnSpc>
                <a:spcPct val="90000"/>
              </a:lnSpc>
              <a:defRPr sz="1350"/>
            </a:lvl4pPr>
            <a:lvl5pPr marL="1137002" indent="-205375">
              <a:lnSpc>
                <a:spcPct val="90000"/>
              </a:lnSpc>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3728396"/>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8000" y="1844366"/>
            <a:ext cx="5486400" cy="259686"/>
          </a:xfrm>
        </p:spPr>
        <p:txBody>
          <a:bodyPr anchor="b"/>
          <a:lstStyle>
            <a:lvl1pPr marL="0" indent="0">
              <a:lnSpc>
                <a:spcPct val="90000"/>
              </a:lnSpc>
              <a:spcBef>
                <a:spcPts val="0"/>
              </a:spcBef>
              <a:buNone/>
              <a:defRPr sz="1875" b="1"/>
            </a:lvl1pPr>
            <a:lvl2pPr marL="342887" indent="0">
              <a:buNone/>
              <a:defRPr sz="1500" b="1"/>
            </a:lvl2pPr>
            <a:lvl3pPr marL="685772" indent="0">
              <a:buNone/>
              <a:defRPr sz="1350" b="1"/>
            </a:lvl3pPr>
            <a:lvl4pPr marL="1028659" indent="0">
              <a:buNone/>
              <a:defRPr sz="1200" b="1"/>
            </a:lvl4pPr>
            <a:lvl5pPr marL="1371545" indent="0">
              <a:buNone/>
              <a:defRPr sz="1200" b="1"/>
            </a:lvl5pPr>
            <a:lvl6pPr marL="1714432" indent="0">
              <a:buNone/>
              <a:defRPr sz="1200" b="1"/>
            </a:lvl6pPr>
            <a:lvl7pPr marL="2057318" indent="0">
              <a:buNone/>
              <a:defRPr sz="1200" b="1"/>
            </a:lvl7pPr>
            <a:lvl8pPr marL="2400204" indent="0">
              <a:buNone/>
              <a:defRPr sz="1200" b="1"/>
            </a:lvl8pPr>
            <a:lvl9pPr marL="2743091" indent="0">
              <a:buNone/>
              <a:defRPr sz="1200" b="1"/>
            </a:lvl9pPr>
          </a:lstStyle>
          <a:p>
            <a:pPr lvl="0"/>
            <a:r>
              <a:rPr lang="en-US"/>
              <a:t>Click to edit Master text styles</a:t>
            </a:r>
          </a:p>
        </p:txBody>
      </p:sp>
      <p:sp>
        <p:nvSpPr>
          <p:cNvPr id="4" name="Content Placeholder 3"/>
          <p:cNvSpPr>
            <a:spLocks noGrp="1"/>
          </p:cNvSpPr>
          <p:nvPr>
            <p:ph sz="half" idx="2"/>
          </p:nvPr>
        </p:nvSpPr>
        <p:spPr>
          <a:xfrm>
            <a:off x="507999" y="2174875"/>
            <a:ext cx="5486400" cy="1153008"/>
          </a:xfrm>
        </p:spPr>
        <p:txBody>
          <a:bodyPr/>
          <a:lstStyle>
            <a:lvl1pPr marL="211328" indent="-211328">
              <a:defRPr sz="1725"/>
            </a:lvl1pPr>
            <a:lvl2pPr marL="421664" indent="-199422">
              <a:defRPr sz="1500"/>
            </a:lvl2pPr>
            <a:lvl3pPr marL="610172" indent="-182555">
              <a:defRPr sz="1350"/>
            </a:lvl3pPr>
            <a:lvl4pPr marL="787766" indent="-171642">
              <a:defRPr sz="1275"/>
            </a:lvl4pPr>
            <a:lvl5pPr marL="959408" indent="-154775">
              <a:defRPr sz="1275"/>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4643" y="1844366"/>
            <a:ext cx="5489359" cy="259686"/>
          </a:xfrm>
        </p:spPr>
        <p:txBody>
          <a:bodyPr anchor="b"/>
          <a:lstStyle>
            <a:lvl1pPr marL="0" indent="0">
              <a:lnSpc>
                <a:spcPct val="90000"/>
              </a:lnSpc>
              <a:spcBef>
                <a:spcPts val="0"/>
              </a:spcBef>
              <a:buNone/>
              <a:defRPr sz="1875" b="1"/>
            </a:lvl1pPr>
            <a:lvl2pPr marL="342887" indent="0">
              <a:buNone/>
              <a:defRPr sz="1500" b="1"/>
            </a:lvl2pPr>
            <a:lvl3pPr marL="685772" indent="0">
              <a:buNone/>
              <a:defRPr sz="1350" b="1"/>
            </a:lvl3pPr>
            <a:lvl4pPr marL="1028659" indent="0">
              <a:buNone/>
              <a:defRPr sz="1200" b="1"/>
            </a:lvl4pPr>
            <a:lvl5pPr marL="1371545" indent="0">
              <a:buNone/>
              <a:defRPr sz="1200" b="1"/>
            </a:lvl5pPr>
            <a:lvl6pPr marL="1714432" indent="0">
              <a:buNone/>
              <a:defRPr sz="1200" b="1"/>
            </a:lvl6pPr>
            <a:lvl7pPr marL="2057318" indent="0">
              <a:buNone/>
              <a:defRPr sz="1200" b="1"/>
            </a:lvl7pPr>
            <a:lvl8pPr marL="2400204" indent="0">
              <a:buNone/>
              <a:defRPr sz="1200" b="1"/>
            </a:lvl8pPr>
            <a:lvl9pPr marL="2743091"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93368" y="2174875"/>
            <a:ext cx="5490632" cy="1153008"/>
          </a:xfrm>
        </p:spPr>
        <p:txBody>
          <a:bodyPr/>
          <a:lstStyle>
            <a:lvl1pPr marL="222241" indent="-222241">
              <a:defRPr sz="1725"/>
            </a:lvl1pPr>
            <a:lvl2pPr marL="427616" indent="-205375">
              <a:defRPr sz="1500"/>
            </a:lvl2pPr>
            <a:lvl3pPr marL="616124" indent="-183548">
              <a:defRPr sz="1350"/>
            </a:lvl3pPr>
            <a:lvl4pPr marL="787766" indent="-177595">
              <a:defRPr sz="1275"/>
            </a:lvl4pPr>
            <a:lvl5pPr marL="959408" indent="-165689">
              <a:defRPr sz="1275"/>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24489007"/>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65241278"/>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3504415"/>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WALKIN - Prints in GRAYSCALE">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3118772"/>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p>
        </p:txBody>
      </p:sp>
      <p:sp>
        <p:nvSpPr>
          <p:cNvPr id="6" name="Text Placeholder 5"/>
          <p:cNvSpPr>
            <a:spLocks noGrp="1"/>
          </p:cNvSpPr>
          <p:nvPr>
            <p:ph type="body" sz="quarter" idx="10"/>
          </p:nvPr>
        </p:nvSpPr>
        <p:spPr bwMode="white">
          <a:xfrm>
            <a:off x="508000" y="1411554"/>
            <a:ext cx="11176000" cy="1601977"/>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39948737"/>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p>
        </p:txBody>
      </p:sp>
      <p:sp>
        <p:nvSpPr>
          <p:cNvPr id="6" name="Text Placeholder 5"/>
          <p:cNvSpPr>
            <a:spLocks noGrp="1"/>
          </p:cNvSpPr>
          <p:nvPr>
            <p:ph type="body" sz="quarter" idx="10"/>
          </p:nvPr>
        </p:nvSpPr>
        <p:spPr bwMode="white">
          <a:xfrm>
            <a:off x="508000" y="1411554"/>
            <a:ext cx="11176000" cy="1601977"/>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p:nvPr>
        </p:nvSpPr>
        <p:spPr>
          <a:xfrm>
            <a:off x="2" y="6238878"/>
            <a:ext cx="12192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en-US"/>
              <a:t>Click to edit Master text styles</a:t>
            </a:r>
          </a:p>
        </p:txBody>
      </p:sp>
    </p:spTree>
    <p:extLst>
      <p:ext uri="{BB962C8B-B14F-4D97-AF65-F5344CB8AC3E}">
        <p14:creationId xmlns:p14="http://schemas.microsoft.com/office/powerpoint/2010/main" val="3195083958"/>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73165449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1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968619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9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a:defRPr/>
            </a:pPr>
            <a:endParaRPr lang="en-US">
              <a:solidFill>
                <a:srgbClr val="CACFD1">
                  <a:lumMod val="75000"/>
                </a:srgbClr>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78041223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cSld name="14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a:defRPr/>
            </a:pPr>
            <a:endParaRPr lang="en-US"/>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51896218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cSld name="47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7" y="762002"/>
            <a:ext cx="5249333" cy="152399"/>
          </a:xfrm>
          <a:prstGeom prst="rect">
            <a:avLst/>
          </a:prstGeom>
        </p:spPr>
        <p:txBody>
          <a:bodyPr/>
          <a:lstStyle>
            <a:lvl1pPr algn="l">
              <a:defRPr/>
            </a:lvl1pPr>
          </a:lstStyle>
          <a:p>
            <a:pPr>
              <a:defRPr/>
            </a:pPr>
            <a:endParaRPr lang="en-US"/>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01963259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3669" y="1905003"/>
            <a:ext cx="10242551" cy="1523495"/>
          </a:xfrm>
        </p:spPr>
        <p:txBody>
          <a:bodyPr>
            <a:noAutofit/>
          </a:bodyPr>
          <a:lstStyle>
            <a:lvl1pPr>
              <a:lnSpc>
                <a:spcPct val="90000"/>
              </a:lnSpc>
              <a:defRPr sz="4050"/>
            </a:lvl1pPr>
          </a:lstStyle>
          <a:p>
            <a:r>
              <a:rPr lang="en-US"/>
              <a:t>Click to edit Master title style</a:t>
            </a:r>
          </a:p>
        </p:txBody>
      </p:sp>
      <p:sp>
        <p:nvSpPr>
          <p:cNvPr id="3" name="Subtitle 2"/>
          <p:cNvSpPr>
            <a:spLocks noGrp="1"/>
          </p:cNvSpPr>
          <p:nvPr>
            <p:ph type="subTitle" idx="1"/>
          </p:nvPr>
        </p:nvSpPr>
        <p:spPr>
          <a:xfrm>
            <a:off x="973667" y="4344991"/>
            <a:ext cx="10242551" cy="461665"/>
          </a:xfrm>
        </p:spPr>
        <p:txBody>
          <a:bodyPr>
            <a:noAutofit/>
          </a:bodyPr>
          <a:lstStyle>
            <a:lvl1pPr marL="0" indent="0" algn="l">
              <a:lnSpc>
                <a:spcPct val="90000"/>
              </a:lnSpc>
              <a:spcBef>
                <a:spcPts val="0"/>
              </a:spcBef>
              <a:buNone/>
              <a:defRPr>
                <a:solidFill>
                  <a:schemeClr val="tx1">
                    <a:tint val="75000"/>
                  </a:schemeClr>
                </a:solidFill>
              </a:defRPr>
            </a:lvl1pPr>
            <a:lvl2pPr marL="342887" indent="0" algn="ctr">
              <a:buNone/>
              <a:defRPr>
                <a:solidFill>
                  <a:schemeClr val="tx1">
                    <a:tint val="75000"/>
                  </a:schemeClr>
                </a:solidFill>
              </a:defRPr>
            </a:lvl2pPr>
            <a:lvl3pPr marL="685772" indent="0" algn="ctr">
              <a:buNone/>
              <a:defRPr>
                <a:solidFill>
                  <a:schemeClr val="tx1">
                    <a:tint val="75000"/>
                  </a:schemeClr>
                </a:solidFill>
              </a:defRPr>
            </a:lvl3pPr>
            <a:lvl4pPr marL="1028659" indent="0" algn="ctr">
              <a:buNone/>
              <a:defRPr>
                <a:solidFill>
                  <a:schemeClr val="tx1">
                    <a:tint val="75000"/>
                  </a:schemeClr>
                </a:solidFill>
              </a:defRPr>
            </a:lvl4pPr>
            <a:lvl5pPr marL="1371545" indent="0" algn="ctr">
              <a:buNone/>
              <a:defRPr>
                <a:solidFill>
                  <a:schemeClr val="tx1">
                    <a:tint val="75000"/>
                  </a:schemeClr>
                </a:solidFill>
              </a:defRPr>
            </a:lvl5pPr>
            <a:lvl6pPr marL="1714432" indent="0" algn="ctr">
              <a:buNone/>
              <a:defRPr>
                <a:solidFill>
                  <a:schemeClr val="tx1">
                    <a:tint val="75000"/>
                  </a:schemeClr>
                </a:solidFill>
              </a:defRPr>
            </a:lvl6pPr>
            <a:lvl7pPr marL="2057318" indent="0" algn="ctr">
              <a:buNone/>
              <a:defRPr>
                <a:solidFill>
                  <a:schemeClr val="tx1">
                    <a:tint val="75000"/>
                  </a:schemeClr>
                </a:solidFill>
              </a:defRPr>
            </a:lvl7pPr>
            <a:lvl8pPr marL="2400204" indent="0" algn="ctr">
              <a:buNone/>
              <a:defRPr>
                <a:solidFill>
                  <a:schemeClr val="tx1">
                    <a:tint val="75000"/>
                  </a:schemeClr>
                </a:solidFill>
              </a:defRPr>
            </a:lvl8pPr>
            <a:lvl9pPr marL="2743091"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2069707018"/>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2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825625" y="649805"/>
            <a:ext cx="9390944" cy="1523494"/>
          </a:xfrm>
        </p:spPr>
        <p:txBody>
          <a:bodyPr anchor="ctr" anchorCtr="0">
            <a:noAutofit/>
          </a:bodyPr>
          <a:lstStyle>
            <a:lvl1pPr>
              <a:lnSpc>
                <a:spcPct val="90000"/>
              </a:lnSpc>
              <a:defRPr sz="4050"/>
            </a:lvl1pPr>
          </a:lstStyle>
          <a:p>
            <a:r>
              <a:rPr lang="en-US"/>
              <a:t>Click to edit Master title style</a:t>
            </a:r>
          </a:p>
        </p:txBody>
      </p:sp>
      <p:sp>
        <p:nvSpPr>
          <p:cNvPr id="3" name="Subtitle 2"/>
          <p:cNvSpPr>
            <a:spLocks noGrp="1"/>
          </p:cNvSpPr>
          <p:nvPr>
            <p:ph type="subTitle" idx="1"/>
          </p:nvPr>
        </p:nvSpPr>
        <p:spPr>
          <a:xfrm>
            <a:off x="1825273" y="4344991"/>
            <a:ext cx="9390944" cy="461665"/>
          </a:xfrm>
        </p:spPr>
        <p:txBody>
          <a:bodyPr>
            <a:noAutofit/>
          </a:bodyPr>
          <a:lstStyle>
            <a:lvl1pPr marL="0" indent="0" algn="l">
              <a:lnSpc>
                <a:spcPct val="90000"/>
              </a:lnSpc>
              <a:spcBef>
                <a:spcPts val="0"/>
              </a:spcBef>
              <a:buNone/>
              <a:defRPr>
                <a:solidFill>
                  <a:schemeClr val="tx1">
                    <a:tint val="75000"/>
                  </a:schemeClr>
                </a:solidFill>
              </a:defRPr>
            </a:lvl1pPr>
            <a:lvl2pPr marL="342887" indent="0" algn="ctr">
              <a:buNone/>
              <a:defRPr>
                <a:solidFill>
                  <a:schemeClr val="tx1">
                    <a:tint val="75000"/>
                  </a:schemeClr>
                </a:solidFill>
              </a:defRPr>
            </a:lvl2pPr>
            <a:lvl3pPr marL="685772" indent="0" algn="ctr">
              <a:buNone/>
              <a:defRPr>
                <a:solidFill>
                  <a:schemeClr val="tx1">
                    <a:tint val="75000"/>
                  </a:schemeClr>
                </a:solidFill>
              </a:defRPr>
            </a:lvl3pPr>
            <a:lvl4pPr marL="1028659" indent="0" algn="ctr">
              <a:buNone/>
              <a:defRPr>
                <a:solidFill>
                  <a:schemeClr val="tx1">
                    <a:tint val="75000"/>
                  </a:schemeClr>
                </a:solidFill>
              </a:defRPr>
            </a:lvl4pPr>
            <a:lvl5pPr marL="1371545" indent="0" algn="ctr">
              <a:buNone/>
              <a:defRPr>
                <a:solidFill>
                  <a:schemeClr val="tx1">
                    <a:tint val="75000"/>
                  </a:schemeClr>
                </a:solidFill>
              </a:defRPr>
            </a:lvl5pPr>
            <a:lvl6pPr marL="1714432" indent="0" algn="ctr">
              <a:buNone/>
              <a:defRPr>
                <a:solidFill>
                  <a:schemeClr val="tx1">
                    <a:tint val="75000"/>
                  </a:schemeClr>
                </a:solidFill>
              </a:defRPr>
            </a:lvl6pPr>
            <a:lvl7pPr marL="2057318" indent="0" algn="ctr">
              <a:buNone/>
              <a:defRPr>
                <a:solidFill>
                  <a:schemeClr val="tx1">
                    <a:tint val="75000"/>
                  </a:schemeClr>
                </a:solidFill>
              </a:defRPr>
            </a:lvl7pPr>
            <a:lvl8pPr marL="2400204" indent="0" algn="ctr">
              <a:buNone/>
              <a:defRPr>
                <a:solidFill>
                  <a:schemeClr val="tx1">
                    <a:tint val="75000"/>
                  </a:schemeClr>
                </a:solidFill>
              </a:defRPr>
            </a:lvl8pPr>
            <a:lvl9pPr marL="2743091" indent="0" algn="ctr">
              <a:buNone/>
              <a:defRPr>
                <a:solidFill>
                  <a:schemeClr val="tx1">
                    <a:tint val="75000"/>
                  </a:schemeClr>
                </a:solidFill>
              </a:defRPr>
            </a:lvl9pPr>
          </a:lstStyle>
          <a:p>
            <a:r>
              <a:rPr lang="en-US"/>
              <a:t>Click to edit Master subtitle style</a:t>
            </a:r>
          </a:p>
        </p:txBody>
      </p:sp>
      <p:sp>
        <p:nvSpPr>
          <p:cNvPr id="7" name="Text Placeholder 6"/>
          <p:cNvSpPr>
            <a:spLocks noGrp="1"/>
          </p:cNvSpPr>
          <p:nvPr>
            <p:ph type="body" sz="quarter" idx="10" hasCustomPrompt="1"/>
          </p:nvPr>
        </p:nvSpPr>
        <p:spPr>
          <a:xfrm>
            <a:off x="962732" y="2355850"/>
            <a:ext cx="10253485"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7500" b="0" i="1" u="none" strike="noStrike" kern="0" cap="none" spc="-113" normalizeH="0" baseline="0" noProof="0" dirty="0" smtClean="0">
                <a:ln w="3175">
                  <a:noFill/>
                </a:ln>
                <a:gradFill flip="none" rotWithShape="1">
                  <a:gsLst>
                    <a:gs pos="0">
                      <a:schemeClr val="tx1">
                        <a:lumMod val="65000"/>
                      </a:schemeClr>
                    </a:gs>
                    <a:gs pos="50000">
                      <a:schemeClr val="tx1"/>
                    </a:gs>
                  </a:gsLst>
                  <a:lin ang="5400000" scaled="1"/>
                  <a:tileRect/>
                </a:gradFill>
                <a:effectLst>
                  <a:outerShdw blurRad="50800" dist="38100" dir="2700000" algn="tl" rotWithShape="0">
                    <a:prstClr val="black">
                      <a:alpha val="40000"/>
                    </a:prstClr>
                  </a:outerShdw>
                  <a:reflection blurRad="6350" stA="55000" endA="300" endPos="45500" dir="5400000" sy="-100000" algn="bl" rotWithShape="0"/>
                </a:effectLst>
                <a:uLnTx/>
                <a:uFillTx/>
                <a:latin typeface="+mn-lt"/>
                <a:ea typeface="+mn-ea"/>
                <a:cs typeface="Arial" charset="0"/>
              </a:defRPr>
            </a:lvl1pPr>
          </a:lstStyle>
          <a:p>
            <a:pPr lvl="0"/>
            <a:r>
              <a:rPr lang="en-US"/>
              <a:t>click to…</a:t>
            </a:r>
          </a:p>
        </p:txBody>
      </p:sp>
    </p:spTree>
    <p:extLst>
      <p:ext uri="{BB962C8B-B14F-4D97-AF65-F5344CB8AC3E}">
        <p14:creationId xmlns:p14="http://schemas.microsoft.com/office/powerpoint/2010/main" val="3354054242"/>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7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508000" y="1411553"/>
            <a:ext cx="11176000" cy="1601977"/>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81649578"/>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obj" preserve="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508000" y="1412876"/>
            <a:ext cx="11176000" cy="1601977"/>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55398008"/>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0" y="1411554"/>
            <a:ext cx="5486400" cy="1306512"/>
          </a:xfrm>
        </p:spPr>
        <p:txBody>
          <a:bodyPr/>
          <a:lstStyle>
            <a:lvl1pPr marL="254982" indent="-254982">
              <a:lnSpc>
                <a:spcPct val="90000"/>
              </a:lnSpc>
              <a:defRPr sz="2100"/>
            </a:lvl1pPr>
            <a:lvl2pPr marL="505004" indent="-244068">
              <a:lnSpc>
                <a:spcPct val="90000"/>
              </a:lnSpc>
              <a:defRPr sz="1800"/>
            </a:lvl2pPr>
            <a:lvl3pPr marL="715339" indent="-216288">
              <a:lnSpc>
                <a:spcPct val="90000"/>
              </a:lnSpc>
              <a:defRPr sz="1500"/>
            </a:lvl3pPr>
            <a:lvl4pPr marL="920714" indent="-205375">
              <a:lnSpc>
                <a:spcPct val="90000"/>
              </a:lnSpc>
              <a:defRPr sz="1350"/>
            </a:lvl4pPr>
            <a:lvl5pPr marL="1137002" indent="-210335">
              <a:lnSpc>
                <a:spcPct val="90000"/>
              </a:lnSpc>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11554"/>
            <a:ext cx="5486400" cy="1306512"/>
          </a:xfrm>
        </p:spPr>
        <p:txBody>
          <a:bodyPr/>
          <a:lstStyle>
            <a:lvl1pPr marL="260936" indent="-260936">
              <a:lnSpc>
                <a:spcPct val="90000"/>
              </a:lnSpc>
              <a:defRPr sz="2100"/>
            </a:lvl1pPr>
            <a:lvl2pPr marL="505004" indent="-254982">
              <a:lnSpc>
                <a:spcPct val="90000"/>
              </a:lnSpc>
              <a:defRPr sz="1800"/>
            </a:lvl2pPr>
            <a:lvl3pPr marL="721292" indent="-227202">
              <a:lnSpc>
                <a:spcPct val="90000"/>
              </a:lnSpc>
              <a:defRPr sz="1500"/>
            </a:lvl3pPr>
            <a:lvl4pPr marL="920714" indent="-199422">
              <a:lnSpc>
                <a:spcPct val="90000"/>
              </a:lnSpc>
              <a:defRPr sz="1350"/>
            </a:lvl4pPr>
            <a:lvl5pPr marL="1137002" indent="-205375">
              <a:lnSpc>
                <a:spcPct val="90000"/>
              </a:lnSpc>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66194653"/>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twoTxTwoObj" preserve="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8000" y="1844366"/>
            <a:ext cx="5486400" cy="259686"/>
          </a:xfrm>
        </p:spPr>
        <p:txBody>
          <a:bodyPr anchor="b"/>
          <a:lstStyle>
            <a:lvl1pPr marL="0" indent="0">
              <a:lnSpc>
                <a:spcPct val="90000"/>
              </a:lnSpc>
              <a:spcBef>
                <a:spcPts val="0"/>
              </a:spcBef>
              <a:buNone/>
              <a:defRPr sz="1875" b="1"/>
            </a:lvl1pPr>
            <a:lvl2pPr marL="342887" indent="0">
              <a:buNone/>
              <a:defRPr sz="1500" b="1"/>
            </a:lvl2pPr>
            <a:lvl3pPr marL="685772" indent="0">
              <a:buNone/>
              <a:defRPr sz="1350" b="1"/>
            </a:lvl3pPr>
            <a:lvl4pPr marL="1028659" indent="0">
              <a:buNone/>
              <a:defRPr sz="1200" b="1"/>
            </a:lvl4pPr>
            <a:lvl5pPr marL="1371545" indent="0">
              <a:buNone/>
              <a:defRPr sz="1200" b="1"/>
            </a:lvl5pPr>
            <a:lvl6pPr marL="1714432" indent="0">
              <a:buNone/>
              <a:defRPr sz="1200" b="1"/>
            </a:lvl6pPr>
            <a:lvl7pPr marL="2057318" indent="0">
              <a:buNone/>
              <a:defRPr sz="1200" b="1"/>
            </a:lvl7pPr>
            <a:lvl8pPr marL="2400204" indent="0">
              <a:buNone/>
              <a:defRPr sz="1200" b="1"/>
            </a:lvl8pPr>
            <a:lvl9pPr marL="2743091" indent="0">
              <a:buNone/>
              <a:defRPr sz="1200" b="1"/>
            </a:lvl9pPr>
          </a:lstStyle>
          <a:p>
            <a:pPr lvl="0"/>
            <a:r>
              <a:rPr lang="en-US"/>
              <a:t>Click to edit Master text styles</a:t>
            </a:r>
          </a:p>
        </p:txBody>
      </p:sp>
      <p:sp>
        <p:nvSpPr>
          <p:cNvPr id="4" name="Content Placeholder 3"/>
          <p:cNvSpPr>
            <a:spLocks noGrp="1"/>
          </p:cNvSpPr>
          <p:nvPr>
            <p:ph sz="half" idx="2"/>
          </p:nvPr>
        </p:nvSpPr>
        <p:spPr>
          <a:xfrm>
            <a:off x="507999" y="2174875"/>
            <a:ext cx="5486400" cy="1153008"/>
          </a:xfrm>
        </p:spPr>
        <p:txBody>
          <a:bodyPr/>
          <a:lstStyle>
            <a:lvl1pPr marL="211328" indent="-211328">
              <a:defRPr sz="1725"/>
            </a:lvl1pPr>
            <a:lvl2pPr marL="421664" indent="-199422">
              <a:defRPr sz="1500"/>
            </a:lvl2pPr>
            <a:lvl3pPr marL="610172" indent="-182555">
              <a:defRPr sz="1350"/>
            </a:lvl3pPr>
            <a:lvl4pPr marL="787766" indent="-171642">
              <a:defRPr sz="1275"/>
            </a:lvl4pPr>
            <a:lvl5pPr marL="959408" indent="-154775">
              <a:defRPr sz="1275"/>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4643" y="1844366"/>
            <a:ext cx="5489359" cy="259686"/>
          </a:xfrm>
        </p:spPr>
        <p:txBody>
          <a:bodyPr anchor="b"/>
          <a:lstStyle>
            <a:lvl1pPr marL="0" indent="0">
              <a:lnSpc>
                <a:spcPct val="90000"/>
              </a:lnSpc>
              <a:spcBef>
                <a:spcPts val="0"/>
              </a:spcBef>
              <a:buNone/>
              <a:defRPr sz="1875" b="1"/>
            </a:lvl1pPr>
            <a:lvl2pPr marL="342887" indent="0">
              <a:buNone/>
              <a:defRPr sz="1500" b="1"/>
            </a:lvl2pPr>
            <a:lvl3pPr marL="685772" indent="0">
              <a:buNone/>
              <a:defRPr sz="1350" b="1"/>
            </a:lvl3pPr>
            <a:lvl4pPr marL="1028659" indent="0">
              <a:buNone/>
              <a:defRPr sz="1200" b="1"/>
            </a:lvl4pPr>
            <a:lvl5pPr marL="1371545" indent="0">
              <a:buNone/>
              <a:defRPr sz="1200" b="1"/>
            </a:lvl5pPr>
            <a:lvl6pPr marL="1714432" indent="0">
              <a:buNone/>
              <a:defRPr sz="1200" b="1"/>
            </a:lvl6pPr>
            <a:lvl7pPr marL="2057318" indent="0">
              <a:buNone/>
              <a:defRPr sz="1200" b="1"/>
            </a:lvl7pPr>
            <a:lvl8pPr marL="2400204" indent="0">
              <a:buNone/>
              <a:defRPr sz="1200" b="1"/>
            </a:lvl8pPr>
            <a:lvl9pPr marL="2743091"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93368" y="2174875"/>
            <a:ext cx="5490632" cy="1153008"/>
          </a:xfrm>
        </p:spPr>
        <p:txBody>
          <a:bodyPr/>
          <a:lstStyle>
            <a:lvl1pPr marL="222241" indent="-222241">
              <a:defRPr sz="1725"/>
            </a:lvl1pPr>
            <a:lvl2pPr marL="427616" indent="-205375">
              <a:defRPr sz="1500"/>
            </a:lvl2pPr>
            <a:lvl3pPr marL="616124" indent="-183548">
              <a:defRPr sz="1350"/>
            </a:lvl3pPr>
            <a:lvl4pPr marL="787766" indent="-177595">
              <a:defRPr sz="1275"/>
            </a:lvl4pPr>
            <a:lvl5pPr marL="959408" indent="-165689">
              <a:defRPr sz="1275"/>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36303842"/>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66361321"/>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3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5868985"/>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blank" preserve="1">
  <p:cSld name="1_WALKIN - Prints in GRAYSCALE">
    <p:spTree>
      <p:nvGrpSpPr>
        <p:cNvPr id="1" name=""/>
        <p:cNvGrpSpPr/>
        <p:nvPr/>
      </p:nvGrpSpPr>
      <p:grpSpPr>
        <a:xfrm>
          <a:off x="0" y="0"/>
          <a:ext cx="0" cy="0"/>
          <a:chOff x="0" y="0"/>
          <a:chExt cx="0" cy="0"/>
        </a:xfrm>
      </p:grpSpPr>
    </p:spTree>
    <p:extLst>
      <p:ext uri="{BB962C8B-B14F-4D97-AF65-F5344CB8AC3E}">
        <p14:creationId xmlns:p14="http://schemas.microsoft.com/office/powerpoint/2010/main" val="564592567"/>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p>
        </p:txBody>
      </p:sp>
      <p:sp>
        <p:nvSpPr>
          <p:cNvPr id="6" name="Text Placeholder 5"/>
          <p:cNvSpPr>
            <a:spLocks noGrp="1"/>
          </p:cNvSpPr>
          <p:nvPr>
            <p:ph type="body" sz="quarter" idx="10"/>
          </p:nvPr>
        </p:nvSpPr>
        <p:spPr bwMode="white">
          <a:xfrm>
            <a:off x="508000" y="1411554"/>
            <a:ext cx="11176000" cy="1601977"/>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82660827"/>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p>
        </p:txBody>
      </p:sp>
      <p:sp>
        <p:nvSpPr>
          <p:cNvPr id="6" name="Text Placeholder 5"/>
          <p:cNvSpPr>
            <a:spLocks noGrp="1"/>
          </p:cNvSpPr>
          <p:nvPr>
            <p:ph type="body" sz="quarter" idx="10"/>
          </p:nvPr>
        </p:nvSpPr>
        <p:spPr bwMode="white">
          <a:xfrm>
            <a:off x="508000" y="1411554"/>
            <a:ext cx="11176000" cy="1601977"/>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p:nvPr>
        </p:nvSpPr>
        <p:spPr>
          <a:xfrm>
            <a:off x="2" y="6238878"/>
            <a:ext cx="12192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en-US"/>
              <a:t>Click to edit Master text styles</a:t>
            </a:r>
          </a:p>
        </p:txBody>
      </p:sp>
    </p:spTree>
    <p:extLst>
      <p:ext uri="{BB962C8B-B14F-4D97-AF65-F5344CB8AC3E}">
        <p14:creationId xmlns:p14="http://schemas.microsoft.com/office/powerpoint/2010/main" val="419909746"/>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15454830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1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6166803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10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a:defRPr/>
            </a:pPr>
            <a:endParaRPr lang="en-US">
              <a:solidFill>
                <a:srgbClr val="CACFD1">
                  <a:lumMod val="75000"/>
                </a:srgbClr>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74096562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cSld name="22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a:defRPr/>
            </a:pPr>
            <a:endParaRPr lang="en-US"/>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411455125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cSld name="28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a:defRPr/>
            </a:pPr>
            <a:endParaRPr lang="en-US"/>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1611572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3670" y="1905005"/>
            <a:ext cx="10242551" cy="1523495"/>
          </a:xfrm>
        </p:spPr>
        <p:txBody>
          <a:bodyPr>
            <a:noAutofit/>
          </a:bodyPr>
          <a:lstStyle>
            <a:lvl1pPr>
              <a:lnSpc>
                <a:spcPct val="90000"/>
              </a:lnSpc>
              <a:defRPr sz="3038"/>
            </a:lvl1pPr>
          </a:lstStyle>
          <a:p>
            <a:r>
              <a:rPr lang="en-US"/>
              <a:t>Click to edit Master title style</a:t>
            </a:r>
          </a:p>
        </p:txBody>
      </p:sp>
      <p:sp>
        <p:nvSpPr>
          <p:cNvPr id="3" name="Subtitle 2"/>
          <p:cNvSpPr>
            <a:spLocks noGrp="1"/>
          </p:cNvSpPr>
          <p:nvPr>
            <p:ph type="subTitle" idx="1"/>
          </p:nvPr>
        </p:nvSpPr>
        <p:spPr>
          <a:xfrm>
            <a:off x="973669" y="4344993"/>
            <a:ext cx="10242551" cy="461665"/>
          </a:xfrm>
        </p:spPr>
        <p:txBody>
          <a:bodyPr>
            <a:noAutofit/>
          </a:bodyPr>
          <a:lstStyle>
            <a:lvl1pPr marL="0" indent="0" algn="l">
              <a:lnSpc>
                <a:spcPct val="90000"/>
              </a:lnSpc>
              <a:spcBef>
                <a:spcPts val="0"/>
              </a:spcBef>
              <a:buNone/>
              <a:defRPr>
                <a:solidFill>
                  <a:schemeClr val="tx1">
                    <a:tint val="75000"/>
                  </a:schemeClr>
                </a:solidFill>
              </a:defRPr>
            </a:lvl1pPr>
            <a:lvl2pPr marL="257165" indent="0" algn="ctr">
              <a:buNone/>
              <a:defRPr>
                <a:solidFill>
                  <a:schemeClr val="tx1">
                    <a:tint val="75000"/>
                  </a:schemeClr>
                </a:solidFill>
              </a:defRPr>
            </a:lvl2pPr>
            <a:lvl3pPr marL="514329" indent="0" algn="ctr">
              <a:buNone/>
              <a:defRPr>
                <a:solidFill>
                  <a:schemeClr val="tx1">
                    <a:tint val="75000"/>
                  </a:schemeClr>
                </a:solidFill>
              </a:defRPr>
            </a:lvl3pPr>
            <a:lvl4pPr marL="771494" indent="0" algn="ctr">
              <a:buNone/>
              <a:defRPr>
                <a:solidFill>
                  <a:schemeClr val="tx1">
                    <a:tint val="75000"/>
                  </a:schemeClr>
                </a:solidFill>
              </a:defRPr>
            </a:lvl4pPr>
            <a:lvl5pPr marL="1028659" indent="0" algn="ctr">
              <a:buNone/>
              <a:defRPr>
                <a:solidFill>
                  <a:schemeClr val="tx1">
                    <a:tint val="75000"/>
                  </a:schemeClr>
                </a:solidFill>
              </a:defRPr>
            </a:lvl5pPr>
            <a:lvl6pPr marL="1285824" indent="0" algn="ctr">
              <a:buNone/>
              <a:defRPr>
                <a:solidFill>
                  <a:schemeClr val="tx1">
                    <a:tint val="75000"/>
                  </a:schemeClr>
                </a:solidFill>
              </a:defRPr>
            </a:lvl6pPr>
            <a:lvl7pPr marL="1542989" indent="0" algn="ctr">
              <a:buNone/>
              <a:defRPr>
                <a:solidFill>
                  <a:schemeClr val="tx1">
                    <a:tint val="75000"/>
                  </a:schemeClr>
                </a:solidFill>
              </a:defRPr>
            </a:lvl7pPr>
            <a:lvl8pPr marL="1800153" indent="0" algn="ctr">
              <a:buNone/>
              <a:defRPr>
                <a:solidFill>
                  <a:schemeClr val="tx1">
                    <a:tint val="75000"/>
                  </a:schemeClr>
                </a:solidFill>
              </a:defRPr>
            </a:lvl8pPr>
            <a:lvl9pPr marL="2057318"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2899841948"/>
      </p:ext>
    </p:extLst>
  </p:cSld>
  <p:clrMapOvr>
    <a:masterClrMapping/>
  </p:clrMapOvr>
  <p:transition>
    <p:fade/>
  </p:transition>
  <p:hf sldNum="0" hdr="0" ftr="0" dt="0"/>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1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825625" y="649805"/>
            <a:ext cx="9390944" cy="1523494"/>
          </a:xfrm>
        </p:spPr>
        <p:txBody>
          <a:bodyPr anchor="ctr" anchorCtr="0">
            <a:noAutofit/>
          </a:bodyPr>
          <a:lstStyle>
            <a:lvl1pPr>
              <a:lnSpc>
                <a:spcPct val="90000"/>
              </a:lnSpc>
              <a:defRPr sz="3038"/>
            </a:lvl1pPr>
          </a:lstStyle>
          <a:p>
            <a:r>
              <a:rPr lang="en-US"/>
              <a:t>Click to edit Master title style</a:t>
            </a:r>
          </a:p>
        </p:txBody>
      </p:sp>
      <p:sp>
        <p:nvSpPr>
          <p:cNvPr id="3" name="Subtitle 2"/>
          <p:cNvSpPr>
            <a:spLocks noGrp="1"/>
          </p:cNvSpPr>
          <p:nvPr>
            <p:ph type="subTitle" idx="1"/>
          </p:nvPr>
        </p:nvSpPr>
        <p:spPr>
          <a:xfrm>
            <a:off x="1825273" y="4344993"/>
            <a:ext cx="9390944" cy="461665"/>
          </a:xfrm>
        </p:spPr>
        <p:txBody>
          <a:bodyPr>
            <a:noAutofit/>
          </a:bodyPr>
          <a:lstStyle>
            <a:lvl1pPr marL="0" indent="0" algn="l">
              <a:lnSpc>
                <a:spcPct val="90000"/>
              </a:lnSpc>
              <a:spcBef>
                <a:spcPts val="0"/>
              </a:spcBef>
              <a:buNone/>
              <a:defRPr>
                <a:solidFill>
                  <a:schemeClr val="tx1">
                    <a:tint val="75000"/>
                  </a:schemeClr>
                </a:solidFill>
              </a:defRPr>
            </a:lvl1pPr>
            <a:lvl2pPr marL="257165" indent="0" algn="ctr">
              <a:buNone/>
              <a:defRPr>
                <a:solidFill>
                  <a:schemeClr val="tx1">
                    <a:tint val="75000"/>
                  </a:schemeClr>
                </a:solidFill>
              </a:defRPr>
            </a:lvl2pPr>
            <a:lvl3pPr marL="514329" indent="0" algn="ctr">
              <a:buNone/>
              <a:defRPr>
                <a:solidFill>
                  <a:schemeClr val="tx1">
                    <a:tint val="75000"/>
                  </a:schemeClr>
                </a:solidFill>
              </a:defRPr>
            </a:lvl3pPr>
            <a:lvl4pPr marL="771494" indent="0" algn="ctr">
              <a:buNone/>
              <a:defRPr>
                <a:solidFill>
                  <a:schemeClr val="tx1">
                    <a:tint val="75000"/>
                  </a:schemeClr>
                </a:solidFill>
              </a:defRPr>
            </a:lvl4pPr>
            <a:lvl5pPr marL="1028659" indent="0" algn="ctr">
              <a:buNone/>
              <a:defRPr>
                <a:solidFill>
                  <a:schemeClr val="tx1">
                    <a:tint val="75000"/>
                  </a:schemeClr>
                </a:solidFill>
              </a:defRPr>
            </a:lvl5pPr>
            <a:lvl6pPr marL="1285824" indent="0" algn="ctr">
              <a:buNone/>
              <a:defRPr>
                <a:solidFill>
                  <a:schemeClr val="tx1">
                    <a:tint val="75000"/>
                  </a:schemeClr>
                </a:solidFill>
              </a:defRPr>
            </a:lvl6pPr>
            <a:lvl7pPr marL="1542989" indent="0" algn="ctr">
              <a:buNone/>
              <a:defRPr>
                <a:solidFill>
                  <a:schemeClr val="tx1">
                    <a:tint val="75000"/>
                  </a:schemeClr>
                </a:solidFill>
              </a:defRPr>
            </a:lvl7pPr>
            <a:lvl8pPr marL="1800153" indent="0" algn="ctr">
              <a:buNone/>
              <a:defRPr>
                <a:solidFill>
                  <a:schemeClr val="tx1">
                    <a:tint val="75000"/>
                  </a:schemeClr>
                </a:solidFill>
              </a:defRPr>
            </a:lvl8pPr>
            <a:lvl9pPr marL="2057318" indent="0" algn="ctr">
              <a:buNone/>
              <a:defRPr>
                <a:solidFill>
                  <a:schemeClr val="tx1">
                    <a:tint val="75000"/>
                  </a:schemeClr>
                </a:solidFill>
              </a:defRPr>
            </a:lvl9pPr>
          </a:lstStyle>
          <a:p>
            <a:r>
              <a:rPr lang="en-US"/>
              <a:t>Click to edit Master subtitle style</a:t>
            </a:r>
          </a:p>
        </p:txBody>
      </p:sp>
      <p:sp>
        <p:nvSpPr>
          <p:cNvPr id="7" name="Text Placeholder 6"/>
          <p:cNvSpPr>
            <a:spLocks noGrp="1"/>
          </p:cNvSpPr>
          <p:nvPr>
            <p:ph type="body" sz="quarter" idx="10" hasCustomPrompt="1"/>
          </p:nvPr>
        </p:nvSpPr>
        <p:spPr>
          <a:xfrm>
            <a:off x="962732" y="2355850"/>
            <a:ext cx="10253485"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5625" b="0" i="1" u="none" strike="noStrike" kern="0" cap="none" spc="-85" normalizeH="0" baseline="0" noProof="0" dirty="0" smtClean="0">
                <a:ln w="3175">
                  <a:noFill/>
                </a:ln>
                <a:gradFill flip="none" rotWithShape="1">
                  <a:gsLst>
                    <a:gs pos="0">
                      <a:schemeClr val="tx1">
                        <a:lumMod val="65000"/>
                      </a:schemeClr>
                    </a:gs>
                    <a:gs pos="50000">
                      <a:schemeClr val="tx1"/>
                    </a:gs>
                  </a:gsLst>
                  <a:lin ang="5400000" scaled="1"/>
                  <a:tileRect/>
                </a:gradFill>
                <a:effectLst>
                  <a:outerShdw blurRad="50800" dist="38100" dir="2700000" algn="tl" rotWithShape="0">
                    <a:prstClr val="black">
                      <a:alpha val="40000"/>
                    </a:prstClr>
                  </a:outerShdw>
                  <a:reflection blurRad="6350" stA="55000" endA="300" endPos="45500" dir="5400000" sy="-100000" algn="bl" rotWithShape="0"/>
                </a:effectLst>
                <a:uLnTx/>
                <a:uFillTx/>
                <a:latin typeface="+mn-lt"/>
                <a:ea typeface="+mn-ea"/>
                <a:cs typeface="Arial" charset="0"/>
              </a:defRPr>
            </a:lvl1pPr>
          </a:lstStyle>
          <a:p>
            <a:pPr lvl="0"/>
            <a:r>
              <a:rPr lang="en-US"/>
              <a:t>click to…</a:t>
            </a:r>
          </a:p>
        </p:txBody>
      </p:sp>
    </p:spTree>
    <p:extLst>
      <p:ext uri="{BB962C8B-B14F-4D97-AF65-F5344CB8AC3E}">
        <p14:creationId xmlns:p14="http://schemas.microsoft.com/office/powerpoint/2010/main" val="1558179968"/>
      </p:ext>
    </p:extLst>
  </p:cSld>
  <p:clrMapOvr>
    <a:masterClrMapping/>
  </p:clrMapOvr>
  <p:transition>
    <p:fade/>
  </p:transition>
  <p:hf sldNum="0" hdr="0" ftr="0" dt="0"/>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508000" y="1411555"/>
            <a:ext cx="11176000" cy="1201483"/>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8049895"/>
      </p:ext>
    </p:extLst>
  </p:cSld>
  <p:clrMapOvr>
    <a:masterClrMapping/>
  </p:clrMapOvr>
  <p:transition>
    <p:fade/>
  </p:transition>
  <p:hf sldNum="0" hdr="0" ftr="0" dt="0"/>
</p:sldLayout>
</file>

<file path=ppt/slideLayouts/slideLayout8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508000" y="1412878"/>
            <a:ext cx="11176000" cy="1201483"/>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8054453"/>
      </p:ext>
    </p:extLst>
  </p:cSld>
  <p:clrMapOvr>
    <a:masterClrMapping/>
  </p:clrMapOvr>
  <p:transition>
    <p:fade/>
  </p:transition>
  <p:hf sldNum="0" hdr="0" ftr="0" dt="0"/>
</p:sldLayout>
</file>

<file path=ppt/slideLayouts/slideLayout8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0" y="1411554"/>
            <a:ext cx="5486400" cy="980012"/>
          </a:xfrm>
        </p:spPr>
        <p:txBody>
          <a:bodyPr/>
          <a:lstStyle>
            <a:lvl1pPr marL="191237" indent="-191237">
              <a:lnSpc>
                <a:spcPct val="90000"/>
              </a:lnSpc>
              <a:defRPr sz="1575"/>
            </a:lvl1pPr>
            <a:lvl2pPr marL="378753" indent="-183051">
              <a:lnSpc>
                <a:spcPct val="90000"/>
              </a:lnSpc>
              <a:defRPr sz="1350"/>
            </a:lvl2pPr>
            <a:lvl3pPr marL="536504" indent="-162216">
              <a:lnSpc>
                <a:spcPct val="90000"/>
              </a:lnSpc>
              <a:defRPr sz="1125"/>
            </a:lvl3pPr>
            <a:lvl4pPr marL="690536" indent="-154031">
              <a:lnSpc>
                <a:spcPct val="90000"/>
              </a:lnSpc>
              <a:defRPr sz="1013"/>
            </a:lvl4pPr>
            <a:lvl5pPr marL="852752" indent="-157751">
              <a:lnSpc>
                <a:spcPct val="90000"/>
              </a:lnSpc>
              <a:defRPr sz="1013"/>
            </a:lvl5pPr>
            <a:lvl6pPr>
              <a:defRPr sz="1013"/>
            </a:lvl6pPr>
            <a:lvl7pPr>
              <a:defRPr sz="1013"/>
            </a:lvl7pPr>
            <a:lvl8pPr>
              <a:defRPr sz="1013"/>
            </a:lvl8pPr>
            <a:lvl9pPr>
              <a:defRPr sz="10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11554"/>
            <a:ext cx="5486400" cy="980012"/>
          </a:xfrm>
        </p:spPr>
        <p:txBody>
          <a:bodyPr/>
          <a:lstStyle>
            <a:lvl1pPr marL="195702" indent="-195702">
              <a:lnSpc>
                <a:spcPct val="90000"/>
              </a:lnSpc>
              <a:defRPr sz="1575"/>
            </a:lvl1pPr>
            <a:lvl2pPr marL="378753" indent="-191237">
              <a:lnSpc>
                <a:spcPct val="90000"/>
              </a:lnSpc>
              <a:defRPr sz="1350"/>
            </a:lvl2pPr>
            <a:lvl3pPr marL="540969" indent="-170402">
              <a:lnSpc>
                <a:spcPct val="90000"/>
              </a:lnSpc>
              <a:defRPr sz="1125"/>
            </a:lvl3pPr>
            <a:lvl4pPr marL="690536" indent="-149567">
              <a:lnSpc>
                <a:spcPct val="90000"/>
              </a:lnSpc>
              <a:defRPr sz="1013"/>
            </a:lvl4pPr>
            <a:lvl5pPr marL="852752" indent="-154031">
              <a:lnSpc>
                <a:spcPct val="90000"/>
              </a:lnSpc>
              <a:defRPr sz="1013"/>
            </a:lvl5pPr>
            <a:lvl6pPr>
              <a:defRPr sz="1013"/>
            </a:lvl6pPr>
            <a:lvl7pPr>
              <a:defRPr sz="1013"/>
            </a:lvl7pPr>
            <a:lvl8pPr>
              <a:defRPr sz="1013"/>
            </a:lvl8pPr>
            <a:lvl9pPr>
              <a:defRPr sz="10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8271747"/>
      </p:ext>
    </p:extLst>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8000" y="1909320"/>
            <a:ext cx="5486400" cy="194733"/>
          </a:xfrm>
        </p:spPr>
        <p:txBody>
          <a:bodyPr anchor="b"/>
          <a:lstStyle>
            <a:lvl1pPr marL="0" indent="0">
              <a:lnSpc>
                <a:spcPct val="90000"/>
              </a:lnSpc>
              <a:spcBef>
                <a:spcPts val="0"/>
              </a:spcBef>
              <a:buNone/>
              <a:defRPr sz="1406" b="1"/>
            </a:lvl1pPr>
            <a:lvl2pPr marL="257165" indent="0">
              <a:buNone/>
              <a:defRPr sz="1125" b="1"/>
            </a:lvl2pPr>
            <a:lvl3pPr marL="514329" indent="0">
              <a:buNone/>
              <a:defRPr sz="1013" b="1"/>
            </a:lvl3pPr>
            <a:lvl4pPr marL="771494" indent="0">
              <a:buNone/>
              <a:defRPr sz="900" b="1"/>
            </a:lvl4pPr>
            <a:lvl5pPr marL="1028659" indent="0">
              <a:buNone/>
              <a:defRPr sz="900" b="1"/>
            </a:lvl5pPr>
            <a:lvl6pPr marL="1285824" indent="0">
              <a:buNone/>
              <a:defRPr sz="900" b="1"/>
            </a:lvl6pPr>
            <a:lvl7pPr marL="1542989" indent="0">
              <a:buNone/>
              <a:defRPr sz="900" b="1"/>
            </a:lvl7pPr>
            <a:lvl8pPr marL="1800153" indent="0">
              <a:buNone/>
              <a:defRPr sz="900" b="1"/>
            </a:lvl8pPr>
            <a:lvl9pPr marL="2057318" indent="0">
              <a:buNone/>
              <a:defRPr sz="900" b="1"/>
            </a:lvl9pPr>
          </a:lstStyle>
          <a:p>
            <a:pPr lvl="0"/>
            <a:r>
              <a:rPr lang="en-US"/>
              <a:t>Click to edit Master text styles</a:t>
            </a:r>
          </a:p>
        </p:txBody>
      </p:sp>
      <p:sp>
        <p:nvSpPr>
          <p:cNvPr id="4" name="Content Placeholder 3"/>
          <p:cNvSpPr>
            <a:spLocks noGrp="1"/>
          </p:cNvSpPr>
          <p:nvPr>
            <p:ph sz="half" idx="2"/>
          </p:nvPr>
        </p:nvSpPr>
        <p:spPr>
          <a:xfrm>
            <a:off x="507999" y="2174876"/>
            <a:ext cx="5486400" cy="864789"/>
          </a:xfrm>
        </p:spPr>
        <p:txBody>
          <a:bodyPr/>
          <a:lstStyle>
            <a:lvl1pPr marL="158496" indent="-158496">
              <a:defRPr sz="1294"/>
            </a:lvl1pPr>
            <a:lvl2pPr marL="316248" indent="-149567">
              <a:defRPr sz="1125"/>
            </a:lvl2pPr>
            <a:lvl3pPr marL="457629" indent="-136916">
              <a:defRPr sz="1013"/>
            </a:lvl3pPr>
            <a:lvl4pPr marL="590825" indent="-128732">
              <a:defRPr sz="956"/>
            </a:lvl4pPr>
            <a:lvl5pPr marL="719556" indent="-116081">
              <a:defRPr sz="956"/>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4645" y="1909320"/>
            <a:ext cx="5489359" cy="194733"/>
          </a:xfrm>
        </p:spPr>
        <p:txBody>
          <a:bodyPr anchor="b"/>
          <a:lstStyle>
            <a:lvl1pPr marL="0" indent="0">
              <a:lnSpc>
                <a:spcPct val="90000"/>
              </a:lnSpc>
              <a:spcBef>
                <a:spcPts val="0"/>
              </a:spcBef>
              <a:buNone/>
              <a:defRPr sz="1406" b="1"/>
            </a:lvl1pPr>
            <a:lvl2pPr marL="257165" indent="0">
              <a:buNone/>
              <a:defRPr sz="1125" b="1"/>
            </a:lvl2pPr>
            <a:lvl3pPr marL="514329" indent="0">
              <a:buNone/>
              <a:defRPr sz="1013" b="1"/>
            </a:lvl3pPr>
            <a:lvl4pPr marL="771494" indent="0">
              <a:buNone/>
              <a:defRPr sz="900" b="1"/>
            </a:lvl4pPr>
            <a:lvl5pPr marL="1028659" indent="0">
              <a:buNone/>
              <a:defRPr sz="900" b="1"/>
            </a:lvl5pPr>
            <a:lvl6pPr marL="1285824" indent="0">
              <a:buNone/>
              <a:defRPr sz="900" b="1"/>
            </a:lvl6pPr>
            <a:lvl7pPr marL="1542989" indent="0">
              <a:buNone/>
              <a:defRPr sz="900" b="1"/>
            </a:lvl7pPr>
            <a:lvl8pPr marL="1800153" indent="0">
              <a:buNone/>
              <a:defRPr sz="900" b="1"/>
            </a:lvl8pPr>
            <a:lvl9pPr marL="2057318" indent="0">
              <a:buNone/>
              <a:defRPr sz="900" b="1"/>
            </a:lvl9pPr>
          </a:lstStyle>
          <a:p>
            <a:pPr lvl="0"/>
            <a:r>
              <a:rPr lang="en-US"/>
              <a:t>Click to edit Master text styles</a:t>
            </a:r>
          </a:p>
        </p:txBody>
      </p:sp>
      <p:sp>
        <p:nvSpPr>
          <p:cNvPr id="6" name="Content Placeholder 5"/>
          <p:cNvSpPr>
            <a:spLocks noGrp="1"/>
          </p:cNvSpPr>
          <p:nvPr>
            <p:ph sz="quarter" idx="4"/>
          </p:nvPr>
        </p:nvSpPr>
        <p:spPr>
          <a:xfrm>
            <a:off x="6193368" y="2174876"/>
            <a:ext cx="5490632" cy="864789"/>
          </a:xfrm>
        </p:spPr>
        <p:txBody>
          <a:bodyPr/>
          <a:lstStyle>
            <a:lvl1pPr marL="166681" indent="-166681">
              <a:defRPr sz="1294"/>
            </a:lvl1pPr>
            <a:lvl2pPr marL="320712" indent="-154031">
              <a:defRPr sz="1125"/>
            </a:lvl2pPr>
            <a:lvl3pPr marL="462093" indent="-137661">
              <a:defRPr sz="1013"/>
            </a:lvl3pPr>
            <a:lvl4pPr marL="590825" indent="-133196">
              <a:defRPr sz="956"/>
            </a:lvl4pPr>
            <a:lvl5pPr marL="719556" indent="-124267">
              <a:defRPr sz="956"/>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45458206"/>
      </p:ext>
    </p:extLst>
  </p:cSld>
  <p:clrMapOvr>
    <a:masterClrMapping/>
  </p:clrMapOvr>
  <p:transition>
    <p:fade/>
  </p:transition>
  <p:hf sldNum="0" hdr="0" ftr="0" dt="0"/>
</p:sldLayout>
</file>

<file path=ppt/slideLayouts/slideLayout9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91065057"/>
      </p:ext>
    </p:extLst>
  </p:cSld>
  <p:clrMapOvr>
    <a:masterClrMapping/>
  </p:clrMapOvr>
  <p:transition>
    <p:fade/>
  </p:transition>
  <p:hf sldNum="0" hdr="0" ftr="0" dt="0"/>
</p:sldLayout>
</file>

<file path=ppt/slideLayouts/slideLayout9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72949163"/>
      </p:ext>
    </p:extLst>
  </p:cSld>
  <p:clrMapOvr>
    <a:masterClrMapping/>
  </p:clrMapOvr>
  <p:transition>
    <p:fade/>
  </p:transition>
  <p:hf sldNum="0" hdr="0" ftr="0" dt="0"/>
</p:sldLayout>
</file>

<file path=ppt/slideLayouts/slideLayout93.xml><?xml version="1.0" encoding="utf-8"?>
<p:sldLayout xmlns:a="http://schemas.openxmlformats.org/drawingml/2006/main" xmlns:r="http://schemas.openxmlformats.org/officeDocument/2006/relationships" xmlns:p="http://schemas.openxmlformats.org/presentationml/2006/main" type="blank" preserve="1">
  <p:cSld name="WALKIN - Prints in GRAYSCAL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8990248"/>
      </p:ext>
    </p:extLst>
  </p:cSld>
  <p:clrMapOvr>
    <a:masterClrMapping/>
  </p:clrMapOvr>
  <p:transition>
    <p:fade/>
  </p:transition>
  <p:hf sldNum="0" hdr="0" ftr="0" dt="0"/>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p>
        </p:txBody>
      </p:sp>
      <p:sp>
        <p:nvSpPr>
          <p:cNvPr id="6" name="Text Placeholder 5"/>
          <p:cNvSpPr>
            <a:spLocks noGrp="1"/>
          </p:cNvSpPr>
          <p:nvPr>
            <p:ph type="body" sz="quarter" idx="10"/>
          </p:nvPr>
        </p:nvSpPr>
        <p:spPr bwMode="white">
          <a:xfrm>
            <a:off x="508000" y="1411555"/>
            <a:ext cx="11176000" cy="1201483"/>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3690582"/>
      </p:ext>
    </p:extLst>
  </p:cSld>
  <p:clrMapOvr>
    <a:masterClrMapping/>
  </p:clrMapOvr>
  <p:transition>
    <p:fade/>
  </p:transition>
  <p:hf sldNum="0" hdr="0" ftr="0" dt="0"/>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p>
        </p:txBody>
      </p:sp>
      <p:sp>
        <p:nvSpPr>
          <p:cNvPr id="6" name="Text Placeholder 5"/>
          <p:cNvSpPr>
            <a:spLocks noGrp="1"/>
          </p:cNvSpPr>
          <p:nvPr>
            <p:ph type="body" sz="quarter" idx="10"/>
          </p:nvPr>
        </p:nvSpPr>
        <p:spPr bwMode="white">
          <a:xfrm>
            <a:off x="508000" y="1411555"/>
            <a:ext cx="11176000" cy="1201483"/>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p:nvPr>
        </p:nvSpPr>
        <p:spPr>
          <a:xfrm>
            <a:off x="4" y="6238880"/>
            <a:ext cx="12192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en-US"/>
              <a:t>Click to edit Master text styles</a:t>
            </a:r>
          </a:p>
        </p:txBody>
      </p:sp>
    </p:spTree>
    <p:extLst>
      <p:ext uri="{BB962C8B-B14F-4D97-AF65-F5344CB8AC3E}">
        <p14:creationId xmlns:p14="http://schemas.microsoft.com/office/powerpoint/2010/main" val="3171443366"/>
      </p:ext>
    </p:extLst>
  </p:cSld>
  <p:clrMapOvr>
    <a:masterClrMapping/>
  </p:clrMapOvr>
  <p:transition>
    <p:fade/>
  </p:transition>
  <p:hf sldNum="0" hdr="0" ftr="0" dt="0"/>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6"/>
            <a:ext cx="5249333" cy="152399"/>
          </a:xfrm>
          <a:prstGeom prst="rect">
            <a:avLst/>
          </a:prstGeom>
        </p:spPr>
        <p:txBody>
          <a:bodyPr/>
          <a:lstStyle>
            <a:lvl1pPr algn="l">
              <a:defRPr/>
            </a:lvl1pPr>
          </a:lstStyle>
          <a:p>
            <a:pPr>
              <a:defRPr/>
            </a:pPr>
            <a:endParaRPr lang="en-US"/>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675">
                <a:solidFill>
                  <a:schemeClr val="bg1"/>
                </a:solidFill>
              </a:defRPr>
            </a:lvl1pPr>
            <a:lvl2pPr>
              <a:buNone/>
              <a:defRPr sz="675">
                <a:solidFill>
                  <a:schemeClr val="bg1"/>
                </a:solidFill>
              </a:defRPr>
            </a:lvl2pPr>
            <a:lvl3pPr>
              <a:buNone/>
              <a:defRPr sz="675">
                <a:solidFill>
                  <a:schemeClr val="bg1"/>
                </a:solidFill>
              </a:defRPr>
            </a:lvl3pPr>
            <a:lvl4pPr>
              <a:buNone/>
              <a:defRPr sz="675">
                <a:solidFill>
                  <a:schemeClr val="bg1"/>
                </a:solidFill>
              </a:defRPr>
            </a:lvl4pPr>
            <a:lvl5pPr>
              <a:buNone/>
              <a:defRPr sz="675">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920250776"/>
      </p:ext>
    </p:extLst>
  </p:cSld>
  <p:clrMapOvr>
    <a:masterClrMapping/>
  </p:clrMapOvr>
  <p:hf sldNum="0" hdr="0" ftr="0" dt="0"/>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3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6"/>
            <a:ext cx="5249333" cy="152399"/>
          </a:xfrm>
          <a:prstGeom prst="rect">
            <a:avLst/>
          </a:prstGeom>
        </p:spPr>
        <p:txBody>
          <a:bodyPr/>
          <a:lstStyle>
            <a:lvl1pPr algn="l">
              <a:defRPr/>
            </a:lvl1pPr>
          </a:lstStyle>
          <a:p>
            <a:pPr>
              <a:defRPr/>
            </a:pPr>
            <a:endParaRPr lang="en-US"/>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675">
                <a:solidFill>
                  <a:schemeClr val="bg1"/>
                </a:solidFill>
              </a:defRPr>
            </a:lvl1pPr>
            <a:lvl2pPr>
              <a:buNone/>
              <a:defRPr sz="675">
                <a:solidFill>
                  <a:schemeClr val="bg1"/>
                </a:solidFill>
              </a:defRPr>
            </a:lvl2pPr>
            <a:lvl3pPr>
              <a:buNone/>
              <a:defRPr sz="675">
                <a:solidFill>
                  <a:schemeClr val="bg1"/>
                </a:solidFill>
              </a:defRPr>
            </a:lvl3pPr>
            <a:lvl4pPr>
              <a:buNone/>
              <a:defRPr sz="675">
                <a:solidFill>
                  <a:schemeClr val="bg1"/>
                </a:solidFill>
              </a:defRPr>
            </a:lvl4pPr>
            <a:lvl5pPr>
              <a:buNone/>
              <a:defRPr sz="675">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4257593525"/>
      </p:ext>
    </p:extLst>
  </p:cSld>
  <p:clrMapOvr>
    <a:masterClrMapping/>
  </p:clrMapOvr>
  <p:hf sldNum="0" hdr="0" ftr="0" dt="0"/>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1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69205345"/>
      </p:ext>
    </p:extLst>
  </p:cSld>
  <p:clrMapOvr>
    <a:masterClrMapping/>
  </p:clrMapOvr>
  <p:hf sldNum="0"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p:cSld name="36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a:defRPr/>
            </a:pPr>
            <a:endParaRPr lang="en-US"/>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242674111"/>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8734751"/>
      </p:ext>
    </p:extLst>
  </p:cSld>
  <p:clrMapOvr>
    <a:masterClrMapping/>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3669" y="1905003"/>
            <a:ext cx="10242551" cy="1523495"/>
          </a:xfrm>
        </p:spPr>
        <p:txBody>
          <a:bodyPr>
            <a:noAutofit/>
          </a:bodyPr>
          <a:lstStyle>
            <a:lvl1pPr>
              <a:lnSpc>
                <a:spcPct val="90000"/>
              </a:lnSpc>
              <a:defRPr sz="4050"/>
            </a:lvl1pPr>
          </a:lstStyle>
          <a:p>
            <a:r>
              <a:rPr lang="en-US"/>
              <a:t>Click to edit Master title style</a:t>
            </a:r>
          </a:p>
        </p:txBody>
      </p:sp>
      <p:sp>
        <p:nvSpPr>
          <p:cNvPr id="3" name="Subtitle 2"/>
          <p:cNvSpPr>
            <a:spLocks noGrp="1"/>
          </p:cNvSpPr>
          <p:nvPr>
            <p:ph type="subTitle" idx="1"/>
          </p:nvPr>
        </p:nvSpPr>
        <p:spPr>
          <a:xfrm>
            <a:off x="973667" y="4344991"/>
            <a:ext cx="10242551" cy="461665"/>
          </a:xfrm>
        </p:spPr>
        <p:txBody>
          <a:bodyPr>
            <a:noAutofit/>
          </a:bodyPr>
          <a:lstStyle>
            <a:lvl1pPr marL="0" indent="0" algn="l">
              <a:lnSpc>
                <a:spcPct val="90000"/>
              </a:lnSpc>
              <a:spcBef>
                <a:spcPts val="0"/>
              </a:spcBef>
              <a:buNone/>
              <a:defRPr>
                <a:solidFill>
                  <a:schemeClr val="tx1">
                    <a:tint val="75000"/>
                  </a:schemeClr>
                </a:solidFill>
              </a:defRPr>
            </a:lvl1pPr>
            <a:lvl2pPr marL="342887" indent="0" algn="ctr">
              <a:buNone/>
              <a:defRPr>
                <a:solidFill>
                  <a:schemeClr val="tx1">
                    <a:tint val="75000"/>
                  </a:schemeClr>
                </a:solidFill>
              </a:defRPr>
            </a:lvl2pPr>
            <a:lvl3pPr marL="685772" indent="0" algn="ctr">
              <a:buNone/>
              <a:defRPr>
                <a:solidFill>
                  <a:schemeClr val="tx1">
                    <a:tint val="75000"/>
                  </a:schemeClr>
                </a:solidFill>
              </a:defRPr>
            </a:lvl3pPr>
            <a:lvl4pPr marL="1028659" indent="0" algn="ctr">
              <a:buNone/>
              <a:defRPr>
                <a:solidFill>
                  <a:schemeClr val="tx1">
                    <a:tint val="75000"/>
                  </a:schemeClr>
                </a:solidFill>
              </a:defRPr>
            </a:lvl4pPr>
            <a:lvl5pPr marL="1371545" indent="0" algn="ctr">
              <a:buNone/>
              <a:defRPr>
                <a:solidFill>
                  <a:schemeClr val="tx1">
                    <a:tint val="75000"/>
                  </a:schemeClr>
                </a:solidFill>
              </a:defRPr>
            </a:lvl5pPr>
            <a:lvl6pPr marL="1714432" indent="0" algn="ctr">
              <a:buNone/>
              <a:defRPr>
                <a:solidFill>
                  <a:schemeClr val="tx1">
                    <a:tint val="75000"/>
                  </a:schemeClr>
                </a:solidFill>
              </a:defRPr>
            </a:lvl6pPr>
            <a:lvl7pPr marL="2057318" indent="0" algn="ctr">
              <a:buNone/>
              <a:defRPr>
                <a:solidFill>
                  <a:schemeClr val="tx1">
                    <a:tint val="75000"/>
                  </a:schemeClr>
                </a:solidFill>
              </a:defRPr>
            </a:lvl7pPr>
            <a:lvl8pPr marL="2400204" indent="0" algn="ctr">
              <a:buNone/>
              <a:defRPr>
                <a:solidFill>
                  <a:schemeClr val="tx1">
                    <a:tint val="75000"/>
                  </a:schemeClr>
                </a:solidFill>
              </a:defRPr>
            </a:lvl8pPr>
            <a:lvl9pPr marL="2743091"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1396119983"/>
      </p:ext>
    </p:extLst>
  </p:cSld>
  <p:clrMapOvr>
    <a:masterClrMapping/>
  </p:clrMapOvr>
  <p:transition>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825625" y="649805"/>
            <a:ext cx="9390944" cy="1523494"/>
          </a:xfrm>
        </p:spPr>
        <p:txBody>
          <a:bodyPr anchor="ctr" anchorCtr="0">
            <a:noAutofit/>
          </a:bodyPr>
          <a:lstStyle>
            <a:lvl1pPr>
              <a:lnSpc>
                <a:spcPct val="90000"/>
              </a:lnSpc>
              <a:defRPr sz="4050"/>
            </a:lvl1pPr>
          </a:lstStyle>
          <a:p>
            <a:r>
              <a:rPr lang="en-US"/>
              <a:t>Click to edit Master title style</a:t>
            </a:r>
          </a:p>
        </p:txBody>
      </p:sp>
      <p:sp>
        <p:nvSpPr>
          <p:cNvPr id="3" name="Subtitle 2"/>
          <p:cNvSpPr>
            <a:spLocks noGrp="1"/>
          </p:cNvSpPr>
          <p:nvPr>
            <p:ph type="subTitle" idx="1"/>
          </p:nvPr>
        </p:nvSpPr>
        <p:spPr>
          <a:xfrm>
            <a:off x="1825273" y="4344991"/>
            <a:ext cx="9390944" cy="461665"/>
          </a:xfrm>
        </p:spPr>
        <p:txBody>
          <a:bodyPr>
            <a:noAutofit/>
          </a:bodyPr>
          <a:lstStyle>
            <a:lvl1pPr marL="0" indent="0" algn="l">
              <a:lnSpc>
                <a:spcPct val="90000"/>
              </a:lnSpc>
              <a:spcBef>
                <a:spcPts val="0"/>
              </a:spcBef>
              <a:buNone/>
              <a:defRPr>
                <a:solidFill>
                  <a:schemeClr val="tx1">
                    <a:tint val="75000"/>
                  </a:schemeClr>
                </a:solidFill>
              </a:defRPr>
            </a:lvl1pPr>
            <a:lvl2pPr marL="342887" indent="0" algn="ctr">
              <a:buNone/>
              <a:defRPr>
                <a:solidFill>
                  <a:schemeClr val="tx1">
                    <a:tint val="75000"/>
                  </a:schemeClr>
                </a:solidFill>
              </a:defRPr>
            </a:lvl2pPr>
            <a:lvl3pPr marL="685772" indent="0" algn="ctr">
              <a:buNone/>
              <a:defRPr>
                <a:solidFill>
                  <a:schemeClr val="tx1">
                    <a:tint val="75000"/>
                  </a:schemeClr>
                </a:solidFill>
              </a:defRPr>
            </a:lvl3pPr>
            <a:lvl4pPr marL="1028659" indent="0" algn="ctr">
              <a:buNone/>
              <a:defRPr>
                <a:solidFill>
                  <a:schemeClr val="tx1">
                    <a:tint val="75000"/>
                  </a:schemeClr>
                </a:solidFill>
              </a:defRPr>
            </a:lvl4pPr>
            <a:lvl5pPr marL="1371545" indent="0" algn="ctr">
              <a:buNone/>
              <a:defRPr>
                <a:solidFill>
                  <a:schemeClr val="tx1">
                    <a:tint val="75000"/>
                  </a:schemeClr>
                </a:solidFill>
              </a:defRPr>
            </a:lvl5pPr>
            <a:lvl6pPr marL="1714432" indent="0" algn="ctr">
              <a:buNone/>
              <a:defRPr>
                <a:solidFill>
                  <a:schemeClr val="tx1">
                    <a:tint val="75000"/>
                  </a:schemeClr>
                </a:solidFill>
              </a:defRPr>
            </a:lvl6pPr>
            <a:lvl7pPr marL="2057318" indent="0" algn="ctr">
              <a:buNone/>
              <a:defRPr>
                <a:solidFill>
                  <a:schemeClr val="tx1">
                    <a:tint val="75000"/>
                  </a:schemeClr>
                </a:solidFill>
              </a:defRPr>
            </a:lvl7pPr>
            <a:lvl8pPr marL="2400204" indent="0" algn="ctr">
              <a:buNone/>
              <a:defRPr>
                <a:solidFill>
                  <a:schemeClr val="tx1">
                    <a:tint val="75000"/>
                  </a:schemeClr>
                </a:solidFill>
              </a:defRPr>
            </a:lvl8pPr>
            <a:lvl9pPr marL="2743091" indent="0" algn="ctr">
              <a:buNone/>
              <a:defRPr>
                <a:solidFill>
                  <a:schemeClr val="tx1">
                    <a:tint val="75000"/>
                  </a:schemeClr>
                </a:solidFill>
              </a:defRPr>
            </a:lvl9pPr>
          </a:lstStyle>
          <a:p>
            <a:r>
              <a:rPr lang="en-US"/>
              <a:t>Click to edit Master subtitle style</a:t>
            </a:r>
          </a:p>
        </p:txBody>
      </p:sp>
      <p:sp>
        <p:nvSpPr>
          <p:cNvPr id="7" name="Text Placeholder 6"/>
          <p:cNvSpPr>
            <a:spLocks noGrp="1"/>
          </p:cNvSpPr>
          <p:nvPr>
            <p:ph type="body" sz="quarter" idx="10" hasCustomPrompt="1"/>
          </p:nvPr>
        </p:nvSpPr>
        <p:spPr>
          <a:xfrm>
            <a:off x="962732" y="2355850"/>
            <a:ext cx="10253485"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7500" b="0" i="1" u="none" strike="noStrike" kern="0" cap="none" spc="-113" normalizeH="0" baseline="0" noProof="0" dirty="0" smtClean="0">
                <a:ln w="3175">
                  <a:noFill/>
                </a:ln>
                <a:gradFill flip="none" rotWithShape="1">
                  <a:gsLst>
                    <a:gs pos="0">
                      <a:schemeClr val="tx1">
                        <a:lumMod val="65000"/>
                      </a:schemeClr>
                    </a:gs>
                    <a:gs pos="50000">
                      <a:schemeClr val="tx1"/>
                    </a:gs>
                  </a:gsLst>
                  <a:lin ang="5400000" scaled="1"/>
                  <a:tileRect/>
                </a:gradFill>
                <a:effectLst>
                  <a:outerShdw blurRad="50800" dist="38100" dir="2700000" algn="tl" rotWithShape="0">
                    <a:prstClr val="black">
                      <a:alpha val="40000"/>
                    </a:prstClr>
                  </a:outerShdw>
                  <a:reflection blurRad="6350" stA="55000" endA="300" endPos="45500" dir="5400000" sy="-100000" algn="bl" rotWithShape="0"/>
                </a:effectLst>
                <a:uLnTx/>
                <a:uFillTx/>
                <a:latin typeface="+mn-lt"/>
                <a:ea typeface="+mn-ea"/>
                <a:cs typeface="Arial" charset="0"/>
              </a:defRPr>
            </a:lvl1pPr>
          </a:lstStyle>
          <a:p>
            <a:pPr lvl="0"/>
            <a:r>
              <a:rPr lang="en-US"/>
              <a:t>click to…</a:t>
            </a:r>
          </a:p>
        </p:txBody>
      </p:sp>
    </p:spTree>
    <p:extLst>
      <p:ext uri="{BB962C8B-B14F-4D97-AF65-F5344CB8AC3E}">
        <p14:creationId xmlns:p14="http://schemas.microsoft.com/office/powerpoint/2010/main" val="3487621745"/>
      </p:ext>
    </p:extLst>
  </p:cSld>
  <p:clrMapOvr>
    <a:masterClrMapping/>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508000" y="1411553"/>
            <a:ext cx="11176000" cy="1601977"/>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40069094"/>
      </p:ext>
    </p:extLst>
  </p:cSld>
  <p:clrMapOvr>
    <a:masterClrMapping/>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508000" y="1412876"/>
            <a:ext cx="11176000" cy="1601977"/>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25469762"/>
      </p:ext>
    </p:extLst>
  </p:cSld>
  <p:clrMapOvr>
    <a:masterClrMapping/>
  </p:clrMapOvr>
  <p:transition>
    <p:fade/>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0" y="1411554"/>
            <a:ext cx="5486400" cy="1306512"/>
          </a:xfrm>
        </p:spPr>
        <p:txBody>
          <a:bodyPr/>
          <a:lstStyle>
            <a:lvl1pPr marL="254982" indent="-254982">
              <a:lnSpc>
                <a:spcPct val="90000"/>
              </a:lnSpc>
              <a:defRPr sz="2100"/>
            </a:lvl1pPr>
            <a:lvl2pPr marL="505004" indent="-244068">
              <a:lnSpc>
                <a:spcPct val="90000"/>
              </a:lnSpc>
              <a:defRPr sz="1800"/>
            </a:lvl2pPr>
            <a:lvl3pPr marL="715339" indent="-216288">
              <a:lnSpc>
                <a:spcPct val="90000"/>
              </a:lnSpc>
              <a:defRPr sz="1500"/>
            </a:lvl3pPr>
            <a:lvl4pPr marL="920714" indent="-205375">
              <a:lnSpc>
                <a:spcPct val="90000"/>
              </a:lnSpc>
              <a:defRPr sz="1350"/>
            </a:lvl4pPr>
            <a:lvl5pPr marL="1137002" indent="-210335">
              <a:lnSpc>
                <a:spcPct val="90000"/>
              </a:lnSpc>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11554"/>
            <a:ext cx="5486400" cy="1306512"/>
          </a:xfrm>
        </p:spPr>
        <p:txBody>
          <a:bodyPr/>
          <a:lstStyle>
            <a:lvl1pPr marL="260936" indent="-260936">
              <a:lnSpc>
                <a:spcPct val="90000"/>
              </a:lnSpc>
              <a:defRPr sz="2100"/>
            </a:lvl1pPr>
            <a:lvl2pPr marL="505004" indent="-254982">
              <a:lnSpc>
                <a:spcPct val="90000"/>
              </a:lnSpc>
              <a:defRPr sz="1800"/>
            </a:lvl2pPr>
            <a:lvl3pPr marL="721292" indent="-227202">
              <a:lnSpc>
                <a:spcPct val="90000"/>
              </a:lnSpc>
              <a:defRPr sz="1500"/>
            </a:lvl3pPr>
            <a:lvl4pPr marL="920714" indent="-199422">
              <a:lnSpc>
                <a:spcPct val="90000"/>
              </a:lnSpc>
              <a:defRPr sz="1350"/>
            </a:lvl4pPr>
            <a:lvl5pPr marL="1137002" indent="-205375">
              <a:lnSpc>
                <a:spcPct val="90000"/>
              </a:lnSpc>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4891408"/>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8000" y="1844366"/>
            <a:ext cx="5486400" cy="259686"/>
          </a:xfrm>
        </p:spPr>
        <p:txBody>
          <a:bodyPr anchor="b"/>
          <a:lstStyle>
            <a:lvl1pPr marL="0" indent="0">
              <a:lnSpc>
                <a:spcPct val="90000"/>
              </a:lnSpc>
              <a:spcBef>
                <a:spcPts val="0"/>
              </a:spcBef>
              <a:buNone/>
              <a:defRPr sz="1875" b="1"/>
            </a:lvl1pPr>
            <a:lvl2pPr marL="342887" indent="0">
              <a:buNone/>
              <a:defRPr sz="1500" b="1"/>
            </a:lvl2pPr>
            <a:lvl3pPr marL="685772" indent="0">
              <a:buNone/>
              <a:defRPr sz="1350" b="1"/>
            </a:lvl3pPr>
            <a:lvl4pPr marL="1028659" indent="0">
              <a:buNone/>
              <a:defRPr sz="1200" b="1"/>
            </a:lvl4pPr>
            <a:lvl5pPr marL="1371545" indent="0">
              <a:buNone/>
              <a:defRPr sz="1200" b="1"/>
            </a:lvl5pPr>
            <a:lvl6pPr marL="1714432" indent="0">
              <a:buNone/>
              <a:defRPr sz="1200" b="1"/>
            </a:lvl6pPr>
            <a:lvl7pPr marL="2057318" indent="0">
              <a:buNone/>
              <a:defRPr sz="1200" b="1"/>
            </a:lvl7pPr>
            <a:lvl8pPr marL="2400204" indent="0">
              <a:buNone/>
              <a:defRPr sz="1200" b="1"/>
            </a:lvl8pPr>
            <a:lvl9pPr marL="2743091" indent="0">
              <a:buNone/>
              <a:defRPr sz="1200" b="1"/>
            </a:lvl9pPr>
          </a:lstStyle>
          <a:p>
            <a:pPr lvl="0"/>
            <a:r>
              <a:rPr lang="en-US"/>
              <a:t>Click to edit Master text styles</a:t>
            </a:r>
          </a:p>
        </p:txBody>
      </p:sp>
      <p:sp>
        <p:nvSpPr>
          <p:cNvPr id="4" name="Content Placeholder 3"/>
          <p:cNvSpPr>
            <a:spLocks noGrp="1"/>
          </p:cNvSpPr>
          <p:nvPr>
            <p:ph sz="half" idx="2"/>
          </p:nvPr>
        </p:nvSpPr>
        <p:spPr>
          <a:xfrm>
            <a:off x="507999" y="2174875"/>
            <a:ext cx="5486400" cy="1153008"/>
          </a:xfrm>
        </p:spPr>
        <p:txBody>
          <a:bodyPr/>
          <a:lstStyle>
            <a:lvl1pPr marL="211328" indent="-211328">
              <a:defRPr sz="1725"/>
            </a:lvl1pPr>
            <a:lvl2pPr marL="421664" indent="-199422">
              <a:defRPr sz="1500"/>
            </a:lvl2pPr>
            <a:lvl3pPr marL="610172" indent="-182555">
              <a:defRPr sz="1350"/>
            </a:lvl3pPr>
            <a:lvl4pPr marL="787766" indent="-171642">
              <a:defRPr sz="1275"/>
            </a:lvl4pPr>
            <a:lvl5pPr marL="959408" indent="-154775">
              <a:defRPr sz="1275"/>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4643" y="1844366"/>
            <a:ext cx="5489359" cy="259686"/>
          </a:xfrm>
        </p:spPr>
        <p:txBody>
          <a:bodyPr anchor="b"/>
          <a:lstStyle>
            <a:lvl1pPr marL="0" indent="0">
              <a:lnSpc>
                <a:spcPct val="90000"/>
              </a:lnSpc>
              <a:spcBef>
                <a:spcPts val="0"/>
              </a:spcBef>
              <a:buNone/>
              <a:defRPr sz="1875" b="1"/>
            </a:lvl1pPr>
            <a:lvl2pPr marL="342887" indent="0">
              <a:buNone/>
              <a:defRPr sz="1500" b="1"/>
            </a:lvl2pPr>
            <a:lvl3pPr marL="685772" indent="0">
              <a:buNone/>
              <a:defRPr sz="1350" b="1"/>
            </a:lvl3pPr>
            <a:lvl4pPr marL="1028659" indent="0">
              <a:buNone/>
              <a:defRPr sz="1200" b="1"/>
            </a:lvl4pPr>
            <a:lvl5pPr marL="1371545" indent="0">
              <a:buNone/>
              <a:defRPr sz="1200" b="1"/>
            </a:lvl5pPr>
            <a:lvl6pPr marL="1714432" indent="0">
              <a:buNone/>
              <a:defRPr sz="1200" b="1"/>
            </a:lvl6pPr>
            <a:lvl7pPr marL="2057318" indent="0">
              <a:buNone/>
              <a:defRPr sz="1200" b="1"/>
            </a:lvl7pPr>
            <a:lvl8pPr marL="2400204" indent="0">
              <a:buNone/>
              <a:defRPr sz="1200" b="1"/>
            </a:lvl8pPr>
            <a:lvl9pPr marL="2743091"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93368" y="2174875"/>
            <a:ext cx="5490632" cy="1153008"/>
          </a:xfrm>
        </p:spPr>
        <p:txBody>
          <a:bodyPr/>
          <a:lstStyle>
            <a:lvl1pPr marL="222241" indent="-222241">
              <a:defRPr sz="1725"/>
            </a:lvl1pPr>
            <a:lvl2pPr marL="427616" indent="-205375">
              <a:defRPr sz="1500"/>
            </a:lvl2pPr>
            <a:lvl3pPr marL="616124" indent="-183548">
              <a:defRPr sz="1350"/>
            </a:lvl3pPr>
            <a:lvl4pPr marL="787766" indent="-177595">
              <a:defRPr sz="1275"/>
            </a:lvl4pPr>
            <a:lvl5pPr marL="959408" indent="-165689">
              <a:defRPr sz="1275"/>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0098636"/>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04210113"/>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1313480"/>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blank" preserve="1">
  <p:cSld name="WALKIN - Prints in GRAYSCALE">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8059839"/>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p>
        </p:txBody>
      </p:sp>
      <p:sp>
        <p:nvSpPr>
          <p:cNvPr id="6" name="Text Placeholder 5"/>
          <p:cNvSpPr>
            <a:spLocks noGrp="1"/>
          </p:cNvSpPr>
          <p:nvPr>
            <p:ph type="body" sz="quarter" idx="10"/>
          </p:nvPr>
        </p:nvSpPr>
        <p:spPr bwMode="white">
          <a:xfrm>
            <a:off x="508000" y="1411554"/>
            <a:ext cx="11176000" cy="1601977"/>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6122553"/>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p>
        </p:txBody>
      </p:sp>
      <p:sp>
        <p:nvSpPr>
          <p:cNvPr id="6" name="Text Placeholder 5"/>
          <p:cNvSpPr>
            <a:spLocks noGrp="1"/>
          </p:cNvSpPr>
          <p:nvPr>
            <p:ph type="body" sz="quarter" idx="10"/>
          </p:nvPr>
        </p:nvSpPr>
        <p:spPr bwMode="white">
          <a:xfrm>
            <a:off x="508000" y="1411554"/>
            <a:ext cx="11176000" cy="1601977"/>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p:nvPr>
        </p:nvSpPr>
        <p:spPr>
          <a:xfrm>
            <a:off x="2" y="6238878"/>
            <a:ext cx="12192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en-US"/>
              <a:t>Click to edit Master text styles</a:t>
            </a:r>
          </a:p>
        </p:txBody>
      </p:sp>
    </p:spTree>
    <p:extLst>
      <p:ext uri="{BB962C8B-B14F-4D97-AF65-F5344CB8AC3E}">
        <p14:creationId xmlns:p14="http://schemas.microsoft.com/office/powerpoint/2010/main" val="2146294627"/>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cSld name="1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a:defRPr/>
            </a:pPr>
            <a:endParaRPr lang="en-US"/>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674469132"/>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cSld name="3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089673836"/>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49250234"/>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3667" y="1905001"/>
            <a:ext cx="10242551" cy="1523495"/>
          </a:xfrm>
        </p:spPr>
        <p:txBody>
          <a:bodyPr>
            <a:noAutofit/>
          </a:bodyPr>
          <a:lstStyle>
            <a:lvl1pPr>
              <a:lnSpc>
                <a:spcPct val="90000"/>
              </a:lnSpc>
              <a:defRPr sz="5400"/>
            </a:lvl1pPr>
          </a:lstStyle>
          <a:p>
            <a:r>
              <a:rPr lang="en-US"/>
              <a:t>Click to edit Master title style</a:t>
            </a:r>
          </a:p>
        </p:txBody>
      </p:sp>
      <p:sp>
        <p:nvSpPr>
          <p:cNvPr id="3" name="Subtitle 2"/>
          <p:cNvSpPr>
            <a:spLocks noGrp="1"/>
          </p:cNvSpPr>
          <p:nvPr>
            <p:ph type="subTitle" idx="1"/>
          </p:nvPr>
        </p:nvSpPr>
        <p:spPr>
          <a:xfrm>
            <a:off x="973666" y="4344989"/>
            <a:ext cx="10242551"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2388552545"/>
      </p:ext>
    </p:extLst>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825625" y="649805"/>
            <a:ext cx="9390944" cy="1523494"/>
          </a:xfrm>
        </p:spPr>
        <p:txBody>
          <a:bodyPr anchor="ctr" anchorCtr="0">
            <a:noAutofit/>
          </a:bodyPr>
          <a:lstStyle>
            <a:lvl1pPr>
              <a:lnSpc>
                <a:spcPct val="90000"/>
              </a:lnSpc>
              <a:defRPr sz="5400"/>
            </a:lvl1pPr>
          </a:lstStyle>
          <a:p>
            <a:r>
              <a:rPr lang="en-US"/>
              <a:t>Click to edit Master title style</a:t>
            </a:r>
          </a:p>
        </p:txBody>
      </p:sp>
      <p:sp>
        <p:nvSpPr>
          <p:cNvPr id="3" name="Subtitle 2"/>
          <p:cNvSpPr>
            <a:spLocks noGrp="1"/>
          </p:cNvSpPr>
          <p:nvPr>
            <p:ph type="subTitle" idx="1"/>
          </p:nvPr>
        </p:nvSpPr>
        <p:spPr>
          <a:xfrm>
            <a:off x="1825273" y="4344989"/>
            <a:ext cx="9390944"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p>
        </p:txBody>
      </p:sp>
      <p:sp>
        <p:nvSpPr>
          <p:cNvPr id="7" name="Text Placeholder 6"/>
          <p:cNvSpPr>
            <a:spLocks noGrp="1"/>
          </p:cNvSpPr>
          <p:nvPr>
            <p:ph type="body" sz="quarter" idx="10" hasCustomPrompt="1"/>
          </p:nvPr>
        </p:nvSpPr>
        <p:spPr>
          <a:xfrm>
            <a:off x="962732" y="2355850"/>
            <a:ext cx="10253485"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10000" b="0" i="1" u="none" strike="noStrike" kern="0" cap="none" spc="-150" normalizeH="0" baseline="0" noProof="0" dirty="0" smtClean="0">
                <a:ln w="3175">
                  <a:noFill/>
                </a:ln>
                <a:gradFill flip="none" rotWithShape="1">
                  <a:gsLst>
                    <a:gs pos="0">
                      <a:schemeClr val="tx1">
                        <a:lumMod val="65000"/>
                      </a:schemeClr>
                    </a:gs>
                    <a:gs pos="50000">
                      <a:schemeClr val="tx1"/>
                    </a:gs>
                  </a:gsLst>
                  <a:lin ang="5400000" scaled="1"/>
                  <a:tileRect/>
                </a:gradFill>
                <a:effectLst>
                  <a:outerShdw blurRad="50800" dist="38100" dir="2700000" algn="tl" rotWithShape="0">
                    <a:prstClr val="black">
                      <a:alpha val="40000"/>
                    </a:prstClr>
                  </a:outerShdw>
                  <a:reflection blurRad="6350" stA="55000" endA="300" endPos="45500" dir="5400000" sy="-100000" algn="bl" rotWithShape="0"/>
                </a:effectLst>
                <a:uLnTx/>
                <a:uFillTx/>
                <a:latin typeface="+mn-lt"/>
                <a:ea typeface="+mn-ea"/>
                <a:cs typeface="Arial" charset="0"/>
              </a:defRPr>
            </a:lvl1pPr>
          </a:lstStyle>
          <a:p>
            <a:pPr lvl="0"/>
            <a:r>
              <a:rPr lang="en-US"/>
              <a:t>click to…</a:t>
            </a:r>
          </a:p>
        </p:txBody>
      </p:sp>
    </p:spTree>
    <p:extLst>
      <p:ext uri="{BB962C8B-B14F-4D97-AF65-F5344CB8AC3E}">
        <p14:creationId xmlns:p14="http://schemas.microsoft.com/office/powerpoint/2010/main" val="1459074203"/>
      </p:ext>
    </p:extLst>
  </p:cSld>
  <p:clrMapOvr>
    <a:masterClrMapping/>
  </p:clrMapOvr>
  <p:transition>
    <p:fade/>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508000" y="1411552"/>
            <a:ext cx="11176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7435696"/>
      </p:ext>
    </p:extLst>
  </p:cSld>
  <p:clrMapOvr>
    <a:masterClrMapping/>
  </p:clrMapOvr>
  <p:transition>
    <p:fade/>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508000" y="1412875"/>
            <a:ext cx="11176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03381711"/>
      </p:ext>
    </p:extLst>
  </p:cSld>
  <p:clrMapOvr>
    <a:masterClrMapping/>
  </p:clrMapOvr>
  <p:transition>
    <p:fade/>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0" y="1411553"/>
            <a:ext cx="5486400" cy="1742015"/>
          </a:xfrm>
        </p:spPr>
        <p:txBody>
          <a:bodyPr/>
          <a:lstStyle>
            <a:lvl1pPr marL="339976" indent="-339976">
              <a:lnSpc>
                <a:spcPct val="90000"/>
              </a:lnSpc>
              <a:defRPr sz="2800"/>
            </a:lvl1pPr>
            <a:lvl2pPr marL="673338" indent="-325424">
              <a:lnSpc>
                <a:spcPct val="90000"/>
              </a:lnSpc>
              <a:defRPr sz="2400"/>
            </a:lvl2pPr>
            <a:lvl3pPr marL="953785" indent="-288384">
              <a:lnSpc>
                <a:spcPct val="90000"/>
              </a:lnSpc>
              <a:defRPr sz="2000"/>
            </a:lvl3pPr>
            <a:lvl4pPr marL="1227618" indent="-273833">
              <a:lnSpc>
                <a:spcPct val="90000"/>
              </a:lnSpc>
              <a:defRPr sz="1800"/>
            </a:lvl4pPr>
            <a:lvl5pPr marL="1516002" indent="-280447">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11553"/>
            <a:ext cx="5486400" cy="1742015"/>
          </a:xfrm>
        </p:spPr>
        <p:txBody>
          <a:bodyPr/>
          <a:lstStyle>
            <a:lvl1pPr marL="347914" indent="-347914">
              <a:lnSpc>
                <a:spcPct val="90000"/>
              </a:lnSpc>
              <a:defRPr sz="2800"/>
            </a:lvl1pPr>
            <a:lvl2pPr marL="673338" indent="-339976">
              <a:lnSpc>
                <a:spcPct val="90000"/>
              </a:lnSpc>
              <a:defRPr sz="2400"/>
            </a:lvl2pPr>
            <a:lvl3pPr marL="961722" indent="-302936">
              <a:lnSpc>
                <a:spcPct val="90000"/>
              </a:lnSpc>
              <a:defRPr sz="2000"/>
            </a:lvl3pPr>
            <a:lvl4pPr marL="1227618" indent="-265896">
              <a:lnSpc>
                <a:spcPct val="90000"/>
              </a:lnSpc>
              <a:defRPr sz="1800"/>
            </a:lvl4pPr>
            <a:lvl5pPr marL="1516002" indent="-273833">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72544723"/>
      </p:ext>
    </p:extLst>
  </p:cSld>
  <p:clrMapOvr>
    <a:masterClrMapping/>
  </p:clrMapOvr>
  <p:transition>
    <p:fade/>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8000" y="1757802"/>
            <a:ext cx="5486400"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p:cNvSpPr>
            <a:spLocks noGrp="1"/>
          </p:cNvSpPr>
          <p:nvPr>
            <p:ph sz="half" idx="2"/>
          </p:nvPr>
        </p:nvSpPr>
        <p:spPr>
          <a:xfrm>
            <a:off x="507999" y="2174875"/>
            <a:ext cx="5486400"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4642" y="1757802"/>
            <a:ext cx="5489359"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490632" cy="1537344"/>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67104758"/>
      </p:ext>
    </p:extLst>
  </p:cSld>
  <p:clrMapOvr>
    <a:masterClrMapping/>
  </p:clrMapOvr>
  <p:transition>
    <p:fade/>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72131908"/>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4387306"/>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blank" preserve="1">
  <p:cSld name="WALKIN - Prints in GRAYSCALE">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2931669"/>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p>
        </p:txBody>
      </p:sp>
      <p:sp>
        <p:nvSpPr>
          <p:cNvPr id="6" name="Text Placeholder 5"/>
          <p:cNvSpPr>
            <a:spLocks noGrp="1"/>
          </p:cNvSpPr>
          <p:nvPr>
            <p:ph type="body" sz="quarter" idx="10"/>
          </p:nvPr>
        </p:nvSpPr>
        <p:spPr bwMode="white">
          <a:xfrm>
            <a:off x="508000" y="1411553"/>
            <a:ext cx="11176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86863624"/>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p>
        </p:txBody>
      </p:sp>
      <p:sp>
        <p:nvSpPr>
          <p:cNvPr id="6" name="Text Placeholder 5"/>
          <p:cNvSpPr>
            <a:spLocks noGrp="1"/>
          </p:cNvSpPr>
          <p:nvPr>
            <p:ph type="body" sz="quarter" idx="10"/>
          </p:nvPr>
        </p:nvSpPr>
        <p:spPr bwMode="white">
          <a:xfrm>
            <a:off x="508000" y="1411553"/>
            <a:ext cx="11176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p:nvPr>
        </p:nvSpPr>
        <p:spPr>
          <a:xfrm>
            <a:off x="1" y="6238876"/>
            <a:ext cx="12192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en-US"/>
              <a:t>Click to edit Master text styles</a:t>
            </a:r>
          </a:p>
        </p:txBody>
      </p:sp>
    </p:spTree>
    <p:extLst>
      <p:ext uri="{BB962C8B-B14F-4D97-AF65-F5344CB8AC3E}">
        <p14:creationId xmlns:p14="http://schemas.microsoft.com/office/powerpoint/2010/main" val="1283511362"/>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cSld name="1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7" y="762002"/>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318917327"/>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3670" y="1905005"/>
            <a:ext cx="10242551" cy="1523495"/>
          </a:xfrm>
        </p:spPr>
        <p:txBody>
          <a:bodyPr>
            <a:noAutofit/>
          </a:bodyPr>
          <a:lstStyle>
            <a:lvl1pPr>
              <a:lnSpc>
                <a:spcPct val="90000"/>
              </a:lnSpc>
              <a:defRPr sz="3038"/>
            </a:lvl1pPr>
          </a:lstStyle>
          <a:p>
            <a:r>
              <a:rPr lang="en-US"/>
              <a:t>Click to edit Master title style</a:t>
            </a:r>
          </a:p>
        </p:txBody>
      </p:sp>
      <p:sp>
        <p:nvSpPr>
          <p:cNvPr id="3" name="Subtitle 2"/>
          <p:cNvSpPr>
            <a:spLocks noGrp="1"/>
          </p:cNvSpPr>
          <p:nvPr>
            <p:ph type="subTitle" idx="1"/>
          </p:nvPr>
        </p:nvSpPr>
        <p:spPr>
          <a:xfrm>
            <a:off x="973669" y="4344993"/>
            <a:ext cx="10242551" cy="461665"/>
          </a:xfrm>
        </p:spPr>
        <p:txBody>
          <a:bodyPr>
            <a:noAutofit/>
          </a:bodyPr>
          <a:lstStyle>
            <a:lvl1pPr marL="0" indent="0" algn="l">
              <a:lnSpc>
                <a:spcPct val="90000"/>
              </a:lnSpc>
              <a:spcBef>
                <a:spcPts val="0"/>
              </a:spcBef>
              <a:buNone/>
              <a:defRPr>
                <a:solidFill>
                  <a:schemeClr val="tx1">
                    <a:tint val="75000"/>
                  </a:schemeClr>
                </a:solidFill>
              </a:defRPr>
            </a:lvl1pPr>
            <a:lvl2pPr marL="257165" indent="0" algn="ctr">
              <a:buNone/>
              <a:defRPr>
                <a:solidFill>
                  <a:schemeClr val="tx1">
                    <a:tint val="75000"/>
                  </a:schemeClr>
                </a:solidFill>
              </a:defRPr>
            </a:lvl2pPr>
            <a:lvl3pPr marL="514329" indent="0" algn="ctr">
              <a:buNone/>
              <a:defRPr>
                <a:solidFill>
                  <a:schemeClr val="tx1">
                    <a:tint val="75000"/>
                  </a:schemeClr>
                </a:solidFill>
              </a:defRPr>
            </a:lvl3pPr>
            <a:lvl4pPr marL="771494" indent="0" algn="ctr">
              <a:buNone/>
              <a:defRPr>
                <a:solidFill>
                  <a:schemeClr val="tx1">
                    <a:tint val="75000"/>
                  </a:schemeClr>
                </a:solidFill>
              </a:defRPr>
            </a:lvl4pPr>
            <a:lvl5pPr marL="1028659" indent="0" algn="ctr">
              <a:buNone/>
              <a:defRPr>
                <a:solidFill>
                  <a:schemeClr val="tx1">
                    <a:tint val="75000"/>
                  </a:schemeClr>
                </a:solidFill>
              </a:defRPr>
            </a:lvl5pPr>
            <a:lvl6pPr marL="1285824" indent="0" algn="ctr">
              <a:buNone/>
              <a:defRPr>
                <a:solidFill>
                  <a:schemeClr val="tx1">
                    <a:tint val="75000"/>
                  </a:schemeClr>
                </a:solidFill>
              </a:defRPr>
            </a:lvl6pPr>
            <a:lvl7pPr marL="1542989" indent="0" algn="ctr">
              <a:buNone/>
              <a:defRPr>
                <a:solidFill>
                  <a:schemeClr val="tx1">
                    <a:tint val="75000"/>
                  </a:schemeClr>
                </a:solidFill>
              </a:defRPr>
            </a:lvl7pPr>
            <a:lvl8pPr marL="1800153" indent="0" algn="ctr">
              <a:buNone/>
              <a:defRPr>
                <a:solidFill>
                  <a:schemeClr val="tx1">
                    <a:tint val="75000"/>
                  </a:schemeClr>
                </a:solidFill>
              </a:defRPr>
            </a:lvl8pPr>
            <a:lvl9pPr marL="2057318"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330627857"/>
      </p:ext>
    </p:extLst>
  </p:cSld>
  <p:clrMapOvr>
    <a:masterClrMapping/>
  </p:clrMapOvr>
  <p:transition>
    <p:fade/>
  </p:transition>
  <p:hf sldNum="0" hdr="0" ftr="0" dt="0"/>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1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825625" y="649805"/>
            <a:ext cx="9390944" cy="1523494"/>
          </a:xfrm>
        </p:spPr>
        <p:txBody>
          <a:bodyPr anchor="ctr" anchorCtr="0">
            <a:noAutofit/>
          </a:bodyPr>
          <a:lstStyle>
            <a:lvl1pPr>
              <a:lnSpc>
                <a:spcPct val="90000"/>
              </a:lnSpc>
              <a:defRPr sz="3038"/>
            </a:lvl1pPr>
          </a:lstStyle>
          <a:p>
            <a:r>
              <a:rPr lang="en-US"/>
              <a:t>Click to edit Master title style</a:t>
            </a:r>
          </a:p>
        </p:txBody>
      </p:sp>
      <p:sp>
        <p:nvSpPr>
          <p:cNvPr id="3" name="Subtitle 2"/>
          <p:cNvSpPr>
            <a:spLocks noGrp="1"/>
          </p:cNvSpPr>
          <p:nvPr>
            <p:ph type="subTitle" idx="1"/>
          </p:nvPr>
        </p:nvSpPr>
        <p:spPr>
          <a:xfrm>
            <a:off x="1825273" y="4344993"/>
            <a:ext cx="9390944" cy="461665"/>
          </a:xfrm>
        </p:spPr>
        <p:txBody>
          <a:bodyPr>
            <a:noAutofit/>
          </a:bodyPr>
          <a:lstStyle>
            <a:lvl1pPr marL="0" indent="0" algn="l">
              <a:lnSpc>
                <a:spcPct val="90000"/>
              </a:lnSpc>
              <a:spcBef>
                <a:spcPts val="0"/>
              </a:spcBef>
              <a:buNone/>
              <a:defRPr>
                <a:solidFill>
                  <a:schemeClr val="tx1">
                    <a:tint val="75000"/>
                  </a:schemeClr>
                </a:solidFill>
              </a:defRPr>
            </a:lvl1pPr>
            <a:lvl2pPr marL="257165" indent="0" algn="ctr">
              <a:buNone/>
              <a:defRPr>
                <a:solidFill>
                  <a:schemeClr val="tx1">
                    <a:tint val="75000"/>
                  </a:schemeClr>
                </a:solidFill>
              </a:defRPr>
            </a:lvl2pPr>
            <a:lvl3pPr marL="514329" indent="0" algn="ctr">
              <a:buNone/>
              <a:defRPr>
                <a:solidFill>
                  <a:schemeClr val="tx1">
                    <a:tint val="75000"/>
                  </a:schemeClr>
                </a:solidFill>
              </a:defRPr>
            </a:lvl3pPr>
            <a:lvl4pPr marL="771494" indent="0" algn="ctr">
              <a:buNone/>
              <a:defRPr>
                <a:solidFill>
                  <a:schemeClr val="tx1">
                    <a:tint val="75000"/>
                  </a:schemeClr>
                </a:solidFill>
              </a:defRPr>
            </a:lvl4pPr>
            <a:lvl5pPr marL="1028659" indent="0" algn="ctr">
              <a:buNone/>
              <a:defRPr>
                <a:solidFill>
                  <a:schemeClr val="tx1">
                    <a:tint val="75000"/>
                  </a:schemeClr>
                </a:solidFill>
              </a:defRPr>
            </a:lvl5pPr>
            <a:lvl6pPr marL="1285824" indent="0" algn="ctr">
              <a:buNone/>
              <a:defRPr>
                <a:solidFill>
                  <a:schemeClr val="tx1">
                    <a:tint val="75000"/>
                  </a:schemeClr>
                </a:solidFill>
              </a:defRPr>
            </a:lvl6pPr>
            <a:lvl7pPr marL="1542989" indent="0" algn="ctr">
              <a:buNone/>
              <a:defRPr>
                <a:solidFill>
                  <a:schemeClr val="tx1">
                    <a:tint val="75000"/>
                  </a:schemeClr>
                </a:solidFill>
              </a:defRPr>
            </a:lvl7pPr>
            <a:lvl8pPr marL="1800153" indent="0" algn="ctr">
              <a:buNone/>
              <a:defRPr>
                <a:solidFill>
                  <a:schemeClr val="tx1">
                    <a:tint val="75000"/>
                  </a:schemeClr>
                </a:solidFill>
              </a:defRPr>
            </a:lvl8pPr>
            <a:lvl9pPr marL="2057318" indent="0" algn="ctr">
              <a:buNone/>
              <a:defRPr>
                <a:solidFill>
                  <a:schemeClr val="tx1">
                    <a:tint val="75000"/>
                  </a:schemeClr>
                </a:solidFill>
              </a:defRPr>
            </a:lvl9pPr>
          </a:lstStyle>
          <a:p>
            <a:r>
              <a:rPr lang="en-US"/>
              <a:t>Click to edit Master subtitle style</a:t>
            </a:r>
          </a:p>
        </p:txBody>
      </p:sp>
      <p:sp>
        <p:nvSpPr>
          <p:cNvPr id="7" name="Text Placeholder 6"/>
          <p:cNvSpPr>
            <a:spLocks noGrp="1"/>
          </p:cNvSpPr>
          <p:nvPr>
            <p:ph type="body" sz="quarter" idx="10" hasCustomPrompt="1"/>
          </p:nvPr>
        </p:nvSpPr>
        <p:spPr>
          <a:xfrm>
            <a:off x="962732" y="2355850"/>
            <a:ext cx="10253485"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5625" b="0" i="1" u="none" strike="noStrike" kern="0" cap="none" spc="-85" normalizeH="0" baseline="0" noProof="0" dirty="0" smtClean="0">
                <a:ln w="3175">
                  <a:noFill/>
                </a:ln>
                <a:gradFill flip="none" rotWithShape="1">
                  <a:gsLst>
                    <a:gs pos="0">
                      <a:schemeClr val="tx1">
                        <a:lumMod val="65000"/>
                      </a:schemeClr>
                    </a:gs>
                    <a:gs pos="50000">
                      <a:schemeClr val="tx1"/>
                    </a:gs>
                  </a:gsLst>
                  <a:lin ang="5400000" scaled="1"/>
                  <a:tileRect/>
                </a:gradFill>
                <a:effectLst>
                  <a:outerShdw blurRad="50800" dist="38100" dir="2700000" algn="tl" rotWithShape="0">
                    <a:prstClr val="black">
                      <a:alpha val="40000"/>
                    </a:prstClr>
                  </a:outerShdw>
                  <a:reflection blurRad="6350" stA="55000" endA="300" endPos="45500" dir="5400000" sy="-100000" algn="bl" rotWithShape="0"/>
                </a:effectLst>
                <a:uLnTx/>
                <a:uFillTx/>
                <a:latin typeface="+mn-lt"/>
                <a:ea typeface="+mn-ea"/>
                <a:cs typeface="Arial" charset="0"/>
              </a:defRPr>
            </a:lvl1pPr>
          </a:lstStyle>
          <a:p>
            <a:pPr lvl="0"/>
            <a:r>
              <a:rPr lang="en-US"/>
              <a:t>click to…</a:t>
            </a:r>
          </a:p>
        </p:txBody>
      </p:sp>
    </p:spTree>
    <p:extLst>
      <p:ext uri="{BB962C8B-B14F-4D97-AF65-F5344CB8AC3E}">
        <p14:creationId xmlns:p14="http://schemas.microsoft.com/office/powerpoint/2010/main" val="374782956"/>
      </p:ext>
    </p:extLst>
  </p:cSld>
  <p:clrMapOvr>
    <a:masterClrMapping/>
  </p:clrMapOvr>
  <p:transition>
    <p:fade/>
  </p:transition>
  <p:hf sldNum="0" hdr="0" ftr="0" dt="0"/>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508000" y="1411555"/>
            <a:ext cx="11176000" cy="1201483"/>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99172775"/>
      </p:ext>
    </p:extLst>
  </p:cSld>
  <p:clrMapOvr>
    <a:masterClrMapping/>
  </p:clrMapOvr>
  <p:transition>
    <p:fade/>
  </p:transition>
  <p:hf sldNum="0" hdr="0" ftr="0" dt="0"/>
</p:sldLayout>
</file>

<file path=ppt/slideLayouts/slideLayout1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508000" y="1412878"/>
            <a:ext cx="11176000" cy="1201483"/>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51192672"/>
      </p:ext>
    </p:extLst>
  </p:cSld>
  <p:clrMapOvr>
    <a:masterClrMapping/>
  </p:clrMapOvr>
  <p:transition>
    <p:fade/>
  </p:transition>
  <p:hf sldNum="0" hdr="0" ftr="0" dt="0"/>
</p:sldLayout>
</file>

<file path=ppt/slideLayouts/slideLayout1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0" y="1411554"/>
            <a:ext cx="5486400" cy="980012"/>
          </a:xfrm>
        </p:spPr>
        <p:txBody>
          <a:bodyPr/>
          <a:lstStyle>
            <a:lvl1pPr marL="191237" indent="-191237">
              <a:lnSpc>
                <a:spcPct val="90000"/>
              </a:lnSpc>
              <a:defRPr sz="1575"/>
            </a:lvl1pPr>
            <a:lvl2pPr marL="378753" indent="-183051">
              <a:lnSpc>
                <a:spcPct val="90000"/>
              </a:lnSpc>
              <a:defRPr sz="1350"/>
            </a:lvl2pPr>
            <a:lvl3pPr marL="536504" indent="-162216">
              <a:lnSpc>
                <a:spcPct val="90000"/>
              </a:lnSpc>
              <a:defRPr sz="1125"/>
            </a:lvl3pPr>
            <a:lvl4pPr marL="690536" indent="-154031">
              <a:lnSpc>
                <a:spcPct val="90000"/>
              </a:lnSpc>
              <a:defRPr sz="1013"/>
            </a:lvl4pPr>
            <a:lvl5pPr marL="852752" indent="-157751">
              <a:lnSpc>
                <a:spcPct val="90000"/>
              </a:lnSpc>
              <a:defRPr sz="1013"/>
            </a:lvl5pPr>
            <a:lvl6pPr>
              <a:defRPr sz="1013"/>
            </a:lvl6pPr>
            <a:lvl7pPr>
              <a:defRPr sz="1013"/>
            </a:lvl7pPr>
            <a:lvl8pPr>
              <a:defRPr sz="1013"/>
            </a:lvl8pPr>
            <a:lvl9pPr>
              <a:defRPr sz="10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11554"/>
            <a:ext cx="5486400" cy="980012"/>
          </a:xfrm>
        </p:spPr>
        <p:txBody>
          <a:bodyPr/>
          <a:lstStyle>
            <a:lvl1pPr marL="195702" indent="-195702">
              <a:lnSpc>
                <a:spcPct val="90000"/>
              </a:lnSpc>
              <a:defRPr sz="1575"/>
            </a:lvl1pPr>
            <a:lvl2pPr marL="378753" indent="-191237">
              <a:lnSpc>
                <a:spcPct val="90000"/>
              </a:lnSpc>
              <a:defRPr sz="1350"/>
            </a:lvl2pPr>
            <a:lvl3pPr marL="540969" indent="-170402">
              <a:lnSpc>
                <a:spcPct val="90000"/>
              </a:lnSpc>
              <a:defRPr sz="1125"/>
            </a:lvl3pPr>
            <a:lvl4pPr marL="690536" indent="-149567">
              <a:lnSpc>
                <a:spcPct val="90000"/>
              </a:lnSpc>
              <a:defRPr sz="1013"/>
            </a:lvl4pPr>
            <a:lvl5pPr marL="852752" indent="-154031">
              <a:lnSpc>
                <a:spcPct val="90000"/>
              </a:lnSpc>
              <a:defRPr sz="1013"/>
            </a:lvl5pPr>
            <a:lvl6pPr>
              <a:defRPr sz="1013"/>
            </a:lvl6pPr>
            <a:lvl7pPr>
              <a:defRPr sz="1013"/>
            </a:lvl7pPr>
            <a:lvl8pPr>
              <a:defRPr sz="1013"/>
            </a:lvl8pPr>
            <a:lvl9pPr>
              <a:defRPr sz="10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728019"/>
      </p:ext>
    </p:extLst>
  </p:cSld>
  <p:clrMapOvr>
    <a:masterClrMapping/>
  </p:clrMapOvr>
  <p:transition>
    <p:fade/>
  </p:transition>
  <p:hf sldNum="0" hdr="0" ftr="0" dt="0"/>
</p:sldLayout>
</file>

<file path=ppt/slideLayouts/slideLayout1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8000" y="1909320"/>
            <a:ext cx="5486400" cy="194733"/>
          </a:xfrm>
        </p:spPr>
        <p:txBody>
          <a:bodyPr anchor="b"/>
          <a:lstStyle>
            <a:lvl1pPr marL="0" indent="0">
              <a:lnSpc>
                <a:spcPct val="90000"/>
              </a:lnSpc>
              <a:spcBef>
                <a:spcPts val="0"/>
              </a:spcBef>
              <a:buNone/>
              <a:defRPr sz="1406" b="1"/>
            </a:lvl1pPr>
            <a:lvl2pPr marL="257165" indent="0">
              <a:buNone/>
              <a:defRPr sz="1125" b="1"/>
            </a:lvl2pPr>
            <a:lvl3pPr marL="514329" indent="0">
              <a:buNone/>
              <a:defRPr sz="1013" b="1"/>
            </a:lvl3pPr>
            <a:lvl4pPr marL="771494" indent="0">
              <a:buNone/>
              <a:defRPr sz="900" b="1"/>
            </a:lvl4pPr>
            <a:lvl5pPr marL="1028659" indent="0">
              <a:buNone/>
              <a:defRPr sz="900" b="1"/>
            </a:lvl5pPr>
            <a:lvl6pPr marL="1285824" indent="0">
              <a:buNone/>
              <a:defRPr sz="900" b="1"/>
            </a:lvl6pPr>
            <a:lvl7pPr marL="1542989" indent="0">
              <a:buNone/>
              <a:defRPr sz="900" b="1"/>
            </a:lvl7pPr>
            <a:lvl8pPr marL="1800153" indent="0">
              <a:buNone/>
              <a:defRPr sz="900" b="1"/>
            </a:lvl8pPr>
            <a:lvl9pPr marL="2057318" indent="0">
              <a:buNone/>
              <a:defRPr sz="900" b="1"/>
            </a:lvl9pPr>
          </a:lstStyle>
          <a:p>
            <a:pPr lvl="0"/>
            <a:r>
              <a:rPr lang="en-US"/>
              <a:t>Click to edit Master text styles</a:t>
            </a:r>
          </a:p>
        </p:txBody>
      </p:sp>
      <p:sp>
        <p:nvSpPr>
          <p:cNvPr id="4" name="Content Placeholder 3"/>
          <p:cNvSpPr>
            <a:spLocks noGrp="1"/>
          </p:cNvSpPr>
          <p:nvPr>
            <p:ph sz="half" idx="2"/>
          </p:nvPr>
        </p:nvSpPr>
        <p:spPr>
          <a:xfrm>
            <a:off x="507999" y="2174876"/>
            <a:ext cx="5486400" cy="864789"/>
          </a:xfrm>
        </p:spPr>
        <p:txBody>
          <a:bodyPr/>
          <a:lstStyle>
            <a:lvl1pPr marL="158496" indent="-158496">
              <a:defRPr sz="1294"/>
            </a:lvl1pPr>
            <a:lvl2pPr marL="316248" indent="-149567">
              <a:defRPr sz="1125"/>
            </a:lvl2pPr>
            <a:lvl3pPr marL="457629" indent="-136916">
              <a:defRPr sz="1013"/>
            </a:lvl3pPr>
            <a:lvl4pPr marL="590825" indent="-128732">
              <a:defRPr sz="956"/>
            </a:lvl4pPr>
            <a:lvl5pPr marL="719556" indent="-116081">
              <a:defRPr sz="956"/>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4645" y="1909320"/>
            <a:ext cx="5489359" cy="194733"/>
          </a:xfrm>
        </p:spPr>
        <p:txBody>
          <a:bodyPr anchor="b"/>
          <a:lstStyle>
            <a:lvl1pPr marL="0" indent="0">
              <a:lnSpc>
                <a:spcPct val="90000"/>
              </a:lnSpc>
              <a:spcBef>
                <a:spcPts val="0"/>
              </a:spcBef>
              <a:buNone/>
              <a:defRPr sz="1406" b="1"/>
            </a:lvl1pPr>
            <a:lvl2pPr marL="257165" indent="0">
              <a:buNone/>
              <a:defRPr sz="1125" b="1"/>
            </a:lvl2pPr>
            <a:lvl3pPr marL="514329" indent="0">
              <a:buNone/>
              <a:defRPr sz="1013" b="1"/>
            </a:lvl3pPr>
            <a:lvl4pPr marL="771494" indent="0">
              <a:buNone/>
              <a:defRPr sz="900" b="1"/>
            </a:lvl4pPr>
            <a:lvl5pPr marL="1028659" indent="0">
              <a:buNone/>
              <a:defRPr sz="900" b="1"/>
            </a:lvl5pPr>
            <a:lvl6pPr marL="1285824" indent="0">
              <a:buNone/>
              <a:defRPr sz="900" b="1"/>
            </a:lvl6pPr>
            <a:lvl7pPr marL="1542989" indent="0">
              <a:buNone/>
              <a:defRPr sz="900" b="1"/>
            </a:lvl7pPr>
            <a:lvl8pPr marL="1800153" indent="0">
              <a:buNone/>
              <a:defRPr sz="900" b="1"/>
            </a:lvl8pPr>
            <a:lvl9pPr marL="2057318" indent="0">
              <a:buNone/>
              <a:defRPr sz="900" b="1"/>
            </a:lvl9pPr>
          </a:lstStyle>
          <a:p>
            <a:pPr lvl="0"/>
            <a:r>
              <a:rPr lang="en-US"/>
              <a:t>Click to edit Master text styles</a:t>
            </a:r>
          </a:p>
        </p:txBody>
      </p:sp>
      <p:sp>
        <p:nvSpPr>
          <p:cNvPr id="6" name="Content Placeholder 5"/>
          <p:cNvSpPr>
            <a:spLocks noGrp="1"/>
          </p:cNvSpPr>
          <p:nvPr>
            <p:ph sz="quarter" idx="4"/>
          </p:nvPr>
        </p:nvSpPr>
        <p:spPr>
          <a:xfrm>
            <a:off x="6193368" y="2174876"/>
            <a:ext cx="5490632" cy="864789"/>
          </a:xfrm>
        </p:spPr>
        <p:txBody>
          <a:bodyPr/>
          <a:lstStyle>
            <a:lvl1pPr marL="166681" indent="-166681">
              <a:defRPr sz="1294"/>
            </a:lvl1pPr>
            <a:lvl2pPr marL="320712" indent="-154031">
              <a:defRPr sz="1125"/>
            </a:lvl2pPr>
            <a:lvl3pPr marL="462093" indent="-137661">
              <a:defRPr sz="1013"/>
            </a:lvl3pPr>
            <a:lvl4pPr marL="590825" indent="-133196">
              <a:defRPr sz="956"/>
            </a:lvl4pPr>
            <a:lvl5pPr marL="719556" indent="-124267">
              <a:defRPr sz="956"/>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3994245"/>
      </p:ext>
    </p:extLst>
  </p:cSld>
  <p:clrMapOvr>
    <a:masterClrMapping/>
  </p:clrMapOvr>
  <p:transition>
    <p:fade/>
  </p:transition>
  <p:hf sldNum="0" hdr="0" ftr="0" dt="0"/>
</p:sldLayout>
</file>

<file path=ppt/slideLayouts/slideLayout1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26087671"/>
      </p:ext>
    </p:extLst>
  </p:cSld>
  <p:clrMapOvr>
    <a:masterClrMapping/>
  </p:clrMapOvr>
  <p:transition>
    <p:fade/>
  </p:transition>
  <p:hf sldNum="0" hdr="0" ftr="0" dt="0"/>
</p:sldLayout>
</file>

<file path=ppt/slideLayouts/slideLayout1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75939363"/>
      </p:ext>
    </p:extLst>
  </p:cSld>
  <p:clrMapOvr>
    <a:masterClrMapping/>
  </p:clrMapOvr>
  <p:transition>
    <p:fade/>
  </p:transition>
  <p:hf sldNum="0" hdr="0" ftr="0" dt="0"/>
</p:sldLayout>
</file>

<file path=ppt/slideLayouts/slideLayout135.xml><?xml version="1.0" encoding="utf-8"?>
<p:sldLayout xmlns:a="http://schemas.openxmlformats.org/drawingml/2006/main" xmlns:r="http://schemas.openxmlformats.org/officeDocument/2006/relationships" xmlns:p="http://schemas.openxmlformats.org/presentationml/2006/main" type="blank" preserve="1">
  <p:cSld name="WALKIN - Prints in GRAYSCALE">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1447427"/>
      </p:ext>
    </p:extLst>
  </p:cSld>
  <p:clrMapOvr>
    <a:masterClrMapping/>
  </p:clrMapOvr>
  <p:transition>
    <p:fade/>
  </p:transition>
  <p:hf sldNum="0" hdr="0" ftr="0" dt="0"/>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p>
        </p:txBody>
      </p:sp>
      <p:sp>
        <p:nvSpPr>
          <p:cNvPr id="6" name="Text Placeholder 5"/>
          <p:cNvSpPr>
            <a:spLocks noGrp="1"/>
          </p:cNvSpPr>
          <p:nvPr>
            <p:ph type="body" sz="quarter" idx="10"/>
          </p:nvPr>
        </p:nvSpPr>
        <p:spPr bwMode="white">
          <a:xfrm>
            <a:off x="508000" y="1411555"/>
            <a:ext cx="11176000" cy="1201483"/>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0754506"/>
      </p:ext>
    </p:extLst>
  </p:cSld>
  <p:clrMapOvr>
    <a:masterClrMapping/>
  </p:clrMapOvr>
  <p:transition>
    <p:fade/>
  </p:transition>
  <p:hf sldNum="0" hdr="0" ftr="0" dt="0"/>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p>
        </p:txBody>
      </p:sp>
      <p:sp>
        <p:nvSpPr>
          <p:cNvPr id="6" name="Text Placeholder 5"/>
          <p:cNvSpPr>
            <a:spLocks noGrp="1"/>
          </p:cNvSpPr>
          <p:nvPr>
            <p:ph type="body" sz="quarter" idx="10"/>
          </p:nvPr>
        </p:nvSpPr>
        <p:spPr bwMode="white">
          <a:xfrm>
            <a:off x="508000" y="1411555"/>
            <a:ext cx="11176000" cy="1201483"/>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p:nvPr>
        </p:nvSpPr>
        <p:spPr>
          <a:xfrm>
            <a:off x="4" y="6238880"/>
            <a:ext cx="12192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en-US"/>
              <a:t>Click to edit Master text styles</a:t>
            </a:r>
          </a:p>
        </p:txBody>
      </p:sp>
    </p:spTree>
    <p:extLst>
      <p:ext uri="{BB962C8B-B14F-4D97-AF65-F5344CB8AC3E}">
        <p14:creationId xmlns:p14="http://schemas.microsoft.com/office/powerpoint/2010/main" val="2351652067"/>
      </p:ext>
    </p:extLst>
  </p:cSld>
  <p:clrMapOvr>
    <a:masterClrMapping/>
  </p:clrMapOvr>
  <p:transition>
    <p:fade/>
  </p:transition>
  <p:hf sldNum="0" hdr="0" ftr="0" dt="0"/>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6"/>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675">
                <a:solidFill>
                  <a:schemeClr val="bg1"/>
                </a:solidFill>
              </a:defRPr>
            </a:lvl1pPr>
            <a:lvl2pPr>
              <a:buNone/>
              <a:defRPr sz="675">
                <a:solidFill>
                  <a:schemeClr val="bg1"/>
                </a:solidFill>
              </a:defRPr>
            </a:lvl2pPr>
            <a:lvl3pPr>
              <a:buNone/>
              <a:defRPr sz="675">
                <a:solidFill>
                  <a:schemeClr val="bg1"/>
                </a:solidFill>
              </a:defRPr>
            </a:lvl3pPr>
            <a:lvl4pPr>
              <a:buNone/>
              <a:defRPr sz="675">
                <a:solidFill>
                  <a:schemeClr val="bg1"/>
                </a:solidFill>
              </a:defRPr>
            </a:lvl4pPr>
            <a:lvl5pPr>
              <a:buNone/>
              <a:defRPr sz="675">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729345266"/>
      </p:ext>
    </p:extLst>
  </p:cSld>
  <p:clrMapOvr>
    <a:masterClrMapping/>
  </p:clrMapOvr>
  <p:hf sldNum="0" hdr="0" ftr="0" dt="0"/>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3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6"/>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675">
                <a:solidFill>
                  <a:schemeClr val="bg1"/>
                </a:solidFill>
              </a:defRPr>
            </a:lvl1pPr>
            <a:lvl2pPr>
              <a:buNone/>
              <a:defRPr sz="675">
                <a:solidFill>
                  <a:schemeClr val="bg1"/>
                </a:solidFill>
              </a:defRPr>
            </a:lvl2pPr>
            <a:lvl3pPr>
              <a:buNone/>
              <a:defRPr sz="675">
                <a:solidFill>
                  <a:schemeClr val="bg1"/>
                </a:solidFill>
              </a:defRPr>
            </a:lvl3pPr>
            <a:lvl4pPr>
              <a:buNone/>
              <a:defRPr sz="675">
                <a:solidFill>
                  <a:schemeClr val="bg1"/>
                </a:solidFill>
              </a:defRPr>
            </a:lvl4pPr>
            <a:lvl5pPr>
              <a:buNone/>
              <a:defRPr sz="675">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538743494"/>
      </p:ext>
    </p:extLst>
  </p:cSld>
  <p:clrMapOvr>
    <a:masterClrMapping/>
  </p:clrMapOvr>
  <p:hf sldNum="0" hdr="0" ftr="0" dt="0"/>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1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82502454"/>
      </p:ext>
    </p:extLst>
  </p:cSld>
  <p:clrMapOvr>
    <a:masterClrMapping/>
  </p:clrMapOvr>
  <p:hf sldNum="0" hdr="0" ftr="0" dt="0"/>
</p:sldLayout>
</file>

<file path=ppt/slideLayouts/slideLayout141.xml><?xml version="1.0" encoding="utf-8"?>
<p:sldLayout xmlns:a="http://schemas.openxmlformats.org/drawingml/2006/main" xmlns:r="http://schemas.openxmlformats.org/officeDocument/2006/relationships" xmlns:p="http://schemas.openxmlformats.org/presentationml/2006/main">
  <p:cSld name="9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954564107"/>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3670" y="1905005"/>
            <a:ext cx="10242551" cy="1523495"/>
          </a:xfrm>
        </p:spPr>
        <p:txBody>
          <a:bodyPr>
            <a:noAutofit/>
          </a:bodyPr>
          <a:lstStyle>
            <a:lvl1pPr>
              <a:lnSpc>
                <a:spcPct val="90000"/>
              </a:lnSpc>
              <a:defRPr sz="3038"/>
            </a:lvl1pPr>
          </a:lstStyle>
          <a:p>
            <a:r>
              <a:rPr lang="en-US"/>
              <a:t>Click to edit Master title style</a:t>
            </a:r>
          </a:p>
        </p:txBody>
      </p:sp>
      <p:sp>
        <p:nvSpPr>
          <p:cNvPr id="3" name="Subtitle 2"/>
          <p:cNvSpPr>
            <a:spLocks noGrp="1"/>
          </p:cNvSpPr>
          <p:nvPr>
            <p:ph type="subTitle" idx="1"/>
          </p:nvPr>
        </p:nvSpPr>
        <p:spPr>
          <a:xfrm>
            <a:off x="973669" y="4344993"/>
            <a:ext cx="10242551" cy="461665"/>
          </a:xfrm>
        </p:spPr>
        <p:txBody>
          <a:bodyPr>
            <a:noAutofit/>
          </a:bodyPr>
          <a:lstStyle>
            <a:lvl1pPr marL="0" indent="0" algn="l">
              <a:lnSpc>
                <a:spcPct val="90000"/>
              </a:lnSpc>
              <a:spcBef>
                <a:spcPts val="0"/>
              </a:spcBef>
              <a:buNone/>
              <a:defRPr>
                <a:solidFill>
                  <a:schemeClr val="tx1">
                    <a:tint val="75000"/>
                  </a:schemeClr>
                </a:solidFill>
              </a:defRPr>
            </a:lvl1pPr>
            <a:lvl2pPr marL="257165" indent="0" algn="ctr">
              <a:buNone/>
              <a:defRPr>
                <a:solidFill>
                  <a:schemeClr val="tx1">
                    <a:tint val="75000"/>
                  </a:schemeClr>
                </a:solidFill>
              </a:defRPr>
            </a:lvl2pPr>
            <a:lvl3pPr marL="514329" indent="0" algn="ctr">
              <a:buNone/>
              <a:defRPr>
                <a:solidFill>
                  <a:schemeClr val="tx1">
                    <a:tint val="75000"/>
                  </a:schemeClr>
                </a:solidFill>
              </a:defRPr>
            </a:lvl3pPr>
            <a:lvl4pPr marL="771494" indent="0" algn="ctr">
              <a:buNone/>
              <a:defRPr>
                <a:solidFill>
                  <a:schemeClr val="tx1">
                    <a:tint val="75000"/>
                  </a:schemeClr>
                </a:solidFill>
              </a:defRPr>
            </a:lvl4pPr>
            <a:lvl5pPr marL="1028659" indent="0" algn="ctr">
              <a:buNone/>
              <a:defRPr>
                <a:solidFill>
                  <a:schemeClr val="tx1">
                    <a:tint val="75000"/>
                  </a:schemeClr>
                </a:solidFill>
              </a:defRPr>
            </a:lvl5pPr>
            <a:lvl6pPr marL="1285824" indent="0" algn="ctr">
              <a:buNone/>
              <a:defRPr>
                <a:solidFill>
                  <a:schemeClr val="tx1">
                    <a:tint val="75000"/>
                  </a:schemeClr>
                </a:solidFill>
              </a:defRPr>
            </a:lvl6pPr>
            <a:lvl7pPr marL="1542989" indent="0" algn="ctr">
              <a:buNone/>
              <a:defRPr>
                <a:solidFill>
                  <a:schemeClr val="tx1">
                    <a:tint val="75000"/>
                  </a:schemeClr>
                </a:solidFill>
              </a:defRPr>
            </a:lvl7pPr>
            <a:lvl8pPr marL="1800153" indent="0" algn="ctr">
              <a:buNone/>
              <a:defRPr>
                <a:solidFill>
                  <a:schemeClr val="tx1">
                    <a:tint val="75000"/>
                  </a:schemeClr>
                </a:solidFill>
              </a:defRPr>
            </a:lvl8pPr>
            <a:lvl9pPr marL="2057318"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2978911394"/>
      </p:ext>
    </p:extLst>
  </p:cSld>
  <p:clrMapOvr>
    <a:masterClrMapping/>
  </p:clrMapOvr>
  <p:transition>
    <p:fade/>
  </p:transition>
  <p:hf sldNum="0" hdr="0" ftr="0" dt="0"/>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2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825625" y="649805"/>
            <a:ext cx="9390944" cy="1523494"/>
          </a:xfrm>
        </p:spPr>
        <p:txBody>
          <a:bodyPr anchor="ctr" anchorCtr="0">
            <a:noAutofit/>
          </a:bodyPr>
          <a:lstStyle>
            <a:lvl1pPr>
              <a:lnSpc>
                <a:spcPct val="90000"/>
              </a:lnSpc>
              <a:defRPr sz="3038"/>
            </a:lvl1pPr>
          </a:lstStyle>
          <a:p>
            <a:r>
              <a:rPr lang="en-US"/>
              <a:t>Click to edit Master title style</a:t>
            </a:r>
          </a:p>
        </p:txBody>
      </p:sp>
      <p:sp>
        <p:nvSpPr>
          <p:cNvPr id="3" name="Subtitle 2"/>
          <p:cNvSpPr>
            <a:spLocks noGrp="1"/>
          </p:cNvSpPr>
          <p:nvPr>
            <p:ph type="subTitle" idx="1"/>
          </p:nvPr>
        </p:nvSpPr>
        <p:spPr>
          <a:xfrm>
            <a:off x="1825273" y="4344993"/>
            <a:ext cx="9390944" cy="461665"/>
          </a:xfrm>
        </p:spPr>
        <p:txBody>
          <a:bodyPr>
            <a:noAutofit/>
          </a:bodyPr>
          <a:lstStyle>
            <a:lvl1pPr marL="0" indent="0" algn="l">
              <a:lnSpc>
                <a:spcPct val="90000"/>
              </a:lnSpc>
              <a:spcBef>
                <a:spcPts val="0"/>
              </a:spcBef>
              <a:buNone/>
              <a:defRPr>
                <a:solidFill>
                  <a:schemeClr val="tx1">
                    <a:tint val="75000"/>
                  </a:schemeClr>
                </a:solidFill>
              </a:defRPr>
            </a:lvl1pPr>
            <a:lvl2pPr marL="257165" indent="0" algn="ctr">
              <a:buNone/>
              <a:defRPr>
                <a:solidFill>
                  <a:schemeClr val="tx1">
                    <a:tint val="75000"/>
                  </a:schemeClr>
                </a:solidFill>
              </a:defRPr>
            </a:lvl2pPr>
            <a:lvl3pPr marL="514329" indent="0" algn="ctr">
              <a:buNone/>
              <a:defRPr>
                <a:solidFill>
                  <a:schemeClr val="tx1">
                    <a:tint val="75000"/>
                  </a:schemeClr>
                </a:solidFill>
              </a:defRPr>
            </a:lvl3pPr>
            <a:lvl4pPr marL="771494" indent="0" algn="ctr">
              <a:buNone/>
              <a:defRPr>
                <a:solidFill>
                  <a:schemeClr val="tx1">
                    <a:tint val="75000"/>
                  </a:schemeClr>
                </a:solidFill>
              </a:defRPr>
            </a:lvl4pPr>
            <a:lvl5pPr marL="1028659" indent="0" algn="ctr">
              <a:buNone/>
              <a:defRPr>
                <a:solidFill>
                  <a:schemeClr val="tx1">
                    <a:tint val="75000"/>
                  </a:schemeClr>
                </a:solidFill>
              </a:defRPr>
            </a:lvl5pPr>
            <a:lvl6pPr marL="1285824" indent="0" algn="ctr">
              <a:buNone/>
              <a:defRPr>
                <a:solidFill>
                  <a:schemeClr val="tx1">
                    <a:tint val="75000"/>
                  </a:schemeClr>
                </a:solidFill>
              </a:defRPr>
            </a:lvl6pPr>
            <a:lvl7pPr marL="1542989" indent="0" algn="ctr">
              <a:buNone/>
              <a:defRPr>
                <a:solidFill>
                  <a:schemeClr val="tx1">
                    <a:tint val="75000"/>
                  </a:schemeClr>
                </a:solidFill>
              </a:defRPr>
            </a:lvl7pPr>
            <a:lvl8pPr marL="1800153" indent="0" algn="ctr">
              <a:buNone/>
              <a:defRPr>
                <a:solidFill>
                  <a:schemeClr val="tx1">
                    <a:tint val="75000"/>
                  </a:schemeClr>
                </a:solidFill>
              </a:defRPr>
            </a:lvl8pPr>
            <a:lvl9pPr marL="2057318" indent="0" algn="ctr">
              <a:buNone/>
              <a:defRPr>
                <a:solidFill>
                  <a:schemeClr val="tx1">
                    <a:tint val="75000"/>
                  </a:schemeClr>
                </a:solidFill>
              </a:defRPr>
            </a:lvl9pPr>
          </a:lstStyle>
          <a:p>
            <a:r>
              <a:rPr lang="en-US"/>
              <a:t>Click to edit Master subtitle style</a:t>
            </a:r>
          </a:p>
        </p:txBody>
      </p:sp>
      <p:sp>
        <p:nvSpPr>
          <p:cNvPr id="7" name="Text Placeholder 6"/>
          <p:cNvSpPr>
            <a:spLocks noGrp="1"/>
          </p:cNvSpPr>
          <p:nvPr>
            <p:ph type="body" sz="quarter" idx="10" hasCustomPrompt="1"/>
          </p:nvPr>
        </p:nvSpPr>
        <p:spPr>
          <a:xfrm>
            <a:off x="962732" y="2355850"/>
            <a:ext cx="10253485"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5625" b="0" i="1" u="none" strike="noStrike" kern="0" cap="none" spc="-85" normalizeH="0" baseline="0" noProof="0" dirty="0" smtClean="0">
                <a:ln w="3175">
                  <a:noFill/>
                </a:ln>
                <a:gradFill flip="none" rotWithShape="1">
                  <a:gsLst>
                    <a:gs pos="0">
                      <a:schemeClr val="tx1">
                        <a:lumMod val="65000"/>
                      </a:schemeClr>
                    </a:gs>
                    <a:gs pos="50000">
                      <a:schemeClr val="tx1"/>
                    </a:gs>
                  </a:gsLst>
                  <a:lin ang="5400000" scaled="1"/>
                  <a:tileRect/>
                </a:gradFill>
                <a:effectLst>
                  <a:outerShdw blurRad="50800" dist="38100" dir="2700000" algn="tl" rotWithShape="0">
                    <a:prstClr val="black">
                      <a:alpha val="40000"/>
                    </a:prstClr>
                  </a:outerShdw>
                  <a:reflection blurRad="6350" stA="55000" endA="300" endPos="45500" dir="5400000" sy="-100000" algn="bl" rotWithShape="0"/>
                </a:effectLst>
                <a:uLnTx/>
                <a:uFillTx/>
                <a:latin typeface="+mn-lt"/>
                <a:ea typeface="+mn-ea"/>
                <a:cs typeface="Arial" charset="0"/>
              </a:defRPr>
            </a:lvl1pPr>
          </a:lstStyle>
          <a:p>
            <a:pPr lvl="0"/>
            <a:r>
              <a:rPr lang="en-US"/>
              <a:t>click to…</a:t>
            </a:r>
          </a:p>
        </p:txBody>
      </p:sp>
    </p:spTree>
    <p:extLst>
      <p:ext uri="{BB962C8B-B14F-4D97-AF65-F5344CB8AC3E}">
        <p14:creationId xmlns:p14="http://schemas.microsoft.com/office/powerpoint/2010/main" val="3221103379"/>
      </p:ext>
    </p:extLst>
  </p:cSld>
  <p:clrMapOvr>
    <a:masterClrMapping/>
  </p:clrMapOvr>
  <p:transition>
    <p:fade/>
  </p:transition>
  <p:hf sldNum="0" hdr="0" ftr="0" dt="0"/>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7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508000" y="1411555"/>
            <a:ext cx="11176000" cy="1201483"/>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98194910"/>
      </p:ext>
    </p:extLst>
  </p:cSld>
  <p:clrMapOvr>
    <a:masterClrMapping/>
  </p:clrMapOvr>
  <p:transition>
    <p:fade/>
  </p:transition>
  <p:hf sldNum="0" hdr="0" ftr="0" dt="0"/>
</p:sldLayout>
</file>

<file path=ppt/slideLayouts/slideLayout145.xml><?xml version="1.0" encoding="utf-8"?>
<p:sldLayout xmlns:a="http://schemas.openxmlformats.org/drawingml/2006/main" xmlns:r="http://schemas.openxmlformats.org/officeDocument/2006/relationships" xmlns:p="http://schemas.openxmlformats.org/presentationml/2006/main" type="obj" preserve="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508000" y="1412878"/>
            <a:ext cx="11176000" cy="1201483"/>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07590366"/>
      </p:ext>
    </p:extLst>
  </p:cSld>
  <p:clrMapOvr>
    <a:masterClrMapping/>
  </p:clrMapOvr>
  <p:transition>
    <p:fade/>
  </p:transition>
  <p:hf sldNum="0" hdr="0" ftr="0" dt="0"/>
</p:sldLayout>
</file>

<file path=ppt/slideLayouts/slideLayout146.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0" y="1411554"/>
            <a:ext cx="5486400" cy="980012"/>
          </a:xfrm>
        </p:spPr>
        <p:txBody>
          <a:bodyPr/>
          <a:lstStyle>
            <a:lvl1pPr marL="191237" indent="-191237">
              <a:lnSpc>
                <a:spcPct val="90000"/>
              </a:lnSpc>
              <a:defRPr sz="1575"/>
            </a:lvl1pPr>
            <a:lvl2pPr marL="378753" indent="-183051">
              <a:lnSpc>
                <a:spcPct val="90000"/>
              </a:lnSpc>
              <a:defRPr sz="1350"/>
            </a:lvl2pPr>
            <a:lvl3pPr marL="536504" indent="-162216">
              <a:lnSpc>
                <a:spcPct val="90000"/>
              </a:lnSpc>
              <a:defRPr sz="1125"/>
            </a:lvl3pPr>
            <a:lvl4pPr marL="690536" indent="-154031">
              <a:lnSpc>
                <a:spcPct val="90000"/>
              </a:lnSpc>
              <a:defRPr sz="1013"/>
            </a:lvl4pPr>
            <a:lvl5pPr marL="852752" indent="-157751">
              <a:lnSpc>
                <a:spcPct val="90000"/>
              </a:lnSpc>
              <a:defRPr sz="1013"/>
            </a:lvl5pPr>
            <a:lvl6pPr>
              <a:defRPr sz="1013"/>
            </a:lvl6pPr>
            <a:lvl7pPr>
              <a:defRPr sz="1013"/>
            </a:lvl7pPr>
            <a:lvl8pPr>
              <a:defRPr sz="1013"/>
            </a:lvl8pPr>
            <a:lvl9pPr>
              <a:defRPr sz="10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11554"/>
            <a:ext cx="5486400" cy="980012"/>
          </a:xfrm>
        </p:spPr>
        <p:txBody>
          <a:bodyPr/>
          <a:lstStyle>
            <a:lvl1pPr marL="195702" indent="-195702">
              <a:lnSpc>
                <a:spcPct val="90000"/>
              </a:lnSpc>
              <a:defRPr sz="1575"/>
            </a:lvl1pPr>
            <a:lvl2pPr marL="378753" indent="-191237">
              <a:lnSpc>
                <a:spcPct val="90000"/>
              </a:lnSpc>
              <a:defRPr sz="1350"/>
            </a:lvl2pPr>
            <a:lvl3pPr marL="540969" indent="-170402">
              <a:lnSpc>
                <a:spcPct val="90000"/>
              </a:lnSpc>
              <a:defRPr sz="1125"/>
            </a:lvl3pPr>
            <a:lvl4pPr marL="690536" indent="-149567">
              <a:lnSpc>
                <a:spcPct val="90000"/>
              </a:lnSpc>
              <a:defRPr sz="1013"/>
            </a:lvl4pPr>
            <a:lvl5pPr marL="852752" indent="-154031">
              <a:lnSpc>
                <a:spcPct val="90000"/>
              </a:lnSpc>
              <a:defRPr sz="1013"/>
            </a:lvl5pPr>
            <a:lvl6pPr>
              <a:defRPr sz="1013"/>
            </a:lvl6pPr>
            <a:lvl7pPr>
              <a:defRPr sz="1013"/>
            </a:lvl7pPr>
            <a:lvl8pPr>
              <a:defRPr sz="1013"/>
            </a:lvl8pPr>
            <a:lvl9pPr>
              <a:defRPr sz="10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63650642"/>
      </p:ext>
    </p:extLst>
  </p:cSld>
  <p:clrMapOvr>
    <a:masterClrMapping/>
  </p:clrMapOvr>
  <p:transition>
    <p:fade/>
  </p:transition>
  <p:hf sldNum="0" hdr="0" ftr="0" dt="0"/>
</p:sldLayout>
</file>

<file path=ppt/slideLayouts/slideLayout147.xml><?xml version="1.0" encoding="utf-8"?>
<p:sldLayout xmlns:a="http://schemas.openxmlformats.org/drawingml/2006/main" xmlns:r="http://schemas.openxmlformats.org/officeDocument/2006/relationships" xmlns:p="http://schemas.openxmlformats.org/presentationml/2006/main" type="twoTxTwoObj" preserve="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8000" y="1909320"/>
            <a:ext cx="5486400" cy="194733"/>
          </a:xfrm>
        </p:spPr>
        <p:txBody>
          <a:bodyPr anchor="b"/>
          <a:lstStyle>
            <a:lvl1pPr marL="0" indent="0">
              <a:lnSpc>
                <a:spcPct val="90000"/>
              </a:lnSpc>
              <a:spcBef>
                <a:spcPts val="0"/>
              </a:spcBef>
              <a:buNone/>
              <a:defRPr sz="1406" b="1"/>
            </a:lvl1pPr>
            <a:lvl2pPr marL="257165" indent="0">
              <a:buNone/>
              <a:defRPr sz="1125" b="1"/>
            </a:lvl2pPr>
            <a:lvl3pPr marL="514329" indent="0">
              <a:buNone/>
              <a:defRPr sz="1013" b="1"/>
            </a:lvl3pPr>
            <a:lvl4pPr marL="771494" indent="0">
              <a:buNone/>
              <a:defRPr sz="900" b="1"/>
            </a:lvl4pPr>
            <a:lvl5pPr marL="1028659" indent="0">
              <a:buNone/>
              <a:defRPr sz="900" b="1"/>
            </a:lvl5pPr>
            <a:lvl6pPr marL="1285824" indent="0">
              <a:buNone/>
              <a:defRPr sz="900" b="1"/>
            </a:lvl6pPr>
            <a:lvl7pPr marL="1542989" indent="0">
              <a:buNone/>
              <a:defRPr sz="900" b="1"/>
            </a:lvl7pPr>
            <a:lvl8pPr marL="1800153" indent="0">
              <a:buNone/>
              <a:defRPr sz="900" b="1"/>
            </a:lvl8pPr>
            <a:lvl9pPr marL="2057318" indent="0">
              <a:buNone/>
              <a:defRPr sz="900" b="1"/>
            </a:lvl9pPr>
          </a:lstStyle>
          <a:p>
            <a:pPr lvl="0"/>
            <a:r>
              <a:rPr lang="en-US"/>
              <a:t>Click to edit Master text styles</a:t>
            </a:r>
          </a:p>
        </p:txBody>
      </p:sp>
      <p:sp>
        <p:nvSpPr>
          <p:cNvPr id="4" name="Content Placeholder 3"/>
          <p:cNvSpPr>
            <a:spLocks noGrp="1"/>
          </p:cNvSpPr>
          <p:nvPr>
            <p:ph sz="half" idx="2"/>
          </p:nvPr>
        </p:nvSpPr>
        <p:spPr>
          <a:xfrm>
            <a:off x="507999" y="2174876"/>
            <a:ext cx="5486400" cy="864789"/>
          </a:xfrm>
        </p:spPr>
        <p:txBody>
          <a:bodyPr/>
          <a:lstStyle>
            <a:lvl1pPr marL="158496" indent="-158496">
              <a:defRPr sz="1294"/>
            </a:lvl1pPr>
            <a:lvl2pPr marL="316248" indent="-149567">
              <a:defRPr sz="1125"/>
            </a:lvl2pPr>
            <a:lvl3pPr marL="457629" indent="-136916">
              <a:defRPr sz="1013"/>
            </a:lvl3pPr>
            <a:lvl4pPr marL="590825" indent="-128732">
              <a:defRPr sz="956"/>
            </a:lvl4pPr>
            <a:lvl5pPr marL="719556" indent="-116081">
              <a:defRPr sz="956"/>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4645" y="1909320"/>
            <a:ext cx="5489359" cy="194733"/>
          </a:xfrm>
        </p:spPr>
        <p:txBody>
          <a:bodyPr anchor="b"/>
          <a:lstStyle>
            <a:lvl1pPr marL="0" indent="0">
              <a:lnSpc>
                <a:spcPct val="90000"/>
              </a:lnSpc>
              <a:spcBef>
                <a:spcPts val="0"/>
              </a:spcBef>
              <a:buNone/>
              <a:defRPr sz="1406" b="1"/>
            </a:lvl1pPr>
            <a:lvl2pPr marL="257165" indent="0">
              <a:buNone/>
              <a:defRPr sz="1125" b="1"/>
            </a:lvl2pPr>
            <a:lvl3pPr marL="514329" indent="0">
              <a:buNone/>
              <a:defRPr sz="1013" b="1"/>
            </a:lvl3pPr>
            <a:lvl4pPr marL="771494" indent="0">
              <a:buNone/>
              <a:defRPr sz="900" b="1"/>
            </a:lvl4pPr>
            <a:lvl5pPr marL="1028659" indent="0">
              <a:buNone/>
              <a:defRPr sz="900" b="1"/>
            </a:lvl5pPr>
            <a:lvl6pPr marL="1285824" indent="0">
              <a:buNone/>
              <a:defRPr sz="900" b="1"/>
            </a:lvl6pPr>
            <a:lvl7pPr marL="1542989" indent="0">
              <a:buNone/>
              <a:defRPr sz="900" b="1"/>
            </a:lvl7pPr>
            <a:lvl8pPr marL="1800153" indent="0">
              <a:buNone/>
              <a:defRPr sz="900" b="1"/>
            </a:lvl8pPr>
            <a:lvl9pPr marL="2057318" indent="0">
              <a:buNone/>
              <a:defRPr sz="900" b="1"/>
            </a:lvl9pPr>
          </a:lstStyle>
          <a:p>
            <a:pPr lvl="0"/>
            <a:r>
              <a:rPr lang="en-US"/>
              <a:t>Click to edit Master text styles</a:t>
            </a:r>
          </a:p>
        </p:txBody>
      </p:sp>
      <p:sp>
        <p:nvSpPr>
          <p:cNvPr id="6" name="Content Placeholder 5"/>
          <p:cNvSpPr>
            <a:spLocks noGrp="1"/>
          </p:cNvSpPr>
          <p:nvPr>
            <p:ph sz="quarter" idx="4"/>
          </p:nvPr>
        </p:nvSpPr>
        <p:spPr>
          <a:xfrm>
            <a:off x="6193368" y="2174876"/>
            <a:ext cx="5490632" cy="864789"/>
          </a:xfrm>
        </p:spPr>
        <p:txBody>
          <a:bodyPr/>
          <a:lstStyle>
            <a:lvl1pPr marL="166681" indent="-166681">
              <a:defRPr sz="1294"/>
            </a:lvl1pPr>
            <a:lvl2pPr marL="320712" indent="-154031">
              <a:defRPr sz="1125"/>
            </a:lvl2pPr>
            <a:lvl3pPr marL="462093" indent="-137661">
              <a:defRPr sz="1013"/>
            </a:lvl3pPr>
            <a:lvl4pPr marL="590825" indent="-133196">
              <a:defRPr sz="956"/>
            </a:lvl4pPr>
            <a:lvl5pPr marL="719556" indent="-124267">
              <a:defRPr sz="956"/>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81391684"/>
      </p:ext>
    </p:extLst>
  </p:cSld>
  <p:clrMapOvr>
    <a:masterClrMapping/>
  </p:clrMapOvr>
  <p:transition>
    <p:fade/>
  </p:transition>
  <p:hf sldNum="0" hdr="0" ftr="0" dt="0"/>
</p:sldLayout>
</file>

<file path=ppt/slideLayouts/slideLayout148.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56338345"/>
      </p:ext>
    </p:extLst>
  </p:cSld>
  <p:clrMapOvr>
    <a:masterClrMapping/>
  </p:clrMapOvr>
  <p:transition>
    <p:fade/>
  </p:transition>
  <p:hf sldNum="0" hdr="0" ftr="0" dt="0"/>
</p:sldLayout>
</file>

<file path=ppt/slideLayouts/slideLayout149.xml><?xml version="1.0" encoding="utf-8"?>
<p:sldLayout xmlns:a="http://schemas.openxmlformats.org/drawingml/2006/main" xmlns:r="http://schemas.openxmlformats.org/officeDocument/2006/relationships" xmlns:p="http://schemas.openxmlformats.org/presentationml/2006/main" type="blank" preserve="1">
  <p:cSld name="4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2812744"/>
      </p:ext>
    </p:extLst>
  </p:cSld>
  <p:clrMapOvr>
    <a:masterClrMapping/>
  </p:clrMapOvr>
  <p:transition>
    <p:fade/>
  </p:transition>
  <p:hf sldNum="0" hdr="0" ftr="0" dt="0"/>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1_WALKIN - Prints in GRAYSCALE">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9090723"/>
      </p:ext>
    </p:extLst>
  </p:cSld>
  <p:clrMapOvr>
    <a:masterClrMapping/>
  </p:clrMapOvr>
  <p:transition>
    <p:fade/>
  </p:transition>
  <p:hf sldNum="0" hdr="0" ftr="0" dt="0"/>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p>
        </p:txBody>
      </p:sp>
      <p:sp>
        <p:nvSpPr>
          <p:cNvPr id="6" name="Text Placeholder 5"/>
          <p:cNvSpPr>
            <a:spLocks noGrp="1"/>
          </p:cNvSpPr>
          <p:nvPr>
            <p:ph type="body" sz="quarter" idx="10"/>
          </p:nvPr>
        </p:nvSpPr>
        <p:spPr bwMode="white">
          <a:xfrm>
            <a:off x="508000" y="1411555"/>
            <a:ext cx="11176000" cy="1201483"/>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77777338"/>
      </p:ext>
    </p:extLst>
  </p:cSld>
  <p:clrMapOvr>
    <a:masterClrMapping/>
  </p:clrMapOvr>
  <p:transition>
    <p:fade/>
  </p:transition>
  <p:hf sldNum="0" hdr="0" ftr="0" dt="0"/>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p>
        </p:txBody>
      </p:sp>
      <p:sp>
        <p:nvSpPr>
          <p:cNvPr id="6" name="Text Placeholder 5"/>
          <p:cNvSpPr>
            <a:spLocks noGrp="1"/>
          </p:cNvSpPr>
          <p:nvPr>
            <p:ph type="body" sz="quarter" idx="10"/>
          </p:nvPr>
        </p:nvSpPr>
        <p:spPr bwMode="white">
          <a:xfrm>
            <a:off x="508000" y="1411555"/>
            <a:ext cx="11176000" cy="1201483"/>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p:nvPr>
        </p:nvSpPr>
        <p:spPr>
          <a:xfrm>
            <a:off x="4" y="6238880"/>
            <a:ext cx="12192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en-US"/>
              <a:t>Click to edit Master text styles</a:t>
            </a:r>
          </a:p>
        </p:txBody>
      </p:sp>
    </p:spTree>
    <p:extLst>
      <p:ext uri="{BB962C8B-B14F-4D97-AF65-F5344CB8AC3E}">
        <p14:creationId xmlns:p14="http://schemas.microsoft.com/office/powerpoint/2010/main" val="1331959688"/>
      </p:ext>
    </p:extLst>
  </p:cSld>
  <p:clrMapOvr>
    <a:masterClrMapping/>
  </p:clrMapOvr>
  <p:transition>
    <p:fade/>
  </p:transition>
  <p:hf sldNum="0" hdr="0" ftr="0" dt="0"/>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6"/>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675">
                <a:solidFill>
                  <a:schemeClr val="bg1"/>
                </a:solidFill>
              </a:defRPr>
            </a:lvl1pPr>
            <a:lvl2pPr>
              <a:buNone/>
              <a:defRPr sz="675">
                <a:solidFill>
                  <a:schemeClr val="bg1"/>
                </a:solidFill>
              </a:defRPr>
            </a:lvl2pPr>
            <a:lvl3pPr>
              <a:buNone/>
              <a:defRPr sz="675">
                <a:solidFill>
                  <a:schemeClr val="bg1"/>
                </a:solidFill>
              </a:defRPr>
            </a:lvl3pPr>
            <a:lvl4pPr>
              <a:buNone/>
              <a:defRPr sz="675">
                <a:solidFill>
                  <a:schemeClr val="bg1"/>
                </a:solidFill>
              </a:defRPr>
            </a:lvl4pPr>
            <a:lvl5pPr>
              <a:buNone/>
              <a:defRPr sz="675">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447787369"/>
      </p:ext>
    </p:extLst>
  </p:cSld>
  <p:clrMapOvr>
    <a:masterClrMapping/>
  </p:clrMapOvr>
  <p:hf sldNum="0" hdr="0" ftr="0" dt="0"/>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1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95739633"/>
      </p:ext>
    </p:extLst>
  </p:cSld>
  <p:clrMapOvr>
    <a:masterClrMapping/>
  </p:clrMapOvr>
  <p:hf sldNum="0" hdr="0" ftr="0" dt="0"/>
</p:sldLayout>
</file>

<file path=ppt/slideLayouts/slideLayout155.xml><?xml version="1.0" encoding="utf-8"?>
<p:sldLayout xmlns:a="http://schemas.openxmlformats.org/drawingml/2006/main" xmlns:r="http://schemas.openxmlformats.org/officeDocument/2006/relationships" xmlns:p="http://schemas.openxmlformats.org/presentationml/2006/main">
  <p:cSld name="10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136826928"/>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cSld name="22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266126919"/>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3670" y="1905005"/>
            <a:ext cx="10242551" cy="1523495"/>
          </a:xfrm>
        </p:spPr>
        <p:txBody>
          <a:bodyPr>
            <a:noAutofit/>
          </a:bodyPr>
          <a:lstStyle>
            <a:lvl1pPr>
              <a:lnSpc>
                <a:spcPct val="90000"/>
              </a:lnSpc>
              <a:defRPr sz="3038"/>
            </a:lvl1pPr>
          </a:lstStyle>
          <a:p>
            <a:r>
              <a:rPr lang="en-US"/>
              <a:t>Click to edit Master title style</a:t>
            </a:r>
          </a:p>
        </p:txBody>
      </p:sp>
      <p:sp>
        <p:nvSpPr>
          <p:cNvPr id="3" name="Subtitle 2"/>
          <p:cNvSpPr>
            <a:spLocks noGrp="1"/>
          </p:cNvSpPr>
          <p:nvPr>
            <p:ph type="subTitle" idx="1"/>
          </p:nvPr>
        </p:nvSpPr>
        <p:spPr>
          <a:xfrm>
            <a:off x="973669" y="4344993"/>
            <a:ext cx="10242551" cy="461665"/>
          </a:xfrm>
        </p:spPr>
        <p:txBody>
          <a:bodyPr>
            <a:noAutofit/>
          </a:bodyPr>
          <a:lstStyle>
            <a:lvl1pPr marL="0" indent="0" algn="l">
              <a:lnSpc>
                <a:spcPct val="90000"/>
              </a:lnSpc>
              <a:spcBef>
                <a:spcPts val="0"/>
              </a:spcBef>
              <a:buNone/>
              <a:defRPr>
                <a:solidFill>
                  <a:schemeClr val="tx1">
                    <a:tint val="75000"/>
                  </a:schemeClr>
                </a:solidFill>
              </a:defRPr>
            </a:lvl1pPr>
            <a:lvl2pPr marL="257165" indent="0" algn="ctr">
              <a:buNone/>
              <a:defRPr>
                <a:solidFill>
                  <a:schemeClr val="tx1">
                    <a:tint val="75000"/>
                  </a:schemeClr>
                </a:solidFill>
              </a:defRPr>
            </a:lvl2pPr>
            <a:lvl3pPr marL="514329" indent="0" algn="ctr">
              <a:buNone/>
              <a:defRPr>
                <a:solidFill>
                  <a:schemeClr val="tx1">
                    <a:tint val="75000"/>
                  </a:schemeClr>
                </a:solidFill>
              </a:defRPr>
            </a:lvl3pPr>
            <a:lvl4pPr marL="771494" indent="0" algn="ctr">
              <a:buNone/>
              <a:defRPr>
                <a:solidFill>
                  <a:schemeClr val="tx1">
                    <a:tint val="75000"/>
                  </a:schemeClr>
                </a:solidFill>
              </a:defRPr>
            </a:lvl4pPr>
            <a:lvl5pPr marL="1028659" indent="0" algn="ctr">
              <a:buNone/>
              <a:defRPr>
                <a:solidFill>
                  <a:schemeClr val="tx1">
                    <a:tint val="75000"/>
                  </a:schemeClr>
                </a:solidFill>
              </a:defRPr>
            </a:lvl5pPr>
            <a:lvl6pPr marL="1285824" indent="0" algn="ctr">
              <a:buNone/>
              <a:defRPr>
                <a:solidFill>
                  <a:schemeClr val="tx1">
                    <a:tint val="75000"/>
                  </a:schemeClr>
                </a:solidFill>
              </a:defRPr>
            </a:lvl6pPr>
            <a:lvl7pPr marL="1542989" indent="0" algn="ctr">
              <a:buNone/>
              <a:defRPr>
                <a:solidFill>
                  <a:schemeClr val="tx1">
                    <a:tint val="75000"/>
                  </a:schemeClr>
                </a:solidFill>
              </a:defRPr>
            </a:lvl7pPr>
            <a:lvl8pPr marL="1800153" indent="0" algn="ctr">
              <a:buNone/>
              <a:defRPr>
                <a:solidFill>
                  <a:schemeClr val="tx1">
                    <a:tint val="75000"/>
                  </a:schemeClr>
                </a:solidFill>
              </a:defRPr>
            </a:lvl8pPr>
            <a:lvl9pPr marL="2057318"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1692586550"/>
      </p:ext>
    </p:extLst>
  </p:cSld>
  <p:clrMapOvr>
    <a:masterClrMapping/>
  </p:clrMapOvr>
  <p:transition>
    <p:fade/>
  </p:transition>
  <p:hf sldNum="0" hdr="0" ftr="0" dt="0"/>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3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825625" y="649805"/>
            <a:ext cx="9390944" cy="1523494"/>
          </a:xfrm>
        </p:spPr>
        <p:txBody>
          <a:bodyPr anchor="ctr" anchorCtr="0">
            <a:noAutofit/>
          </a:bodyPr>
          <a:lstStyle>
            <a:lvl1pPr>
              <a:lnSpc>
                <a:spcPct val="90000"/>
              </a:lnSpc>
              <a:defRPr sz="3038"/>
            </a:lvl1pPr>
          </a:lstStyle>
          <a:p>
            <a:r>
              <a:rPr lang="en-US"/>
              <a:t>Click to edit Master title style</a:t>
            </a:r>
          </a:p>
        </p:txBody>
      </p:sp>
      <p:sp>
        <p:nvSpPr>
          <p:cNvPr id="3" name="Subtitle 2"/>
          <p:cNvSpPr>
            <a:spLocks noGrp="1"/>
          </p:cNvSpPr>
          <p:nvPr>
            <p:ph type="subTitle" idx="1"/>
          </p:nvPr>
        </p:nvSpPr>
        <p:spPr>
          <a:xfrm>
            <a:off x="1825273" y="4344993"/>
            <a:ext cx="9390944" cy="461665"/>
          </a:xfrm>
        </p:spPr>
        <p:txBody>
          <a:bodyPr>
            <a:noAutofit/>
          </a:bodyPr>
          <a:lstStyle>
            <a:lvl1pPr marL="0" indent="0" algn="l">
              <a:lnSpc>
                <a:spcPct val="90000"/>
              </a:lnSpc>
              <a:spcBef>
                <a:spcPts val="0"/>
              </a:spcBef>
              <a:buNone/>
              <a:defRPr>
                <a:solidFill>
                  <a:schemeClr val="tx1">
                    <a:tint val="75000"/>
                  </a:schemeClr>
                </a:solidFill>
              </a:defRPr>
            </a:lvl1pPr>
            <a:lvl2pPr marL="257165" indent="0" algn="ctr">
              <a:buNone/>
              <a:defRPr>
                <a:solidFill>
                  <a:schemeClr val="tx1">
                    <a:tint val="75000"/>
                  </a:schemeClr>
                </a:solidFill>
              </a:defRPr>
            </a:lvl2pPr>
            <a:lvl3pPr marL="514329" indent="0" algn="ctr">
              <a:buNone/>
              <a:defRPr>
                <a:solidFill>
                  <a:schemeClr val="tx1">
                    <a:tint val="75000"/>
                  </a:schemeClr>
                </a:solidFill>
              </a:defRPr>
            </a:lvl3pPr>
            <a:lvl4pPr marL="771494" indent="0" algn="ctr">
              <a:buNone/>
              <a:defRPr>
                <a:solidFill>
                  <a:schemeClr val="tx1">
                    <a:tint val="75000"/>
                  </a:schemeClr>
                </a:solidFill>
              </a:defRPr>
            </a:lvl4pPr>
            <a:lvl5pPr marL="1028659" indent="0" algn="ctr">
              <a:buNone/>
              <a:defRPr>
                <a:solidFill>
                  <a:schemeClr val="tx1">
                    <a:tint val="75000"/>
                  </a:schemeClr>
                </a:solidFill>
              </a:defRPr>
            </a:lvl5pPr>
            <a:lvl6pPr marL="1285824" indent="0" algn="ctr">
              <a:buNone/>
              <a:defRPr>
                <a:solidFill>
                  <a:schemeClr val="tx1">
                    <a:tint val="75000"/>
                  </a:schemeClr>
                </a:solidFill>
              </a:defRPr>
            </a:lvl6pPr>
            <a:lvl7pPr marL="1542989" indent="0" algn="ctr">
              <a:buNone/>
              <a:defRPr>
                <a:solidFill>
                  <a:schemeClr val="tx1">
                    <a:tint val="75000"/>
                  </a:schemeClr>
                </a:solidFill>
              </a:defRPr>
            </a:lvl7pPr>
            <a:lvl8pPr marL="1800153" indent="0" algn="ctr">
              <a:buNone/>
              <a:defRPr>
                <a:solidFill>
                  <a:schemeClr val="tx1">
                    <a:tint val="75000"/>
                  </a:schemeClr>
                </a:solidFill>
              </a:defRPr>
            </a:lvl8pPr>
            <a:lvl9pPr marL="2057318" indent="0" algn="ctr">
              <a:buNone/>
              <a:defRPr>
                <a:solidFill>
                  <a:schemeClr val="tx1">
                    <a:tint val="75000"/>
                  </a:schemeClr>
                </a:solidFill>
              </a:defRPr>
            </a:lvl9pPr>
          </a:lstStyle>
          <a:p>
            <a:r>
              <a:rPr lang="en-US"/>
              <a:t>Click to edit Master subtitle style</a:t>
            </a:r>
          </a:p>
        </p:txBody>
      </p:sp>
      <p:sp>
        <p:nvSpPr>
          <p:cNvPr id="7" name="Text Placeholder 6"/>
          <p:cNvSpPr>
            <a:spLocks noGrp="1"/>
          </p:cNvSpPr>
          <p:nvPr>
            <p:ph type="body" sz="quarter" idx="10" hasCustomPrompt="1"/>
          </p:nvPr>
        </p:nvSpPr>
        <p:spPr>
          <a:xfrm>
            <a:off x="962732" y="2355850"/>
            <a:ext cx="10253485"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5625" b="0" i="1" u="none" strike="noStrike" kern="0" cap="none" spc="-85" normalizeH="0" baseline="0" noProof="0" dirty="0" smtClean="0">
                <a:ln w="3175">
                  <a:noFill/>
                </a:ln>
                <a:gradFill flip="none" rotWithShape="1">
                  <a:gsLst>
                    <a:gs pos="0">
                      <a:schemeClr val="tx1">
                        <a:lumMod val="65000"/>
                      </a:schemeClr>
                    </a:gs>
                    <a:gs pos="50000">
                      <a:schemeClr val="tx1"/>
                    </a:gs>
                  </a:gsLst>
                  <a:lin ang="5400000" scaled="1"/>
                  <a:tileRect/>
                </a:gradFill>
                <a:effectLst>
                  <a:outerShdw blurRad="50800" dist="38100" dir="2700000" algn="tl" rotWithShape="0">
                    <a:prstClr val="black">
                      <a:alpha val="40000"/>
                    </a:prstClr>
                  </a:outerShdw>
                  <a:reflection blurRad="6350" stA="55000" endA="300" endPos="45500" dir="5400000" sy="-100000" algn="bl" rotWithShape="0"/>
                </a:effectLst>
                <a:uLnTx/>
                <a:uFillTx/>
                <a:latin typeface="+mn-lt"/>
                <a:ea typeface="+mn-ea"/>
                <a:cs typeface="Arial" charset="0"/>
              </a:defRPr>
            </a:lvl1pPr>
          </a:lstStyle>
          <a:p>
            <a:pPr lvl="0"/>
            <a:r>
              <a:rPr lang="en-US"/>
              <a:t>click to…</a:t>
            </a:r>
          </a:p>
        </p:txBody>
      </p:sp>
    </p:spTree>
    <p:extLst>
      <p:ext uri="{BB962C8B-B14F-4D97-AF65-F5344CB8AC3E}">
        <p14:creationId xmlns:p14="http://schemas.microsoft.com/office/powerpoint/2010/main" val="3032215118"/>
      </p:ext>
    </p:extLst>
  </p:cSld>
  <p:clrMapOvr>
    <a:masterClrMapping/>
  </p:clrMapOvr>
  <p:transition>
    <p:fade/>
  </p:transition>
  <p:hf sldNum="0" hdr="0" ftr="0" dt="0"/>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p:cSld name="1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508000" y="1411555"/>
            <a:ext cx="11176000" cy="1201483"/>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57285632"/>
      </p:ext>
    </p:extLst>
  </p:cSld>
  <p:clrMapOvr>
    <a:masterClrMapping/>
  </p:clrMapOvr>
  <p:transition>
    <p:fade/>
  </p:transition>
  <p:hf sldNum="0" hdr="0" ftr="0" dt="0"/>
</p:sldLayout>
</file>

<file path=ppt/slideLayouts/slideLayout160.xml><?xml version="1.0" encoding="utf-8"?>
<p:sldLayout xmlns:a="http://schemas.openxmlformats.org/drawingml/2006/main" xmlns:r="http://schemas.openxmlformats.org/officeDocument/2006/relationships" xmlns:p="http://schemas.openxmlformats.org/presentationml/2006/main" type="obj" preserve="1">
  <p:cSld name="1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508000" y="1412878"/>
            <a:ext cx="11176000" cy="1201483"/>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66201097"/>
      </p:ext>
    </p:extLst>
  </p:cSld>
  <p:clrMapOvr>
    <a:masterClrMapping/>
  </p:clrMapOvr>
  <p:transition>
    <p:fade/>
  </p:transition>
  <p:hf sldNum="0" hdr="0" ftr="0" dt="0"/>
</p:sldLayout>
</file>

<file path=ppt/slideLayouts/slideLayout161.xml><?xml version="1.0" encoding="utf-8"?>
<p:sldLayout xmlns:a="http://schemas.openxmlformats.org/drawingml/2006/main" xmlns:r="http://schemas.openxmlformats.org/officeDocument/2006/relationships" xmlns:p="http://schemas.openxmlformats.org/presentationml/2006/main" type="twoObj" preserve="1">
  <p:cSld name="2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0" y="1411554"/>
            <a:ext cx="5486400" cy="980012"/>
          </a:xfrm>
        </p:spPr>
        <p:txBody>
          <a:bodyPr/>
          <a:lstStyle>
            <a:lvl1pPr marL="191237" indent="-191237">
              <a:lnSpc>
                <a:spcPct val="90000"/>
              </a:lnSpc>
              <a:defRPr sz="1575"/>
            </a:lvl1pPr>
            <a:lvl2pPr marL="378753" indent="-183051">
              <a:lnSpc>
                <a:spcPct val="90000"/>
              </a:lnSpc>
              <a:defRPr sz="1350"/>
            </a:lvl2pPr>
            <a:lvl3pPr marL="536504" indent="-162216">
              <a:lnSpc>
                <a:spcPct val="90000"/>
              </a:lnSpc>
              <a:defRPr sz="1125"/>
            </a:lvl3pPr>
            <a:lvl4pPr marL="690536" indent="-154031">
              <a:lnSpc>
                <a:spcPct val="90000"/>
              </a:lnSpc>
              <a:defRPr sz="1013"/>
            </a:lvl4pPr>
            <a:lvl5pPr marL="852752" indent="-157751">
              <a:lnSpc>
                <a:spcPct val="90000"/>
              </a:lnSpc>
              <a:defRPr sz="1013"/>
            </a:lvl5pPr>
            <a:lvl6pPr>
              <a:defRPr sz="1013"/>
            </a:lvl6pPr>
            <a:lvl7pPr>
              <a:defRPr sz="1013"/>
            </a:lvl7pPr>
            <a:lvl8pPr>
              <a:defRPr sz="1013"/>
            </a:lvl8pPr>
            <a:lvl9pPr>
              <a:defRPr sz="10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11554"/>
            <a:ext cx="5486400" cy="980012"/>
          </a:xfrm>
        </p:spPr>
        <p:txBody>
          <a:bodyPr/>
          <a:lstStyle>
            <a:lvl1pPr marL="195702" indent="-195702">
              <a:lnSpc>
                <a:spcPct val="90000"/>
              </a:lnSpc>
              <a:defRPr sz="1575"/>
            </a:lvl1pPr>
            <a:lvl2pPr marL="378753" indent="-191237">
              <a:lnSpc>
                <a:spcPct val="90000"/>
              </a:lnSpc>
              <a:defRPr sz="1350"/>
            </a:lvl2pPr>
            <a:lvl3pPr marL="540969" indent="-170402">
              <a:lnSpc>
                <a:spcPct val="90000"/>
              </a:lnSpc>
              <a:defRPr sz="1125"/>
            </a:lvl3pPr>
            <a:lvl4pPr marL="690536" indent="-149567">
              <a:lnSpc>
                <a:spcPct val="90000"/>
              </a:lnSpc>
              <a:defRPr sz="1013"/>
            </a:lvl4pPr>
            <a:lvl5pPr marL="852752" indent="-154031">
              <a:lnSpc>
                <a:spcPct val="90000"/>
              </a:lnSpc>
              <a:defRPr sz="1013"/>
            </a:lvl5pPr>
            <a:lvl6pPr>
              <a:defRPr sz="1013"/>
            </a:lvl6pPr>
            <a:lvl7pPr>
              <a:defRPr sz="1013"/>
            </a:lvl7pPr>
            <a:lvl8pPr>
              <a:defRPr sz="1013"/>
            </a:lvl8pPr>
            <a:lvl9pPr>
              <a:defRPr sz="10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31203480"/>
      </p:ext>
    </p:extLst>
  </p:cSld>
  <p:clrMapOvr>
    <a:masterClrMapping/>
  </p:clrMapOvr>
  <p:transition>
    <p:fade/>
  </p:transition>
  <p:hf sldNum="0" hdr="0" ftr="0" dt="0"/>
</p:sldLayout>
</file>

<file path=ppt/slideLayouts/slideLayout162.xml><?xml version="1.0" encoding="utf-8"?>
<p:sldLayout xmlns:a="http://schemas.openxmlformats.org/drawingml/2006/main" xmlns:r="http://schemas.openxmlformats.org/officeDocument/2006/relationships" xmlns:p="http://schemas.openxmlformats.org/presentationml/2006/main" type="twoTxTwoObj" preserve="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8000" y="1909320"/>
            <a:ext cx="5486400" cy="194733"/>
          </a:xfrm>
        </p:spPr>
        <p:txBody>
          <a:bodyPr anchor="b"/>
          <a:lstStyle>
            <a:lvl1pPr marL="0" indent="0">
              <a:lnSpc>
                <a:spcPct val="90000"/>
              </a:lnSpc>
              <a:spcBef>
                <a:spcPts val="0"/>
              </a:spcBef>
              <a:buNone/>
              <a:defRPr sz="1406" b="1"/>
            </a:lvl1pPr>
            <a:lvl2pPr marL="257165" indent="0">
              <a:buNone/>
              <a:defRPr sz="1125" b="1"/>
            </a:lvl2pPr>
            <a:lvl3pPr marL="514329" indent="0">
              <a:buNone/>
              <a:defRPr sz="1013" b="1"/>
            </a:lvl3pPr>
            <a:lvl4pPr marL="771494" indent="0">
              <a:buNone/>
              <a:defRPr sz="900" b="1"/>
            </a:lvl4pPr>
            <a:lvl5pPr marL="1028659" indent="0">
              <a:buNone/>
              <a:defRPr sz="900" b="1"/>
            </a:lvl5pPr>
            <a:lvl6pPr marL="1285824" indent="0">
              <a:buNone/>
              <a:defRPr sz="900" b="1"/>
            </a:lvl6pPr>
            <a:lvl7pPr marL="1542989" indent="0">
              <a:buNone/>
              <a:defRPr sz="900" b="1"/>
            </a:lvl7pPr>
            <a:lvl8pPr marL="1800153" indent="0">
              <a:buNone/>
              <a:defRPr sz="900" b="1"/>
            </a:lvl8pPr>
            <a:lvl9pPr marL="2057318" indent="0">
              <a:buNone/>
              <a:defRPr sz="900" b="1"/>
            </a:lvl9pPr>
          </a:lstStyle>
          <a:p>
            <a:pPr lvl="0"/>
            <a:r>
              <a:rPr lang="en-US"/>
              <a:t>Click to edit Master text styles</a:t>
            </a:r>
          </a:p>
        </p:txBody>
      </p:sp>
      <p:sp>
        <p:nvSpPr>
          <p:cNvPr id="4" name="Content Placeholder 3"/>
          <p:cNvSpPr>
            <a:spLocks noGrp="1"/>
          </p:cNvSpPr>
          <p:nvPr>
            <p:ph sz="half" idx="2"/>
          </p:nvPr>
        </p:nvSpPr>
        <p:spPr>
          <a:xfrm>
            <a:off x="507999" y="2174876"/>
            <a:ext cx="5486400" cy="864789"/>
          </a:xfrm>
        </p:spPr>
        <p:txBody>
          <a:bodyPr/>
          <a:lstStyle>
            <a:lvl1pPr marL="158496" indent="-158496">
              <a:defRPr sz="1294"/>
            </a:lvl1pPr>
            <a:lvl2pPr marL="316248" indent="-149567">
              <a:defRPr sz="1125"/>
            </a:lvl2pPr>
            <a:lvl3pPr marL="457629" indent="-136916">
              <a:defRPr sz="1013"/>
            </a:lvl3pPr>
            <a:lvl4pPr marL="590825" indent="-128732">
              <a:defRPr sz="956"/>
            </a:lvl4pPr>
            <a:lvl5pPr marL="719556" indent="-116081">
              <a:defRPr sz="956"/>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4645" y="1909320"/>
            <a:ext cx="5489359" cy="194733"/>
          </a:xfrm>
        </p:spPr>
        <p:txBody>
          <a:bodyPr anchor="b"/>
          <a:lstStyle>
            <a:lvl1pPr marL="0" indent="0">
              <a:lnSpc>
                <a:spcPct val="90000"/>
              </a:lnSpc>
              <a:spcBef>
                <a:spcPts val="0"/>
              </a:spcBef>
              <a:buNone/>
              <a:defRPr sz="1406" b="1"/>
            </a:lvl1pPr>
            <a:lvl2pPr marL="257165" indent="0">
              <a:buNone/>
              <a:defRPr sz="1125" b="1"/>
            </a:lvl2pPr>
            <a:lvl3pPr marL="514329" indent="0">
              <a:buNone/>
              <a:defRPr sz="1013" b="1"/>
            </a:lvl3pPr>
            <a:lvl4pPr marL="771494" indent="0">
              <a:buNone/>
              <a:defRPr sz="900" b="1"/>
            </a:lvl4pPr>
            <a:lvl5pPr marL="1028659" indent="0">
              <a:buNone/>
              <a:defRPr sz="900" b="1"/>
            </a:lvl5pPr>
            <a:lvl6pPr marL="1285824" indent="0">
              <a:buNone/>
              <a:defRPr sz="900" b="1"/>
            </a:lvl6pPr>
            <a:lvl7pPr marL="1542989" indent="0">
              <a:buNone/>
              <a:defRPr sz="900" b="1"/>
            </a:lvl7pPr>
            <a:lvl8pPr marL="1800153" indent="0">
              <a:buNone/>
              <a:defRPr sz="900" b="1"/>
            </a:lvl8pPr>
            <a:lvl9pPr marL="2057318" indent="0">
              <a:buNone/>
              <a:defRPr sz="900" b="1"/>
            </a:lvl9pPr>
          </a:lstStyle>
          <a:p>
            <a:pPr lvl="0"/>
            <a:r>
              <a:rPr lang="en-US"/>
              <a:t>Click to edit Master text styles</a:t>
            </a:r>
          </a:p>
        </p:txBody>
      </p:sp>
      <p:sp>
        <p:nvSpPr>
          <p:cNvPr id="6" name="Content Placeholder 5"/>
          <p:cNvSpPr>
            <a:spLocks noGrp="1"/>
          </p:cNvSpPr>
          <p:nvPr>
            <p:ph sz="quarter" idx="4"/>
          </p:nvPr>
        </p:nvSpPr>
        <p:spPr>
          <a:xfrm>
            <a:off x="6193368" y="2174876"/>
            <a:ext cx="5490632" cy="864789"/>
          </a:xfrm>
        </p:spPr>
        <p:txBody>
          <a:bodyPr/>
          <a:lstStyle>
            <a:lvl1pPr marL="166681" indent="-166681">
              <a:defRPr sz="1294"/>
            </a:lvl1pPr>
            <a:lvl2pPr marL="320712" indent="-154031">
              <a:defRPr sz="1125"/>
            </a:lvl2pPr>
            <a:lvl3pPr marL="462093" indent="-137661">
              <a:defRPr sz="1013"/>
            </a:lvl3pPr>
            <a:lvl4pPr marL="590825" indent="-133196">
              <a:defRPr sz="956"/>
            </a:lvl4pPr>
            <a:lvl5pPr marL="719556" indent="-124267">
              <a:defRPr sz="956"/>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47475327"/>
      </p:ext>
    </p:extLst>
  </p:cSld>
  <p:clrMapOvr>
    <a:masterClrMapping/>
  </p:clrMapOvr>
  <p:transition>
    <p:fade/>
  </p:transition>
  <p:hf sldNum="0" hdr="0" ftr="0" dt="0"/>
</p:sldLayout>
</file>

<file path=ppt/slideLayouts/slideLayout163.xml><?xml version="1.0" encoding="utf-8"?>
<p:sldLayout xmlns:a="http://schemas.openxmlformats.org/drawingml/2006/main" xmlns:r="http://schemas.openxmlformats.org/officeDocument/2006/relationships" xmlns:p="http://schemas.openxmlformats.org/presentationml/2006/main" type="titleOnly" preserve="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37589564"/>
      </p:ext>
    </p:extLst>
  </p:cSld>
  <p:clrMapOvr>
    <a:masterClrMapping/>
  </p:clrMapOvr>
  <p:transition>
    <p:fade/>
  </p:transition>
  <p:hf sldNum="0" hdr="0" ftr="0" dt="0"/>
</p:sldLayout>
</file>

<file path=ppt/slideLayouts/slideLayout164.xml><?xml version="1.0" encoding="utf-8"?>
<p:sldLayout xmlns:a="http://schemas.openxmlformats.org/drawingml/2006/main" xmlns:r="http://schemas.openxmlformats.org/officeDocument/2006/relationships" xmlns:p="http://schemas.openxmlformats.org/presentationml/2006/main" type="blank" preserve="1">
  <p:cSld name="6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9519879"/>
      </p:ext>
    </p:extLst>
  </p:cSld>
  <p:clrMapOvr>
    <a:masterClrMapping/>
  </p:clrMapOvr>
  <p:transition>
    <p:fade/>
  </p:transition>
  <p:hf sldNum="0" hdr="0" ftr="0" dt="0"/>
</p:sldLayout>
</file>

<file path=ppt/slideLayouts/slideLayout165.xml><?xml version="1.0" encoding="utf-8"?>
<p:sldLayout xmlns:a="http://schemas.openxmlformats.org/drawingml/2006/main" xmlns:r="http://schemas.openxmlformats.org/officeDocument/2006/relationships" xmlns:p="http://schemas.openxmlformats.org/presentationml/2006/main" type="blank" preserve="1">
  <p:cSld name="2_WALKIN - Prints in GRAYSCALE">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7843240"/>
      </p:ext>
    </p:extLst>
  </p:cSld>
  <p:clrMapOvr>
    <a:masterClrMapping/>
  </p:clrMapOvr>
  <p:transition>
    <p:fade/>
  </p:transition>
  <p:hf sldNum="0" hdr="0" ftr="0" dt="0"/>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p:cSld name="9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p>
        </p:txBody>
      </p:sp>
      <p:sp>
        <p:nvSpPr>
          <p:cNvPr id="6" name="Text Placeholder 5"/>
          <p:cNvSpPr>
            <a:spLocks noGrp="1"/>
          </p:cNvSpPr>
          <p:nvPr>
            <p:ph type="body" sz="quarter" idx="10"/>
          </p:nvPr>
        </p:nvSpPr>
        <p:spPr bwMode="white">
          <a:xfrm>
            <a:off x="508000" y="1411555"/>
            <a:ext cx="11176000" cy="1201483"/>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10234187"/>
      </p:ext>
    </p:extLst>
  </p:cSld>
  <p:clrMapOvr>
    <a:masterClrMapping/>
  </p:clrMapOvr>
  <p:transition>
    <p:fade/>
  </p:transition>
  <p:hf sldNum="0" hdr="0" ftr="0" dt="0"/>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p>
        </p:txBody>
      </p:sp>
      <p:sp>
        <p:nvSpPr>
          <p:cNvPr id="6" name="Text Placeholder 5"/>
          <p:cNvSpPr>
            <a:spLocks noGrp="1"/>
          </p:cNvSpPr>
          <p:nvPr>
            <p:ph type="body" sz="quarter" idx="10"/>
          </p:nvPr>
        </p:nvSpPr>
        <p:spPr bwMode="white">
          <a:xfrm>
            <a:off x="508000" y="1411555"/>
            <a:ext cx="11176000" cy="1201483"/>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p:nvPr>
        </p:nvSpPr>
        <p:spPr>
          <a:xfrm>
            <a:off x="4" y="6238880"/>
            <a:ext cx="12192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en-US"/>
              <a:t>Click to edit Master text styles</a:t>
            </a:r>
          </a:p>
        </p:txBody>
      </p:sp>
    </p:spTree>
    <p:extLst>
      <p:ext uri="{BB962C8B-B14F-4D97-AF65-F5344CB8AC3E}">
        <p14:creationId xmlns:p14="http://schemas.microsoft.com/office/powerpoint/2010/main" val="1678097541"/>
      </p:ext>
    </p:extLst>
  </p:cSld>
  <p:clrMapOvr>
    <a:masterClrMapping/>
  </p:clrMapOvr>
  <p:transition>
    <p:fade/>
  </p:transition>
  <p:hf sldNum="0" hdr="0" ftr="0" dt="0"/>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p:cSld name="5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6"/>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675">
                <a:solidFill>
                  <a:schemeClr val="bg1"/>
                </a:solidFill>
              </a:defRPr>
            </a:lvl1pPr>
            <a:lvl2pPr>
              <a:buNone/>
              <a:defRPr sz="675">
                <a:solidFill>
                  <a:schemeClr val="bg1"/>
                </a:solidFill>
              </a:defRPr>
            </a:lvl2pPr>
            <a:lvl3pPr>
              <a:buNone/>
              <a:defRPr sz="675">
                <a:solidFill>
                  <a:schemeClr val="bg1"/>
                </a:solidFill>
              </a:defRPr>
            </a:lvl3pPr>
            <a:lvl4pPr>
              <a:buNone/>
              <a:defRPr sz="675">
                <a:solidFill>
                  <a:schemeClr val="bg1"/>
                </a:solidFill>
              </a:defRPr>
            </a:lvl4pPr>
            <a:lvl5pPr>
              <a:buNone/>
              <a:defRPr sz="675">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275300832"/>
      </p:ext>
    </p:extLst>
  </p:cSld>
  <p:clrMapOvr>
    <a:masterClrMapping/>
  </p:clrMapOvr>
  <p:hf sldNum="0" hdr="0" ftr="0" dt="0"/>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p:cSld name="8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6"/>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675">
                <a:solidFill>
                  <a:schemeClr val="bg1"/>
                </a:solidFill>
              </a:defRPr>
            </a:lvl1pPr>
            <a:lvl2pPr>
              <a:buNone/>
              <a:defRPr sz="675">
                <a:solidFill>
                  <a:schemeClr val="bg1"/>
                </a:solidFill>
              </a:defRPr>
            </a:lvl2pPr>
            <a:lvl3pPr>
              <a:buNone/>
              <a:defRPr sz="675">
                <a:solidFill>
                  <a:schemeClr val="bg1"/>
                </a:solidFill>
              </a:defRPr>
            </a:lvl3pPr>
            <a:lvl4pPr>
              <a:buNone/>
              <a:defRPr sz="675">
                <a:solidFill>
                  <a:schemeClr val="bg1"/>
                </a:solidFill>
              </a:defRPr>
            </a:lvl4pPr>
            <a:lvl5pPr>
              <a:buNone/>
              <a:defRPr sz="675">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882521674"/>
      </p:ext>
    </p:extLst>
  </p:cSld>
  <p:clrMapOvr>
    <a:masterClrMapping/>
  </p:clrMapOvr>
  <p:hf sldNum="0" hdr="0" ftr="0" dt="0"/>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p:cSld name="1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68268698"/>
      </p:ext>
    </p:extLst>
  </p:cSld>
  <p:clrMapOvr>
    <a:masterClrMapping/>
  </p:clrMapOvr>
  <p:hf sldNum="0" hdr="0" ftr="0" dt="0"/>
</p:sldLayout>
</file>

<file path=ppt/slideLayouts/slideLayout171.xml><?xml version="1.0" encoding="utf-8"?>
<p:sldLayout xmlns:a="http://schemas.openxmlformats.org/drawingml/2006/main" xmlns:r="http://schemas.openxmlformats.org/officeDocument/2006/relationships" xmlns:p="http://schemas.openxmlformats.org/presentationml/2006/main">
  <p:cSld name="11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565543185"/>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3667" y="1905001"/>
            <a:ext cx="10242551" cy="1523495"/>
          </a:xfrm>
        </p:spPr>
        <p:txBody>
          <a:bodyPr>
            <a:noAutofit/>
          </a:bodyPr>
          <a:lstStyle>
            <a:lvl1pPr>
              <a:lnSpc>
                <a:spcPct val="90000"/>
              </a:lnSpc>
              <a:defRPr sz="5400"/>
            </a:lvl1pPr>
          </a:lstStyle>
          <a:p>
            <a:r>
              <a:rPr lang="en-US"/>
              <a:t>Click to edit Master title style</a:t>
            </a:r>
            <a:endParaRPr lang="en-US" dirty="0"/>
          </a:p>
        </p:txBody>
      </p:sp>
      <p:sp>
        <p:nvSpPr>
          <p:cNvPr id="3" name="Subtitle 2"/>
          <p:cNvSpPr>
            <a:spLocks noGrp="1"/>
          </p:cNvSpPr>
          <p:nvPr>
            <p:ph type="subTitle" idx="1"/>
          </p:nvPr>
        </p:nvSpPr>
        <p:spPr>
          <a:xfrm>
            <a:off x="973666" y="4344989"/>
            <a:ext cx="10242551"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2105281254"/>
      </p:ext>
    </p:extLst>
  </p:cSld>
  <p:clrMapOvr>
    <a:masterClrMapping/>
  </p:clrMapOvr>
  <p:transition>
    <p:fade/>
  </p:transition>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825625" y="649805"/>
            <a:ext cx="9390944" cy="1523494"/>
          </a:xfrm>
        </p:spPr>
        <p:txBody>
          <a:bodyPr anchor="ctr" anchorCtr="0">
            <a:noAutofit/>
          </a:bodyPr>
          <a:lstStyle>
            <a:lvl1pPr>
              <a:lnSpc>
                <a:spcPct val="90000"/>
              </a:lnSpc>
              <a:defRPr sz="5400"/>
            </a:lvl1pPr>
          </a:lstStyle>
          <a:p>
            <a:r>
              <a:rPr lang="en-US"/>
              <a:t>Click to edit Master title style</a:t>
            </a:r>
            <a:endParaRPr lang="en-US" dirty="0"/>
          </a:p>
        </p:txBody>
      </p:sp>
      <p:sp>
        <p:nvSpPr>
          <p:cNvPr id="3" name="Subtitle 2"/>
          <p:cNvSpPr>
            <a:spLocks noGrp="1"/>
          </p:cNvSpPr>
          <p:nvPr>
            <p:ph type="subTitle" idx="1"/>
          </p:nvPr>
        </p:nvSpPr>
        <p:spPr>
          <a:xfrm>
            <a:off x="1825273" y="4344989"/>
            <a:ext cx="9390944"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962732" y="2355850"/>
            <a:ext cx="10253485"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10000" b="0" i="1" u="none" strike="noStrike" kern="0" cap="none" spc="-150" normalizeH="0" baseline="0" noProof="0" dirty="0" smtClean="0">
                <a:ln w="3175">
                  <a:noFill/>
                </a:ln>
                <a:gradFill flip="none" rotWithShape="1">
                  <a:gsLst>
                    <a:gs pos="0">
                      <a:schemeClr val="tx1">
                        <a:lumMod val="65000"/>
                      </a:schemeClr>
                    </a:gs>
                    <a:gs pos="50000">
                      <a:schemeClr val="tx1"/>
                    </a:gs>
                  </a:gsLst>
                  <a:lin ang="5400000" scaled="1"/>
                  <a:tileRect/>
                </a:gradFill>
                <a:effectLst>
                  <a:outerShdw blurRad="50800" dist="38100" dir="2700000" algn="tl" rotWithShape="0">
                    <a:prstClr val="black">
                      <a:alpha val="40000"/>
                    </a:prstClr>
                  </a:outerShdw>
                  <a:reflection blurRad="6350" stA="55000" endA="300" endPos="45500" dir="5400000" sy="-100000" algn="bl" rotWithShape="0"/>
                </a:effectLst>
                <a:uLnTx/>
                <a:uFillTx/>
                <a:latin typeface="+mn-lt"/>
                <a:ea typeface="+mn-ea"/>
                <a:cs typeface="Arial" charset="0"/>
              </a:defRPr>
            </a:lvl1pPr>
          </a:lstStyle>
          <a:p>
            <a:pPr lvl="0"/>
            <a:r>
              <a:rPr lang="en-US" dirty="0"/>
              <a:t>click to…</a:t>
            </a:r>
          </a:p>
        </p:txBody>
      </p:sp>
    </p:spTree>
    <p:extLst>
      <p:ext uri="{BB962C8B-B14F-4D97-AF65-F5344CB8AC3E}">
        <p14:creationId xmlns:p14="http://schemas.microsoft.com/office/powerpoint/2010/main" val="1894115103"/>
      </p:ext>
    </p:extLst>
  </p:cSld>
  <p:clrMapOvr>
    <a:masterClrMapping/>
  </p:clrMapOvr>
  <p:transition>
    <p:fade/>
  </p:transition>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508000" y="1411552"/>
            <a:ext cx="11176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12072918"/>
      </p:ext>
    </p:extLst>
  </p:cSld>
  <p:clrMapOvr>
    <a:masterClrMapping/>
  </p:clrMapOvr>
  <p:transition>
    <p:fade/>
  </p:transition>
</p:sldLayout>
</file>

<file path=ppt/slideLayouts/slideLayout17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508000" y="1412875"/>
            <a:ext cx="11176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46932716"/>
      </p:ext>
    </p:extLst>
  </p:cSld>
  <p:clrMapOvr>
    <a:masterClrMapping/>
  </p:clrMapOvr>
  <p:transition>
    <p:fade/>
  </p:transition>
</p:sldLayout>
</file>

<file path=ppt/slideLayouts/slideLayout17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0" y="1411553"/>
            <a:ext cx="5486400" cy="1742015"/>
          </a:xfrm>
        </p:spPr>
        <p:txBody>
          <a:bodyPr/>
          <a:lstStyle>
            <a:lvl1pPr marL="339976" indent="-339976">
              <a:lnSpc>
                <a:spcPct val="90000"/>
              </a:lnSpc>
              <a:defRPr sz="2800"/>
            </a:lvl1pPr>
            <a:lvl2pPr marL="673338" indent="-325424">
              <a:lnSpc>
                <a:spcPct val="90000"/>
              </a:lnSpc>
              <a:defRPr sz="2400"/>
            </a:lvl2pPr>
            <a:lvl3pPr marL="953785" indent="-288384">
              <a:lnSpc>
                <a:spcPct val="90000"/>
              </a:lnSpc>
              <a:defRPr sz="2000"/>
            </a:lvl3pPr>
            <a:lvl4pPr marL="1227618" indent="-273833">
              <a:lnSpc>
                <a:spcPct val="90000"/>
              </a:lnSpc>
              <a:defRPr sz="1800"/>
            </a:lvl4pPr>
            <a:lvl5pPr marL="1516002" indent="-280447">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411553"/>
            <a:ext cx="5486400" cy="1742015"/>
          </a:xfrm>
        </p:spPr>
        <p:txBody>
          <a:bodyPr/>
          <a:lstStyle>
            <a:lvl1pPr marL="347914" indent="-347914">
              <a:lnSpc>
                <a:spcPct val="90000"/>
              </a:lnSpc>
              <a:defRPr sz="2800"/>
            </a:lvl1pPr>
            <a:lvl2pPr marL="673338" indent="-339976">
              <a:lnSpc>
                <a:spcPct val="90000"/>
              </a:lnSpc>
              <a:defRPr sz="2400"/>
            </a:lvl2pPr>
            <a:lvl3pPr marL="961722" indent="-302936">
              <a:lnSpc>
                <a:spcPct val="90000"/>
              </a:lnSpc>
              <a:defRPr sz="2000"/>
            </a:lvl3pPr>
            <a:lvl4pPr marL="1227618" indent="-265896">
              <a:lnSpc>
                <a:spcPct val="90000"/>
              </a:lnSpc>
              <a:defRPr sz="1800"/>
            </a:lvl4pPr>
            <a:lvl5pPr marL="1516002" indent="-273833">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24486875"/>
      </p:ext>
    </p:extLst>
  </p:cSld>
  <p:clrMapOvr>
    <a:masterClrMapping/>
  </p:clrMapOvr>
  <p:transition>
    <p:fade/>
  </p:transition>
</p:sldLayout>
</file>

<file path=ppt/slideLayouts/slideLayout17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8000" y="1757802"/>
            <a:ext cx="5486400"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p:cNvSpPr>
            <a:spLocks noGrp="1"/>
          </p:cNvSpPr>
          <p:nvPr>
            <p:ph sz="half" idx="2"/>
          </p:nvPr>
        </p:nvSpPr>
        <p:spPr>
          <a:xfrm>
            <a:off x="507999" y="2174875"/>
            <a:ext cx="5486400"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4642" y="1757802"/>
            <a:ext cx="5489359"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490632" cy="1537344"/>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37020024"/>
      </p:ext>
    </p:extLst>
  </p:cSld>
  <p:clrMapOvr>
    <a:masterClrMapping/>
  </p:clrMapOvr>
  <p:transition>
    <p:fade/>
  </p:transition>
</p:sldLayout>
</file>

<file path=ppt/slideLayouts/slideLayout17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20079728"/>
      </p:ext>
    </p:extLst>
  </p:cSld>
  <p:clrMapOvr>
    <a:masterClrMapping/>
  </p:clrMapOvr>
  <p:transition>
    <p:fade/>
  </p:transition>
</p:sldLayout>
</file>

<file path=ppt/slideLayouts/slideLayout17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69040885"/>
      </p:ext>
    </p:extLst>
  </p:cSld>
  <p:clrMapOvr>
    <a:masterClrMapping/>
  </p:clrMapOvr>
  <p:transition>
    <p:fade/>
  </p:transition>
</p:sldLayout>
</file>

<file path=ppt/slideLayouts/slideLayout180.xml><?xml version="1.0" encoding="utf-8"?>
<p:sldLayout xmlns:a="http://schemas.openxmlformats.org/drawingml/2006/main" xmlns:r="http://schemas.openxmlformats.org/officeDocument/2006/relationships" xmlns:p="http://schemas.openxmlformats.org/presentationml/2006/main" type="blank" preserve="1">
  <p:cSld name="WALKIN - Prints in GRAYSCALE">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3312793"/>
      </p:ext>
    </p:extLst>
  </p:cSld>
  <p:clrMapOvr>
    <a:masterClrMapping/>
  </p:clrMapOvr>
  <p:transition>
    <p:fade/>
  </p:transition>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endParaRPr lang="en-US" dirty="0"/>
          </a:p>
        </p:txBody>
      </p:sp>
      <p:sp>
        <p:nvSpPr>
          <p:cNvPr id="6" name="Text Placeholder 5"/>
          <p:cNvSpPr>
            <a:spLocks noGrp="1"/>
          </p:cNvSpPr>
          <p:nvPr>
            <p:ph type="body" sz="quarter" idx="10"/>
          </p:nvPr>
        </p:nvSpPr>
        <p:spPr bwMode="white">
          <a:xfrm>
            <a:off x="508000" y="1411553"/>
            <a:ext cx="11176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82389989"/>
      </p:ext>
    </p:extLst>
  </p:cSld>
  <p:clrMapOvr>
    <a:masterClrMapping/>
  </p:clrMapOvr>
  <p:transition>
    <p:fade/>
  </p:transition>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endParaRPr lang="en-US" dirty="0"/>
          </a:p>
        </p:txBody>
      </p:sp>
      <p:sp>
        <p:nvSpPr>
          <p:cNvPr id="6" name="Text Placeholder 5"/>
          <p:cNvSpPr>
            <a:spLocks noGrp="1"/>
          </p:cNvSpPr>
          <p:nvPr>
            <p:ph type="body" sz="quarter" idx="10"/>
          </p:nvPr>
        </p:nvSpPr>
        <p:spPr bwMode="white">
          <a:xfrm>
            <a:off x="508000" y="1411553"/>
            <a:ext cx="11176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1" y="6238876"/>
            <a:ext cx="12192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en-US"/>
              <a:t>Click to edit Master text styles</a:t>
            </a:r>
          </a:p>
        </p:txBody>
      </p:sp>
    </p:spTree>
    <p:extLst>
      <p:ext uri="{BB962C8B-B14F-4D97-AF65-F5344CB8AC3E}">
        <p14:creationId xmlns:p14="http://schemas.microsoft.com/office/powerpoint/2010/main" val="2931772020"/>
      </p:ext>
    </p:extLst>
  </p:cSld>
  <p:clrMapOvr>
    <a:masterClrMapping/>
  </p:clrMapOvr>
  <p:transition>
    <p:fade/>
  </p:transition>
</p:sldLayout>
</file>

<file path=ppt/slideLayouts/slideLayout183.xml><?xml version="1.0" encoding="utf-8"?>
<p:sldLayout xmlns:a="http://schemas.openxmlformats.org/drawingml/2006/main" xmlns:r="http://schemas.openxmlformats.org/officeDocument/2006/relationships" xmlns:p="http://schemas.openxmlformats.org/presentationml/2006/main">
  <p:cSld name="1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7" y="762002"/>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695397712"/>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cSld name="3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7" y="762002"/>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826842943"/>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65640284"/>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3667" y="1905001"/>
            <a:ext cx="10242551" cy="1523495"/>
          </a:xfrm>
        </p:spPr>
        <p:txBody>
          <a:bodyPr>
            <a:noAutofit/>
          </a:bodyPr>
          <a:lstStyle>
            <a:lvl1pPr>
              <a:lnSpc>
                <a:spcPct val="90000"/>
              </a:lnSpc>
              <a:defRPr sz="5400"/>
            </a:lvl1pPr>
          </a:lstStyle>
          <a:p>
            <a:r>
              <a:rPr lang="en-US"/>
              <a:t>Click to edit Master title style</a:t>
            </a:r>
          </a:p>
        </p:txBody>
      </p:sp>
      <p:sp>
        <p:nvSpPr>
          <p:cNvPr id="3" name="Subtitle 2"/>
          <p:cNvSpPr>
            <a:spLocks noGrp="1"/>
          </p:cNvSpPr>
          <p:nvPr>
            <p:ph type="subTitle" idx="1"/>
          </p:nvPr>
        </p:nvSpPr>
        <p:spPr>
          <a:xfrm>
            <a:off x="973666" y="4344989"/>
            <a:ext cx="10242551"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1601466239"/>
      </p:ext>
    </p:extLst>
  </p:cSld>
  <p:clrMapOvr>
    <a:masterClrMapping/>
  </p:clrMapOvr>
  <p:transition>
    <p:fade/>
  </p:transition>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825625" y="649805"/>
            <a:ext cx="9390944" cy="1523494"/>
          </a:xfrm>
        </p:spPr>
        <p:txBody>
          <a:bodyPr anchor="ctr" anchorCtr="0">
            <a:noAutofit/>
          </a:bodyPr>
          <a:lstStyle>
            <a:lvl1pPr>
              <a:lnSpc>
                <a:spcPct val="90000"/>
              </a:lnSpc>
              <a:defRPr sz="5400"/>
            </a:lvl1pPr>
          </a:lstStyle>
          <a:p>
            <a:r>
              <a:rPr lang="en-US"/>
              <a:t>Click to edit Master title style</a:t>
            </a:r>
          </a:p>
        </p:txBody>
      </p:sp>
      <p:sp>
        <p:nvSpPr>
          <p:cNvPr id="3" name="Subtitle 2"/>
          <p:cNvSpPr>
            <a:spLocks noGrp="1"/>
          </p:cNvSpPr>
          <p:nvPr>
            <p:ph type="subTitle" idx="1"/>
          </p:nvPr>
        </p:nvSpPr>
        <p:spPr>
          <a:xfrm>
            <a:off x="1825273" y="4344989"/>
            <a:ext cx="9390944"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p>
        </p:txBody>
      </p:sp>
      <p:sp>
        <p:nvSpPr>
          <p:cNvPr id="7" name="Text Placeholder 6"/>
          <p:cNvSpPr>
            <a:spLocks noGrp="1"/>
          </p:cNvSpPr>
          <p:nvPr>
            <p:ph type="body" sz="quarter" idx="10" hasCustomPrompt="1"/>
          </p:nvPr>
        </p:nvSpPr>
        <p:spPr>
          <a:xfrm>
            <a:off x="962732" y="2355850"/>
            <a:ext cx="10253485"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10000" b="0" i="1" u="none" strike="noStrike" kern="0" cap="none" spc="-150" normalizeH="0" baseline="0" noProof="0" dirty="0" smtClean="0">
                <a:ln w="3175">
                  <a:noFill/>
                </a:ln>
                <a:gradFill flip="none" rotWithShape="1">
                  <a:gsLst>
                    <a:gs pos="0">
                      <a:schemeClr val="tx1">
                        <a:lumMod val="65000"/>
                      </a:schemeClr>
                    </a:gs>
                    <a:gs pos="50000">
                      <a:schemeClr val="tx1"/>
                    </a:gs>
                  </a:gsLst>
                  <a:lin ang="5400000" scaled="1"/>
                  <a:tileRect/>
                </a:gradFill>
                <a:effectLst>
                  <a:outerShdw blurRad="50800" dist="38100" dir="2700000" algn="tl" rotWithShape="0">
                    <a:prstClr val="black">
                      <a:alpha val="40000"/>
                    </a:prstClr>
                  </a:outerShdw>
                  <a:reflection blurRad="6350" stA="55000" endA="300" endPos="45500" dir="5400000" sy="-100000" algn="bl" rotWithShape="0"/>
                </a:effectLst>
                <a:uLnTx/>
                <a:uFillTx/>
                <a:latin typeface="+mn-lt"/>
                <a:ea typeface="+mn-ea"/>
                <a:cs typeface="Arial" charset="0"/>
              </a:defRPr>
            </a:lvl1pPr>
          </a:lstStyle>
          <a:p>
            <a:pPr lvl="0"/>
            <a:r>
              <a:rPr lang="en-US"/>
              <a:t>click to…</a:t>
            </a:r>
          </a:p>
        </p:txBody>
      </p:sp>
    </p:spTree>
    <p:extLst>
      <p:ext uri="{BB962C8B-B14F-4D97-AF65-F5344CB8AC3E}">
        <p14:creationId xmlns:p14="http://schemas.microsoft.com/office/powerpoint/2010/main" val="2107749455"/>
      </p:ext>
    </p:extLst>
  </p:cSld>
  <p:clrMapOvr>
    <a:masterClrMapping/>
  </p:clrMapOvr>
  <p:transition>
    <p:fade/>
  </p:transition>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508000" y="1411552"/>
            <a:ext cx="11176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27595513"/>
      </p:ext>
    </p:extLst>
  </p:cSld>
  <p:clrMapOvr>
    <a:masterClrMapping/>
  </p:clrMapOvr>
  <p:transition>
    <p:fade/>
  </p:transition>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508000" y="1412875"/>
            <a:ext cx="11176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24475799"/>
      </p:ext>
    </p:extLst>
  </p:cSld>
  <p:clrMapOvr>
    <a:masterClrMapping/>
  </p:clrMapOvr>
  <p:transition>
    <p:fade/>
  </p:transition>
</p:sldLayout>
</file>

<file path=ppt/slideLayouts/slideLayout19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0" y="1411553"/>
            <a:ext cx="5486400" cy="1742015"/>
          </a:xfrm>
        </p:spPr>
        <p:txBody>
          <a:bodyPr/>
          <a:lstStyle>
            <a:lvl1pPr marL="339976" indent="-339976">
              <a:lnSpc>
                <a:spcPct val="90000"/>
              </a:lnSpc>
              <a:defRPr sz="2800"/>
            </a:lvl1pPr>
            <a:lvl2pPr marL="673338" indent="-325424">
              <a:lnSpc>
                <a:spcPct val="90000"/>
              </a:lnSpc>
              <a:defRPr sz="2400"/>
            </a:lvl2pPr>
            <a:lvl3pPr marL="953785" indent="-288384">
              <a:lnSpc>
                <a:spcPct val="90000"/>
              </a:lnSpc>
              <a:defRPr sz="2000"/>
            </a:lvl3pPr>
            <a:lvl4pPr marL="1227618" indent="-273833">
              <a:lnSpc>
                <a:spcPct val="90000"/>
              </a:lnSpc>
              <a:defRPr sz="1800"/>
            </a:lvl4pPr>
            <a:lvl5pPr marL="1516002" indent="-280447">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11553"/>
            <a:ext cx="5486400" cy="1742015"/>
          </a:xfrm>
        </p:spPr>
        <p:txBody>
          <a:bodyPr/>
          <a:lstStyle>
            <a:lvl1pPr marL="347914" indent="-347914">
              <a:lnSpc>
                <a:spcPct val="90000"/>
              </a:lnSpc>
              <a:defRPr sz="2800"/>
            </a:lvl1pPr>
            <a:lvl2pPr marL="673338" indent="-339976">
              <a:lnSpc>
                <a:spcPct val="90000"/>
              </a:lnSpc>
              <a:defRPr sz="2400"/>
            </a:lvl2pPr>
            <a:lvl3pPr marL="961722" indent="-302936">
              <a:lnSpc>
                <a:spcPct val="90000"/>
              </a:lnSpc>
              <a:defRPr sz="2000"/>
            </a:lvl3pPr>
            <a:lvl4pPr marL="1227618" indent="-265896">
              <a:lnSpc>
                <a:spcPct val="90000"/>
              </a:lnSpc>
              <a:defRPr sz="1800"/>
            </a:lvl4pPr>
            <a:lvl5pPr marL="1516002" indent="-273833">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8338852"/>
      </p:ext>
    </p:extLst>
  </p:cSld>
  <p:clrMapOvr>
    <a:masterClrMapping/>
  </p:clrMapOvr>
  <p:transition>
    <p:fade/>
  </p:transition>
</p:sldLayout>
</file>

<file path=ppt/slideLayouts/slideLayout19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8000" y="1757802"/>
            <a:ext cx="5486400"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p:cNvSpPr>
            <a:spLocks noGrp="1"/>
          </p:cNvSpPr>
          <p:nvPr>
            <p:ph sz="half" idx="2"/>
          </p:nvPr>
        </p:nvSpPr>
        <p:spPr>
          <a:xfrm>
            <a:off x="507999" y="2174875"/>
            <a:ext cx="5486400"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4642" y="1757802"/>
            <a:ext cx="5489359"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490632" cy="1537344"/>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81866675"/>
      </p:ext>
    </p:extLst>
  </p:cSld>
  <p:clrMapOvr>
    <a:masterClrMapping/>
  </p:clrMapOvr>
  <p:transition>
    <p:fade/>
  </p:transition>
</p:sldLayout>
</file>

<file path=ppt/slideLayouts/slideLayout19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30223911"/>
      </p:ext>
    </p:extLst>
  </p:cSld>
  <p:clrMapOvr>
    <a:masterClrMapping/>
  </p:clrMapOvr>
  <p:transition>
    <p:fade/>
  </p:transition>
</p:sldLayout>
</file>

<file path=ppt/slideLayouts/slideLayout19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95631762"/>
      </p:ext>
    </p:extLst>
  </p:cSld>
  <p:clrMapOvr>
    <a:masterClrMapping/>
  </p:clrMapOvr>
  <p:transition>
    <p:fade/>
  </p:transition>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WALKIN - Prints in GRAYSCALE">
    <p:spTree>
      <p:nvGrpSpPr>
        <p:cNvPr id="1" name=""/>
        <p:cNvGrpSpPr/>
        <p:nvPr/>
      </p:nvGrpSpPr>
      <p:grpSpPr>
        <a:xfrm>
          <a:off x="0" y="0"/>
          <a:ext cx="0" cy="0"/>
          <a:chOff x="0" y="0"/>
          <a:chExt cx="0" cy="0"/>
        </a:xfrm>
      </p:grpSpPr>
    </p:spTree>
    <p:extLst>
      <p:ext uri="{BB962C8B-B14F-4D97-AF65-F5344CB8AC3E}">
        <p14:creationId xmlns:p14="http://schemas.microsoft.com/office/powerpoint/2010/main" val="997272447"/>
      </p:ext>
    </p:extLst>
  </p:cSld>
  <p:clrMapOvr>
    <a:masterClrMapping/>
  </p:clrMapOvr>
  <p:transition>
    <p:fade/>
  </p:transition>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p>
        </p:txBody>
      </p:sp>
      <p:sp>
        <p:nvSpPr>
          <p:cNvPr id="6" name="Text Placeholder 5"/>
          <p:cNvSpPr>
            <a:spLocks noGrp="1"/>
          </p:cNvSpPr>
          <p:nvPr>
            <p:ph type="body" sz="quarter" idx="10"/>
          </p:nvPr>
        </p:nvSpPr>
        <p:spPr bwMode="white">
          <a:xfrm>
            <a:off x="508000" y="1411553"/>
            <a:ext cx="11176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2596804"/>
      </p:ext>
    </p:extLst>
  </p:cSld>
  <p:clrMapOvr>
    <a:masterClrMapping/>
  </p:clrMapOvr>
  <p:transition>
    <p:fade/>
  </p:transition>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p>
        </p:txBody>
      </p:sp>
      <p:sp>
        <p:nvSpPr>
          <p:cNvPr id="6" name="Text Placeholder 5"/>
          <p:cNvSpPr>
            <a:spLocks noGrp="1"/>
          </p:cNvSpPr>
          <p:nvPr>
            <p:ph type="body" sz="quarter" idx="10"/>
          </p:nvPr>
        </p:nvSpPr>
        <p:spPr bwMode="white">
          <a:xfrm>
            <a:off x="508000" y="1411553"/>
            <a:ext cx="11176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p:nvPr>
        </p:nvSpPr>
        <p:spPr>
          <a:xfrm>
            <a:off x="1" y="6238876"/>
            <a:ext cx="12192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en-US"/>
              <a:t>Click to edit Master text styles</a:t>
            </a:r>
          </a:p>
        </p:txBody>
      </p:sp>
    </p:spTree>
    <p:extLst>
      <p:ext uri="{BB962C8B-B14F-4D97-AF65-F5344CB8AC3E}">
        <p14:creationId xmlns:p14="http://schemas.microsoft.com/office/powerpoint/2010/main" val="1714913585"/>
      </p:ext>
    </p:extLst>
  </p:cSld>
  <p:clrMapOvr>
    <a:masterClrMapping/>
  </p:clrMapOvr>
  <p:transition>
    <p:fade/>
  </p:transition>
</p:sldLayout>
</file>

<file path=ppt/slideLayouts/slideLayout197.xml><?xml version="1.0" encoding="utf-8"?>
<p:sldLayout xmlns:a="http://schemas.openxmlformats.org/drawingml/2006/main" xmlns:r="http://schemas.openxmlformats.org/officeDocument/2006/relationships" xmlns:p="http://schemas.openxmlformats.org/presentationml/2006/main">
  <p:cSld name="1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7" y="762002"/>
            <a:ext cx="5249333" cy="152399"/>
          </a:xfrm>
          <a:prstGeom prst="rect">
            <a:avLst/>
          </a:prstGeom>
        </p:spPr>
        <p:txBody>
          <a:bodyPr/>
          <a:lstStyle>
            <a:lvl1pPr algn="l">
              <a:defRPr/>
            </a:lvl1pPr>
          </a:lstStyle>
          <a:p>
            <a:pPr>
              <a:defRPr/>
            </a:pPr>
            <a:endParaRPr lang="en-US"/>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236347305"/>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cSld name="12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7" y="762002"/>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184526734"/>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67470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gif"/><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1.xml"/><Relationship Id="rId18" Type="http://schemas.openxmlformats.org/officeDocument/2006/relationships/slideLayout" Target="../slideLayouts/slideLayout26.xml"/><Relationship Id="rId26" Type="http://schemas.openxmlformats.org/officeDocument/2006/relationships/slideLayout" Target="../slideLayouts/slideLayout34.xml"/><Relationship Id="rId3" Type="http://schemas.openxmlformats.org/officeDocument/2006/relationships/slideLayout" Target="../slideLayouts/slideLayout11.xml"/><Relationship Id="rId21" Type="http://schemas.openxmlformats.org/officeDocument/2006/relationships/slideLayout" Target="../slideLayouts/slideLayout29.xml"/><Relationship Id="rId34" Type="http://schemas.openxmlformats.org/officeDocument/2006/relationships/image" Target="../media/image5.png"/><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5" Type="http://schemas.openxmlformats.org/officeDocument/2006/relationships/slideLayout" Target="../slideLayouts/slideLayout33.xml"/><Relationship Id="rId33" Type="http://schemas.openxmlformats.org/officeDocument/2006/relationships/image" Target="../media/image4.jpeg"/><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slideLayout" Target="../slideLayouts/slideLayout28.xml"/><Relationship Id="rId29" Type="http://schemas.openxmlformats.org/officeDocument/2006/relationships/slideLayout" Target="../slideLayouts/slideLayout37.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24" Type="http://schemas.openxmlformats.org/officeDocument/2006/relationships/slideLayout" Target="../slideLayouts/slideLayout32.xml"/><Relationship Id="rId32" Type="http://schemas.openxmlformats.org/officeDocument/2006/relationships/theme" Target="../theme/theme2.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23" Type="http://schemas.openxmlformats.org/officeDocument/2006/relationships/slideLayout" Target="../slideLayouts/slideLayout31.xml"/><Relationship Id="rId28" Type="http://schemas.openxmlformats.org/officeDocument/2006/relationships/slideLayout" Target="../slideLayouts/slideLayout36.xml"/><Relationship Id="rId10" Type="http://schemas.openxmlformats.org/officeDocument/2006/relationships/slideLayout" Target="../slideLayouts/slideLayout18.xml"/><Relationship Id="rId19" Type="http://schemas.openxmlformats.org/officeDocument/2006/relationships/slideLayout" Target="../slideLayouts/slideLayout27.xml"/><Relationship Id="rId31" Type="http://schemas.openxmlformats.org/officeDocument/2006/relationships/slideLayout" Target="../slideLayouts/slideLayout39.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 Id="rId22" Type="http://schemas.openxmlformats.org/officeDocument/2006/relationships/slideLayout" Target="../slideLayouts/slideLayout30.xml"/><Relationship Id="rId27" Type="http://schemas.openxmlformats.org/officeDocument/2006/relationships/slideLayout" Target="../slideLayouts/slideLayout35.xml"/><Relationship Id="rId30" Type="http://schemas.openxmlformats.org/officeDocument/2006/relationships/slideLayout" Target="../slideLayouts/slideLayout38.xml"/><Relationship Id="rId35" Type="http://schemas.openxmlformats.org/officeDocument/2006/relationships/image" Target="../media/image6.png"/><Relationship Id="rId8"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17" Type="http://schemas.openxmlformats.org/officeDocument/2006/relationships/image" Target="../media/image6.png"/><Relationship Id="rId2" Type="http://schemas.openxmlformats.org/officeDocument/2006/relationships/slideLayout" Target="../slideLayouts/slideLayout41.xml"/><Relationship Id="rId16" Type="http://schemas.openxmlformats.org/officeDocument/2006/relationships/image" Target="../media/image5.png"/><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5" Type="http://schemas.openxmlformats.org/officeDocument/2006/relationships/image" Target="../media/image4.jpeg"/><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65.xml"/><Relationship Id="rId18" Type="http://schemas.openxmlformats.org/officeDocument/2006/relationships/slideLayout" Target="../slideLayouts/slideLayout70.xml"/><Relationship Id="rId26" Type="http://schemas.openxmlformats.org/officeDocument/2006/relationships/slideLayout" Target="../slideLayouts/slideLayout78.xml"/><Relationship Id="rId3" Type="http://schemas.openxmlformats.org/officeDocument/2006/relationships/slideLayout" Target="../slideLayouts/slideLayout55.xml"/><Relationship Id="rId21" Type="http://schemas.openxmlformats.org/officeDocument/2006/relationships/slideLayout" Target="../slideLayouts/slideLayout73.xml"/><Relationship Id="rId34" Type="http://schemas.openxmlformats.org/officeDocument/2006/relationships/image" Target="../media/image4.jpeg"/><Relationship Id="rId7" Type="http://schemas.openxmlformats.org/officeDocument/2006/relationships/slideLayout" Target="../slideLayouts/slideLayout59.xml"/><Relationship Id="rId12" Type="http://schemas.openxmlformats.org/officeDocument/2006/relationships/slideLayout" Target="../slideLayouts/slideLayout64.xml"/><Relationship Id="rId17" Type="http://schemas.openxmlformats.org/officeDocument/2006/relationships/slideLayout" Target="../slideLayouts/slideLayout69.xml"/><Relationship Id="rId25" Type="http://schemas.openxmlformats.org/officeDocument/2006/relationships/slideLayout" Target="../slideLayouts/slideLayout77.xml"/><Relationship Id="rId33" Type="http://schemas.openxmlformats.org/officeDocument/2006/relationships/theme" Target="../theme/theme4.xml"/><Relationship Id="rId2" Type="http://schemas.openxmlformats.org/officeDocument/2006/relationships/slideLayout" Target="../slideLayouts/slideLayout54.xml"/><Relationship Id="rId16" Type="http://schemas.openxmlformats.org/officeDocument/2006/relationships/slideLayout" Target="../slideLayouts/slideLayout68.xml"/><Relationship Id="rId20" Type="http://schemas.openxmlformats.org/officeDocument/2006/relationships/slideLayout" Target="../slideLayouts/slideLayout72.xml"/><Relationship Id="rId29" Type="http://schemas.openxmlformats.org/officeDocument/2006/relationships/slideLayout" Target="../slideLayouts/slideLayout81.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24" Type="http://schemas.openxmlformats.org/officeDocument/2006/relationships/slideLayout" Target="../slideLayouts/slideLayout76.xml"/><Relationship Id="rId32" Type="http://schemas.openxmlformats.org/officeDocument/2006/relationships/slideLayout" Target="../slideLayouts/slideLayout84.xml"/><Relationship Id="rId5" Type="http://schemas.openxmlformats.org/officeDocument/2006/relationships/slideLayout" Target="../slideLayouts/slideLayout57.xml"/><Relationship Id="rId15" Type="http://schemas.openxmlformats.org/officeDocument/2006/relationships/slideLayout" Target="../slideLayouts/slideLayout67.xml"/><Relationship Id="rId23" Type="http://schemas.openxmlformats.org/officeDocument/2006/relationships/slideLayout" Target="../slideLayouts/slideLayout75.xml"/><Relationship Id="rId28" Type="http://schemas.openxmlformats.org/officeDocument/2006/relationships/slideLayout" Target="../slideLayouts/slideLayout80.xml"/><Relationship Id="rId36" Type="http://schemas.openxmlformats.org/officeDocument/2006/relationships/image" Target="../media/image6.png"/><Relationship Id="rId10" Type="http://schemas.openxmlformats.org/officeDocument/2006/relationships/slideLayout" Target="../slideLayouts/slideLayout62.xml"/><Relationship Id="rId19" Type="http://schemas.openxmlformats.org/officeDocument/2006/relationships/slideLayout" Target="../slideLayouts/slideLayout71.xml"/><Relationship Id="rId31" Type="http://schemas.openxmlformats.org/officeDocument/2006/relationships/slideLayout" Target="../slideLayouts/slideLayout83.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slideLayout" Target="../slideLayouts/slideLayout66.xml"/><Relationship Id="rId22" Type="http://schemas.openxmlformats.org/officeDocument/2006/relationships/slideLayout" Target="../slideLayouts/slideLayout74.xml"/><Relationship Id="rId27" Type="http://schemas.openxmlformats.org/officeDocument/2006/relationships/slideLayout" Target="../slideLayouts/slideLayout79.xml"/><Relationship Id="rId30" Type="http://schemas.openxmlformats.org/officeDocument/2006/relationships/slideLayout" Target="../slideLayouts/slideLayout82.xml"/><Relationship Id="rId35" Type="http://schemas.openxmlformats.org/officeDocument/2006/relationships/image" Target="../media/image5.png"/><Relationship Id="rId8" Type="http://schemas.openxmlformats.org/officeDocument/2006/relationships/slideLayout" Target="../slideLayouts/slideLayout60.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slideLayout" Target="../slideLayouts/slideLayout97.xml"/><Relationship Id="rId18" Type="http://schemas.openxmlformats.org/officeDocument/2006/relationships/image" Target="../media/image4.jpeg"/><Relationship Id="rId3" Type="http://schemas.openxmlformats.org/officeDocument/2006/relationships/slideLayout" Target="../slideLayouts/slideLayout87.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17" Type="http://schemas.openxmlformats.org/officeDocument/2006/relationships/theme" Target="../theme/theme5.xml"/><Relationship Id="rId2" Type="http://schemas.openxmlformats.org/officeDocument/2006/relationships/slideLayout" Target="../slideLayouts/slideLayout86.xml"/><Relationship Id="rId16" Type="http://schemas.openxmlformats.org/officeDocument/2006/relationships/slideLayout" Target="../slideLayouts/slideLayout100.xml"/><Relationship Id="rId20" Type="http://schemas.openxmlformats.org/officeDocument/2006/relationships/image" Target="../media/image6.png"/><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5" Type="http://schemas.openxmlformats.org/officeDocument/2006/relationships/slideLayout" Target="../slideLayouts/slideLayout89.xml"/><Relationship Id="rId15" Type="http://schemas.openxmlformats.org/officeDocument/2006/relationships/slideLayout" Target="../slideLayouts/slideLayout99.xml"/><Relationship Id="rId10" Type="http://schemas.openxmlformats.org/officeDocument/2006/relationships/slideLayout" Target="../slideLayouts/slideLayout94.xml"/><Relationship Id="rId19" Type="http://schemas.openxmlformats.org/officeDocument/2006/relationships/image" Target="../media/image5.png"/><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08.xml"/><Relationship Id="rId13" Type="http://schemas.openxmlformats.org/officeDocument/2006/relationships/slideLayout" Target="../slideLayouts/slideLayout113.xml"/><Relationship Id="rId18" Type="http://schemas.openxmlformats.org/officeDocument/2006/relationships/image" Target="../media/image6.png"/><Relationship Id="rId3" Type="http://schemas.openxmlformats.org/officeDocument/2006/relationships/slideLayout" Target="../slideLayouts/slideLayout103.xml"/><Relationship Id="rId7" Type="http://schemas.openxmlformats.org/officeDocument/2006/relationships/slideLayout" Target="../slideLayouts/slideLayout107.xml"/><Relationship Id="rId12" Type="http://schemas.openxmlformats.org/officeDocument/2006/relationships/slideLayout" Target="../slideLayouts/slideLayout112.xml"/><Relationship Id="rId17" Type="http://schemas.openxmlformats.org/officeDocument/2006/relationships/image" Target="../media/image5.png"/><Relationship Id="rId2" Type="http://schemas.openxmlformats.org/officeDocument/2006/relationships/slideLayout" Target="../slideLayouts/slideLayout102.xml"/><Relationship Id="rId16" Type="http://schemas.openxmlformats.org/officeDocument/2006/relationships/image" Target="../media/image4.jpeg"/><Relationship Id="rId1" Type="http://schemas.openxmlformats.org/officeDocument/2006/relationships/slideLayout" Target="../slideLayouts/slideLayout101.xml"/><Relationship Id="rId6" Type="http://schemas.openxmlformats.org/officeDocument/2006/relationships/slideLayout" Target="../slideLayouts/slideLayout106.xml"/><Relationship Id="rId11" Type="http://schemas.openxmlformats.org/officeDocument/2006/relationships/slideLayout" Target="../slideLayouts/slideLayout111.xml"/><Relationship Id="rId5" Type="http://schemas.openxmlformats.org/officeDocument/2006/relationships/slideLayout" Target="../slideLayouts/slideLayout105.xml"/><Relationship Id="rId15" Type="http://schemas.openxmlformats.org/officeDocument/2006/relationships/theme" Target="../theme/theme6.xml"/><Relationship Id="rId10" Type="http://schemas.openxmlformats.org/officeDocument/2006/relationships/slideLayout" Target="../slideLayouts/slideLayout110.xml"/><Relationship Id="rId4" Type="http://schemas.openxmlformats.org/officeDocument/2006/relationships/slideLayout" Target="../slideLayouts/slideLayout104.xml"/><Relationship Id="rId9" Type="http://schemas.openxmlformats.org/officeDocument/2006/relationships/slideLayout" Target="../slideLayouts/slideLayout109.xml"/><Relationship Id="rId14" Type="http://schemas.openxmlformats.org/officeDocument/2006/relationships/slideLayout" Target="../slideLayouts/slideLayout11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22.xml"/><Relationship Id="rId13" Type="http://schemas.openxmlformats.org/officeDocument/2006/relationships/theme" Target="../theme/theme7.xml"/><Relationship Id="rId3" Type="http://schemas.openxmlformats.org/officeDocument/2006/relationships/slideLayout" Target="../slideLayouts/slideLayout117.xml"/><Relationship Id="rId7" Type="http://schemas.openxmlformats.org/officeDocument/2006/relationships/slideLayout" Target="../slideLayouts/slideLayout121.xml"/><Relationship Id="rId12" Type="http://schemas.openxmlformats.org/officeDocument/2006/relationships/slideLayout" Target="../slideLayouts/slideLayout126.xml"/><Relationship Id="rId2" Type="http://schemas.openxmlformats.org/officeDocument/2006/relationships/slideLayout" Target="../slideLayouts/slideLayout116.xml"/><Relationship Id="rId16" Type="http://schemas.openxmlformats.org/officeDocument/2006/relationships/image" Target="../media/image6.png"/><Relationship Id="rId1" Type="http://schemas.openxmlformats.org/officeDocument/2006/relationships/slideLayout" Target="../slideLayouts/slideLayout115.xml"/><Relationship Id="rId6" Type="http://schemas.openxmlformats.org/officeDocument/2006/relationships/slideLayout" Target="../slideLayouts/slideLayout120.xml"/><Relationship Id="rId11" Type="http://schemas.openxmlformats.org/officeDocument/2006/relationships/slideLayout" Target="../slideLayouts/slideLayout125.xml"/><Relationship Id="rId5" Type="http://schemas.openxmlformats.org/officeDocument/2006/relationships/slideLayout" Target="../slideLayouts/slideLayout119.xml"/><Relationship Id="rId15" Type="http://schemas.openxmlformats.org/officeDocument/2006/relationships/image" Target="../media/image5.png"/><Relationship Id="rId10" Type="http://schemas.openxmlformats.org/officeDocument/2006/relationships/slideLayout" Target="../slideLayouts/slideLayout124.xml"/><Relationship Id="rId4" Type="http://schemas.openxmlformats.org/officeDocument/2006/relationships/slideLayout" Target="../slideLayouts/slideLayout118.xml"/><Relationship Id="rId9" Type="http://schemas.openxmlformats.org/officeDocument/2006/relationships/slideLayout" Target="../slideLayouts/slideLayout123.xml"/><Relationship Id="rId14" Type="http://schemas.openxmlformats.org/officeDocument/2006/relationships/image" Target="../media/image4.jpeg"/></Relationships>
</file>

<file path=ppt/slideMasters/_rels/slideMaster8.xml.rels><?xml version="1.0" encoding="UTF-8" standalone="yes"?>
<Relationships xmlns="http://schemas.openxmlformats.org/package/2006/relationships"><Relationship Id="rId13" Type="http://schemas.openxmlformats.org/officeDocument/2006/relationships/slideLayout" Target="../slideLayouts/slideLayout139.xml"/><Relationship Id="rId18" Type="http://schemas.openxmlformats.org/officeDocument/2006/relationships/slideLayout" Target="../slideLayouts/slideLayout144.xml"/><Relationship Id="rId26" Type="http://schemas.openxmlformats.org/officeDocument/2006/relationships/slideLayout" Target="../slideLayouts/slideLayout152.xml"/><Relationship Id="rId39" Type="http://schemas.openxmlformats.org/officeDocument/2006/relationships/slideLayout" Target="../slideLayouts/slideLayout165.xml"/><Relationship Id="rId21" Type="http://schemas.openxmlformats.org/officeDocument/2006/relationships/slideLayout" Target="../slideLayouts/slideLayout147.xml"/><Relationship Id="rId34" Type="http://schemas.openxmlformats.org/officeDocument/2006/relationships/slideLayout" Target="../slideLayouts/slideLayout160.xml"/><Relationship Id="rId42" Type="http://schemas.openxmlformats.org/officeDocument/2006/relationships/slideLayout" Target="../slideLayouts/slideLayout168.xml"/><Relationship Id="rId47" Type="http://schemas.openxmlformats.org/officeDocument/2006/relationships/image" Target="../media/image4.jpeg"/><Relationship Id="rId7" Type="http://schemas.openxmlformats.org/officeDocument/2006/relationships/slideLayout" Target="../slideLayouts/slideLayout133.xml"/><Relationship Id="rId2" Type="http://schemas.openxmlformats.org/officeDocument/2006/relationships/slideLayout" Target="../slideLayouts/slideLayout128.xml"/><Relationship Id="rId16" Type="http://schemas.openxmlformats.org/officeDocument/2006/relationships/slideLayout" Target="../slideLayouts/slideLayout142.xml"/><Relationship Id="rId29" Type="http://schemas.openxmlformats.org/officeDocument/2006/relationships/slideLayout" Target="../slideLayouts/slideLayout155.xml"/><Relationship Id="rId11" Type="http://schemas.openxmlformats.org/officeDocument/2006/relationships/slideLayout" Target="../slideLayouts/slideLayout137.xml"/><Relationship Id="rId24" Type="http://schemas.openxmlformats.org/officeDocument/2006/relationships/slideLayout" Target="../slideLayouts/slideLayout150.xml"/><Relationship Id="rId32" Type="http://schemas.openxmlformats.org/officeDocument/2006/relationships/slideLayout" Target="../slideLayouts/slideLayout158.xml"/><Relationship Id="rId37" Type="http://schemas.openxmlformats.org/officeDocument/2006/relationships/slideLayout" Target="../slideLayouts/slideLayout163.xml"/><Relationship Id="rId40" Type="http://schemas.openxmlformats.org/officeDocument/2006/relationships/slideLayout" Target="../slideLayouts/slideLayout166.xml"/><Relationship Id="rId45" Type="http://schemas.openxmlformats.org/officeDocument/2006/relationships/slideLayout" Target="../slideLayouts/slideLayout171.xml"/><Relationship Id="rId5" Type="http://schemas.openxmlformats.org/officeDocument/2006/relationships/slideLayout" Target="../slideLayouts/slideLayout131.xml"/><Relationship Id="rId15" Type="http://schemas.openxmlformats.org/officeDocument/2006/relationships/slideLayout" Target="../slideLayouts/slideLayout141.xml"/><Relationship Id="rId23" Type="http://schemas.openxmlformats.org/officeDocument/2006/relationships/slideLayout" Target="../slideLayouts/slideLayout149.xml"/><Relationship Id="rId28" Type="http://schemas.openxmlformats.org/officeDocument/2006/relationships/slideLayout" Target="../slideLayouts/slideLayout154.xml"/><Relationship Id="rId36" Type="http://schemas.openxmlformats.org/officeDocument/2006/relationships/slideLayout" Target="../slideLayouts/slideLayout162.xml"/><Relationship Id="rId49" Type="http://schemas.openxmlformats.org/officeDocument/2006/relationships/image" Target="../media/image6.png"/><Relationship Id="rId10" Type="http://schemas.openxmlformats.org/officeDocument/2006/relationships/slideLayout" Target="../slideLayouts/slideLayout136.xml"/><Relationship Id="rId19" Type="http://schemas.openxmlformats.org/officeDocument/2006/relationships/slideLayout" Target="../slideLayouts/slideLayout145.xml"/><Relationship Id="rId31" Type="http://schemas.openxmlformats.org/officeDocument/2006/relationships/slideLayout" Target="../slideLayouts/slideLayout157.xml"/><Relationship Id="rId44" Type="http://schemas.openxmlformats.org/officeDocument/2006/relationships/slideLayout" Target="../slideLayouts/slideLayout170.xml"/><Relationship Id="rId4" Type="http://schemas.openxmlformats.org/officeDocument/2006/relationships/slideLayout" Target="../slideLayouts/slideLayout130.xml"/><Relationship Id="rId9" Type="http://schemas.openxmlformats.org/officeDocument/2006/relationships/slideLayout" Target="../slideLayouts/slideLayout135.xml"/><Relationship Id="rId14" Type="http://schemas.openxmlformats.org/officeDocument/2006/relationships/slideLayout" Target="../slideLayouts/slideLayout140.xml"/><Relationship Id="rId22" Type="http://schemas.openxmlformats.org/officeDocument/2006/relationships/slideLayout" Target="../slideLayouts/slideLayout148.xml"/><Relationship Id="rId27" Type="http://schemas.openxmlformats.org/officeDocument/2006/relationships/slideLayout" Target="../slideLayouts/slideLayout153.xml"/><Relationship Id="rId30" Type="http://schemas.openxmlformats.org/officeDocument/2006/relationships/slideLayout" Target="../slideLayouts/slideLayout156.xml"/><Relationship Id="rId35" Type="http://schemas.openxmlformats.org/officeDocument/2006/relationships/slideLayout" Target="../slideLayouts/slideLayout161.xml"/><Relationship Id="rId43" Type="http://schemas.openxmlformats.org/officeDocument/2006/relationships/slideLayout" Target="../slideLayouts/slideLayout169.xml"/><Relationship Id="rId48" Type="http://schemas.openxmlformats.org/officeDocument/2006/relationships/image" Target="../media/image5.png"/><Relationship Id="rId8" Type="http://schemas.openxmlformats.org/officeDocument/2006/relationships/slideLayout" Target="../slideLayouts/slideLayout134.xml"/><Relationship Id="rId3" Type="http://schemas.openxmlformats.org/officeDocument/2006/relationships/slideLayout" Target="../slideLayouts/slideLayout129.xml"/><Relationship Id="rId12" Type="http://schemas.openxmlformats.org/officeDocument/2006/relationships/slideLayout" Target="../slideLayouts/slideLayout138.xml"/><Relationship Id="rId17" Type="http://schemas.openxmlformats.org/officeDocument/2006/relationships/slideLayout" Target="../slideLayouts/slideLayout143.xml"/><Relationship Id="rId25" Type="http://schemas.openxmlformats.org/officeDocument/2006/relationships/slideLayout" Target="../slideLayouts/slideLayout151.xml"/><Relationship Id="rId33" Type="http://schemas.openxmlformats.org/officeDocument/2006/relationships/slideLayout" Target="../slideLayouts/slideLayout159.xml"/><Relationship Id="rId38" Type="http://schemas.openxmlformats.org/officeDocument/2006/relationships/slideLayout" Target="../slideLayouts/slideLayout164.xml"/><Relationship Id="rId46" Type="http://schemas.openxmlformats.org/officeDocument/2006/relationships/theme" Target="../theme/theme8.xml"/><Relationship Id="rId20" Type="http://schemas.openxmlformats.org/officeDocument/2006/relationships/slideLayout" Target="../slideLayouts/slideLayout146.xml"/><Relationship Id="rId41" Type="http://schemas.openxmlformats.org/officeDocument/2006/relationships/slideLayout" Target="../slideLayouts/slideLayout167.xml"/><Relationship Id="rId1" Type="http://schemas.openxmlformats.org/officeDocument/2006/relationships/slideLayout" Target="../slideLayouts/slideLayout127.xml"/><Relationship Id="rId6" Type="http://schemas.openxmlformats.org/officeDocument/2006/relationships/slideLayout" Target="../slideLayouts/slideLayout132.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79.xml"/><Relationship Id="rId13" Type="http://schemas.openxmlformats.org/officeDocument/2006/relationships/slideLayout" Target="../slideLayouts/slideLayout184.xml"/><Relationship Id="rId18" Type="http://schemas.openxmlformats.org/officeDocument/2006/relationships/image" Target="../media/image6.png"/><Relationship Id="rId3" Type="http://schemas.openxmlformats.org/officeDocument/2006/relationships/slideLayout" Target="../slideLayouts/slideLayout174.xml"/><Relationship Id="rId7" Type="http://schemas.openxmlformats.org/officeDocument/2006/relationships/slideLayout" Target="../slideLayouts/slideLayout178.xml"/><Relationship Id="rId12" Type="http://schemas.openxmlformats.org/officeDocument/2006/relationships/slideLayout" Target="../slideLayouts/slideLayout183.xml"/><Relationship Id="rId17" Type="http://schemas.openxmlformats.org/officeDocument/2006/relationships/image" Target="../media/image5.png"/><Relationship Id="rId2" Type="http://schemas.openxmlformats.org/officeDocument/2006/relationships/slideLayout" Target="../slideLayouts/slideLayout173.xml"/><Relationship Id="rId16" Type="http://schemas.openxmlformats.org/officeDocument/2006/relationships/image" Target="../media/image4.jpeg"/><Relationship Id="rId1" Type="http://schemas.openxmlformats.org/officeDocument/2006/relationships/slideLayout" Target="../slideLayouts/slideLayout172.xml"/><Relationship Id="rId6" Type="http://schemas.openxmlformats.org/officeDocument/2006/relationships/slideLayout" Target="../slideLayouts/slideLayout177.xml"/><Relationship Id="rId11" Type="http://schemas.openxmlformats.org/officeDocument/2006/relationships/slideLayout" Target="../slideLayouts/slideLayout182.xml"/><Relationship Id="rId5" Type="http://schemas.openxmlformats.org/officeDocument/2006/relationships/slideLayout" Target="../slideLayouts/slideLayout176.xml"/><Relationship Id="rId15" Type="http://schemas.openxmlformats.org/officeDocument/2006/relationships/theme" Target="../theme/theme9.xml"/><Relationship Id="rId10" Type="http://schemas.openxmlformats.org/officeDocument/2006/relationships/slideLayout" Target="../slideLayouts/slideLayout181.xml"/><Relationship Id="rId4" Type="http://schemas.openxmlformats.org/officeDocument/2006/relationships/slideLayout" Target="../slideLayouts/slideLayout175.xml"/><Relationship Id="rId9" Type="http://schemas.openxmlformats.org/officeDocument/2006/relationships/slideLayout" Target="../slideLayouts/slideLayout180.xml"/><Relationship Id="rId14" Type="http://schemas.openxmlformats.org/officeDocument/2006/relationships/slideLayout" Target="../slideLayouts/slideLayout185.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93.xml"/><Relationship Id="rId13" Type="http://schemas.openxmlformats.org/officeDocument/2006/relationships/slideLayout" Target="../slideLayouts/slideLayout198.xml"/><Relationship Id="rId18" Type="http://schemas.openxmlformats.org/officeDocument/2006/relationships/image" Target="../media/image6.png"/><Relationship Id="rId3" Type="http://schemas.openxmlformats.org/officeDocument/2006/relationships/slideLayout" Target="../slideLayouts/slideLayout188.xml"/><Relationship Id="rId7" Type="http://schemas.openxmlformats.org/officeDocument/2006/relationships/slideLayout" Target="../slideLayouts/slideLayout192.xml"/><Relationship Id="rId12" Type="http://schemas.openxmlformats.org/officeDocument/2006/relationships/slideLayout" Target="../slideLayouts/slideLayout197.xml"/><Relationship Id="rId17" Type="http://schemas.openxmlformats.org/officeDocument/2006/relationships/image" Target="../media/image5.png"/><Relationship Id="rId2" Type="http://schemas.openxmlformats.org/officeDocument/2006/relationships/slideLayout" Target="../slideLayouts/slideLayout187.xml"/><Relationship Id="rId16" Type="http://schemas.openxmlformats.org/officeDocument/2006/relationships/image" Target="../media/image4.jpeg"/><Relationship Id="rId1" Type="http://schemas.openxmlformats.org/officeDocument/2006/relationships/slideLayout" Target="../slideLayouts/slideLayout186.xml"/><Relationship Id="rId6" Type="http://schemas.openxmlformats.org/officeDocument/2006/relationships/slideLayout" Target="../slideLayouts/slideLayout191.xml"/><Relationship Id="rId11" Type="http://schemas.openxmlformats.org/officeDocument/2006/relationships/slideLayout" Target="../slideLayouts/slideLayout196.xml"/><Relationship Id="rId5" Type="http://schemas.openxmlformats.org/officeDocument/2006/relationships/slideLayout" Target="../slideLayouts/slideLayout190.xml"/><Relationship Id="rId15" Type="http://schemas.openxmlformats.org/officeDocument/2006/relationships/theme" Target="../theme/theme10.xml"/><Relationship Id="rId10" Type="http://schemas.openxmlformats.org/officeDocument/2006/relationships/slideLayout" Target="../slideLayouts/slideLayout195.xml"/><Relationship Id="rId4" Type="http://schemas.openxmlformats.org/officeDocument/2006/relationships/slideLayout" Target="../slideLayouts/slideLayout189.xml"/><Relationship Id="rId9" Type="http://schemas.openxmlformats.org/officeDocument/2006/relationships/slideLayout" Target="../slideLayouts/slideLayout194.xml"/><Relationship Id="rId14" Type="http://schemas.openxmlformats.org/officeDocument/2006/relationships/slideLayout" Target="../slideLayouts/slideLayout19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0" cstate="print">
            <a:lum/>
          </a:blip>
          <a:srcRect/>
          <a:stretch>
            <a:fillRect/>
          </a:stretch>
        </a:blipFill>
        <a:effectLst/>
      </p:bgPr>
    </p:bg>
    <p:spTree>
      <p:nvGrpSpPr>
        <p:cNvPr id="1" name=""/>
        <p:cNvGrpSpPr/>
        <p:nvPr/>
      </p:nvGrpSpPr>
      <p:grpSpPr>
        <a:xfrm>
          <a:off x="0" y="0"/>
          <a:ext cx="0" cy="0"/>
          <a:chOff x="0" y="0"/>
          <a:chExt cx="0" cy="0"/>
        </a:xfrm>
      </p:grpSpPr>
      <p:sp>
        <p:nvSpPr>
          <p:cNvPr id="8" name="Rectangle 7"/>
          <p:cNvSpPr/>
          <p:nvPr/>
        </p:nvSpPr>
        <p:spPr>
          <a:xfrm>
            <a:off x="0" y="0"/>
            <a:ext cx="12192000" cy="990600"/>
          </a:xfrm>
          <a:prstGeom prst="rect">
            <a:avLst/>
          </a:prstGeom>
          <a:gradFill>
            <a:gsLst>
              <a:gs pos="0">
                <a:schemeClr val="bg1"/>
              </a:gs>
              <a:gs pos="31000">
                <a:schemeClr val="bg1"/>
              </a:gs>
              <a:gs pos="100000">
                <a:schemeClr val="bg1">
                  <a:lumMod val="85000"/>
                </a:schemeClr>
              </a:gs>
            </a:gsLst>
            <a:lin ang="0" scaled="0"/>
          </a:gradFill>
          <a:ln w="38100">
            <a:solidFill>
              <a:schemeClr val="bg2"/>
            </a:solidFill>
          </a:ln>
          <a:effectLst>
            <a:outerShdw blurRad="279400" dist="88900" dir="5400000" algn="ctr" rotWithShape="0">
              <a:schemeClr val="bg2">
                <a:alpha val="85000"/>
              </a:scheme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1800" dirty="0">
              <a:solidFill>
                <a:srgbClr val="FFFFFF"/>
              </a:solidFill>
              <a:latin typeface="Cambria Math" panose="02040503050406030204" pitchFamily="18" charset="0"/>
            </a:endParaRPr>
          </a:p>
        </p:txBody>
      </p:sp>
      <p:sp>
        <p:nvSpPr>
          <p:cNvPr id="2" name="Title Placeholder 1"/>
          <p:cNvSpPr>
            <a:spLocks noGrp="1"/>
          </p:cNvSpPr>
          <p:nvPr>
            <p:ph type="title"/>
          </p:nvPr>
        </p:nvSpPr>
        <p:spPr>
          <a:xfrm>
            <a:off x="3048000" y="228600"/>
            <a:ext cx="8940800" cy="533400"/>
          </a:xfrm>
          <a:prstGeom prst="rect">
            <a:avLst/>
          </a:prstGeom>
          <a:noFill/>
          <a:ln w="3175">
            <a:noFill/>
            <a:prstDash val="solid"/>
          </a:ln>
          <a:effectLst/>
        </p:spPr>
        <p:style>
          <a:lnRef idx="1">
            <a:schemeClr val="accent4"/>
          </a:lnRef>
          <a:fillRef idx="2">
            <a:schemeClr val="accent4"/>
          </a:fillRef>
          <a:effectRef idx="1">
            <a:schemeClr val="accent4"/>
          </a:effectRef>
          <a:fontRef idx="none"/>
        </p:style>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203200" y="1143000"/>
            <a:ext cx="11785600" cy="54102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p:cNvSpPr>
            <a:spLocks noGrp="1"/>
          </p:cNvSpPr>
          <p:nvPr>
            <p:ph type="ftr" sz="quarter" idx="3"/>
          </p:nvPr>
        </p:nvSpPr>
        <p:spPr>
          <a:xfrm>
            <a:off x="6908800" y="762002"/>
            <a:ext cx="5080000" cy="152399"/>
          </a:xfrm>
          <a:prstGeom prst="rect">
            <a:avLst/>
          </a:prstGeom>
        </p:spPr>
        <p:txBody>
          <a:bodyPr vert="horz" lIns="91440" tIns="45720" rIns="91440" bIns="45720" rtlCol="0" anchor="ctr"/>
          <a:lstStyle>
            <a:lvl1pPr algn="r">
              <a:defRPr sz="1200">
                <a:solidFill>
                  <a:schemeClr val="accent1">
                    <a:lumMod val="75000"/>
                  </a:schemeClr>
                </a:solidFill>
                <a:effectLst/>
              </a:defRPr>
            </a:lvl1pPr>
          </a:lstStyle>
          <a:p>
            <a:pPr fontAlgn="base">
              <a:spcBef>
                <a:spcPct val="0"/>
              </a:spcBef>
              <a:spcAft>
                <a:spcPct val="0"/>
              </a:spcAft>
              <a:defRPr/>
            </a:pPr>
            <a:endParaRPr lang="en-US">
              <a:solidFill>
                <a:srgbClr val="CACFD1">
                  <a:lumMod val="75000"/>
                </a:srgbClr>
              </a:solidFill>
              <a:latin typeface="Arial" charset="0"/>
            </a:endParaRPr>
          </a:p>
        </p:txBody>
      </p:sp>
      <p:pic>
        <p:nvPicPr>
          <p:cNvPr id="7" name="Picture 6" descr="Text logo Large.gif"/>
          <p:cNvPicPr>
            <a:picLocks noChangeAspect="1"/>
          </p:cNvPicPr>
          <p:nvPr/>
        </p:nvPicPr>
        <p:blipFill>
          <a:blip r:embed="rId11" cstate="print"/>
          <a:stretch>
            <a:fillRect/>
          </a:stretch>
        </p:blipFill>
        <p:spPr>
          <a:xfrm>
            <a:off x="101600" y="45826"/>
            <a:ext cx="2835349" cy="868574"/>
          </a:xfrm>
          <a:prstGeom prst="rect">
            <a:avLst/>
          </a:prstGeom>
        </p:spPr>
      </p:pic>
      <p:sp>
        <p:nvSpPr>
          <p:cNvPr id="9" name="Rectangle 8"/>
          <p:cNvSpPr/>
          <p:nvPr/>
        </p:nvSpPr>
        <p:spPr>
          <a:xfrm>
            <a:off x="0" y="6553200"/>
            <a:ext cx="12192000" cy="304800"/>
          </a:xfrm>
          <a:prstGeom prst="rect">
            <a:avLst/>
          </a:prstGeom>
          <a:gradFill>
            <a:gsLst>
              <a:gs pos="100000">
                <a:schemeClr val="bg1">
                  <a:alpha val="0"/>
                </a:schemeClr>
              </a:gs>
              <a:gs pos="60000">
                <a:schemeClr val="bg2">
                  <a:alpha val="30000"/>
                </a:schemeClr>
              </a:gs>
              <a:gs pos="0">
                <a:schemeClr val="bg2">
                  <a:alpha val="3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1800" dirty="0">
              <a:solidFill>
                <a:srgbClr val="FFFFFF"/>
              </a:solidFill>
              <a:latin typeface="Cambria Math" panose="02040503050406030204" pitchFamily="18" charset="0"/>
            </a:endParaRPr>
          </a:p>
        </p:txBody>
      </p:sp>
    </p:spTree>
    <p:extLst>
      <p:ext uri="{BB962C8B-B14F-4D97-AF65-F5344CB8AC3E}">
        <p14:creationId xmlns:p14="http://schemas.microsoft.com/office/powerpoint/2010/main" val="334529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hf sldNum="0" hdr="0" ftr="0" dt="0"/>
  <p:txStyles>
    <p:titleStyle>
      <a:lvl1pPr algn="l" defTabSz="914400" rtl="0" eaLnBrk="1" latinLnBrk="0" hangingPunct="1">
        <a:spcBef>
          <a:spcPct val="0"/>
        </a:spcBef>
        <a:buNone/>
        <a:tabLst/>
        <a:defRPr sz="3600" kern="1200">
          <a:solidFill>
            <a:schemeClr val="tx1"/>
          </a:solidFill>
          <a:latin typeface="Cambria Math" panose="02040503050406030204" pitchFamily="18" charset="0"/>
          <a:ea typeface="+mj-ea"/>
          <a:cs typeface="+mj-cs"/>
        </a:defRPr>
      </a:lvl1pPr>
    </p:titleStyle>
    <p:bodyStyle>
      <a:lvl1pPr marL="342900" indent="-342900" algn="l" defTabSz="914400" rtl="0" eaLnBrk="1" latinLnBrk="0" hangingPunct="1">
        <a:spcBef>
          <a:spcPts val="1200"/>
        </a:spcBef>
        <a:buFont typeface="Arial" pitchFamily="34" charset="0"/>
        <a:buChar char="•"/>
        <a:defRPr sz="2400" kern="1200">
          <a:solidFill>
            <a:schemeClr val="bg1"/>
          </a:solidFill>
          <a:latin typeface="Cambria Math" panose="02040503050406030204" pitchFamily="18" charset="0"/>
          <a:ea typeface="+mn-ea"/>
          <a:cs typeface="+mn-cs"/>
        </a:defRPr>
      </a:lvl1pPr>
      <a:lvl2pPr marL="742950" indent="-285750" algn="l" defTabSz="914400" rtl="0" eaLnBrk="1" latinLnBrk="0" hangingPunct="1">
        <a:spcBef>
          <a:spcPts val="600"/>
        </a:spcBef>
        <a:buFont typeface="Arial" pitchFamily="34" charset="0"/>
        <a:buChar char="•"/>
        <a:defRPr sz="2000" kern="1200">
          <a:solidFill>
            <a:schemeClr val="bg1"/>
          </a:solidFill>
          <a:latin typeface="Cambria Math" panose="02040503050406030204" pitchFamily="18" charset="0"/>
          <a:ea typeface="+mn-ea"/>
          <a:cs typeface="+mn-cs"/>
        </a:defRPr>
      </a:lvl2pPr>
      <a:lvl3pPr marL="1143000" indent="4763" algn="l" defTabSz="914400" rtl="0" eaLnBrk="1" latinLnBrk="0" hangingPunct="1">
        <a:spcBef>
          <a:spcPct val="20000"/>
        </a:spcBef>
        <a:buFont typeface="Arial" pitchFamily="34" charset="0"/>
        <a:buNone/>
        <a:defRPr sz="1800" kern="1200">
          <a:solidFill>
            <a:schemeClr val="bg1"/>
          </a:solidFill>
          <a:latin typeface="Courier New" pitchFamily="49" charset="0"/>
          <a:ea typeface="+mn-ea"/>
          <a:cs typeface="Courier New" pitchFamily="49" charset="0"/>
        </a:defRPr>
      </a:lvl3pPr>
      <a:lvl4pPr marL="16002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3"/>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8000" y="230189"/>
            <a:ext cx="11176000" cy="664797"/>
          </a:xfrm>
          <a:prstGeom prst="rect">
            <a:avLst/>
          </a:prstGeom>
        </p:spPr>
        <p:txBody>
          <a:bodyPr vert="horz" wrap="square" lIns="0" tIns="0" rIns="0" bIns="0" rtlCol="0" anchor="t">
            <a:spAutoFit/>
          </a:bodyPr>
          <a:lstStyle/>
          <a:p>
            <a:r>
              <a:rPr lang="en-US"/>
              <a:t>Click to edit Master title style</a:t>
            </a:r>
          </a:p>
        </p:txBody>
      </p:sp>
      <p:sp>
        <p:nvSpPr>
          <p:cNvPr id="3" name="Text Placeholder 2"/>
          <p:cNvSpPr>
            <a:spLocks noGrp="1"/>
          </p:cNvSpPr>
          <p:nvPr>
            <p:ph type="body" idx="1"/>
          </p:nvPr>
        </p:nvSpPr>
        <p:spPr>
          <a:xfrm>
            <a:off x="508000" y="1412876"/>
            <a:ext cx="11176000" cy="2135969"/>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93533790"/>
      </p:ext>
    </p:extLst>
  </p:cSld>
  <p:clrMap bg1="dk1" tx1="lt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2" r:id="rId12"/>
    <p:sldLayoutId id="2147483684" r:id="rId13"/>
    <p:sldLayoutId id="2147483685" r:id="rId14"/>
    <p:sldLayoutId id="2147483686" r:id="rId15"/>
    <p:sldLayoutId id="2147483693" r:id="rId16"/>
    <p:sldLayoutId id="2147483694" r:id="rId17"/>
    <p:sldLayoutId id="2147483920" r:id="rId18"/>
    <p:sldLayoutId id="2147483921" r:id="rId19"/>
    <p:sldLayoutId id="2147483922" r:id="rId20"/>
    <p:sldLayoutId id="2147483923" r:id="rId21"/>
    <p:sldLayoutId id="2147483924" r:id="rId22"/>
    <p:sldLayoutId id="2147483925" r:id="rId23"/>
    <p:sldLayoutId id="2147483926" r:id="rId24"/>
    <p:sldLayoutId id="2147483927" r:id="rId25"/>
    <p:sldLayoutId id="2147483928" r:id="rId26"/>
    <p:sldLayoutId id="2147483929" r:id="rId27"/>
    <p:sldLayoutId id="2147483930" r:id="rId28"/>
    <p:sldLayoutId id="2147483932" r:id="rId29"/>
    <p:sldLayoutId id="2147483933" r:id="rId30"/>
    <p:sldLayoutId id="2147483934" r:id="rId31"/>
  </p:sldLayoutIdLst>
  <p:transition>
    <p:fade/>
  </p:transition>
  <p:txStyles>
    <p:titleStyle>
      <a:lvl1pPr algn="l" defTabSz="914363" rtl="0" eaLnBrk="1" latinLnBrk="0" hangingPunct="1">
        <a:lnSpc>
          <a:spcPct val="90000"/>
        </a:lnSpc>
        <a:spcBef>
          <a:spcPct val="0"/>
        </a:spcBef>
        <a:buNone/>
        <a:defRPr lang="en-US" sz="4800" b="0" kern="1200" cap="none" spc="-150"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p:titleStyle>
    <p:bodyStyle>
      <a:lvl1pPr marL="396875" indent="-396875" algn="l" defTabSz="914363" rtl="0" eaLnBrk="1" latinLnBrk="0" hangingPunct="1">
        <a:lnSpc>
          <a:spcPct val="90000"/>
        </a:lnSpc>
        <a:spcBef>
          <a:spcPct val="20000"/>
        </a:spcBef>
        <a:buFontTx/>
        <a:buBlip>
          <a:blip r:embed="rId34"/>
        </a:buBlip>
        <a:defRPr sz="3200" kern="1200">
          <a:solidFill>
            <a:schemeClr val="tx1"/>
          </a:solidFill>
          <a:latin typeface="+mn-lt"/>
          <a:ea typeface="+mn-ea"/>
          <a:cs typeface="+mn-cs"/>
        </a:defRPr>
      </a:lvl1pPr>
      <a:lvl2pPr marL="914400" indent="-396875" algn="l" defTabSz="914363" rtl="0" eaLnBrk="1" latinLnBrk="0" hangingPunct="1">
        <a:lnSpc>
          <a:spcPct val="90000"/>
        </a:lnSpc>
        <a:spcBef>
          <a:spcPct val="20000"/>
        </a:spcBef>
        <a:buFontTx/>
        <a:buBlip>
          <a:blip r:embed="rId35"/>
        </a:buBlip>
        <a:defRPr sz="2800" kern="1200">
          <a:solidFill>
            <a:schemeClr val="tx1"/>
          </a:solidFill>
          <a:latin typeface="+mn-lt"/>
          <a:ea typeface="+mn-ea"/>
          <a:cs typeface="+mn-cs"/>
        </a:defRPr>
      </a:lvl2pPr>
      <a:lvl3pPr marL="1258888" indent="-344488" algn="l" defTabSz="914363" rtl="0" eaLnBrk="1" latinLnBrk="0" hangingPunct="1">
        <a:lnSpc>
          <a:spcPct val="90000"/>
        </a:lnSpc>
        <a:spcBef>
          <a:spcPct val="20000"/>
        </a:spcBef>
        <a:buFontTx/>
        <a:buBlip>
          <a:blip r:embed="rId35"/>
        </a:buBlip>
        <a:defRPr sz="2400" kern="1200">
          <a:solidFill>
            <a:schemeClr val="tx1"/>
          </a:solidFill>
          <a:latin typeface="+mn-lt"/>
          <a:ea typeface="+mn-ea"/>
          <a:cs typeface="+mn-cs"/>
        </a:defRPr>
      </a:lvl3pPr>
      <a:lvl4pPr marL="1604963" indent="-346075" algn="l" defTabSz="914363" rtl="0" eaLnBrk="1" latinLnBrk="0" hangingPunct="1">
        <a:lnSpc>
          <a:spcPct val="90000"/>
        </a:lnSpc>
        <a:spcBef>
          <a:spcPct val="20000"/>
        </a:spcBef>
        <a:buFontTx/>
        <a:buBlip>
          <a:blip r:embed="rId35"/>
        </a:buBlip>
        <a:defRPr sz="2400" kern="1200">
          <a:solidFill>
            <a:schemeClr val="tx1"/>
          </a:solidFill>
          <a:latin typeface="+mn-lt"/>
          <a:ea typeface="+mn-ea"/>
          <a:cs typeface="+mn-cs"/>
        </a:defRPr>
      </a:lvl4pPr>
      <a:lvl5pPr marL="1941513" indent="-336550" algn="l" defTabSz="914363" rtl="0" eaLnBrk="1" latinLnBrk="0" hangingPunct="1">
        <a:lnSpc>
          <a:spcPct val="90000"/>
        </a:lnSpc>
        <a:spcBef>
          <a:spcPct val="20000"/>
        </a:spcBef>
        <a:buFontTx/>
        <a:buBlip>
          <a:blip r:embed="rId35"/>
        </a:buBlip>
        <a:defRPr sz="2400" kern="1200">
          <a:solidFill>
            <a:schemeClr val="tx1"/>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5"/>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8000" y="230189"/>
            <a:ext cx="11176000" cy="664797"/>
          </a:xfrm>
          <a:prstGeom prst="rect">
            <a:avLst/>
          </a:prstGeom>
        </p:spPr>
        <p:txBody>
          <a:bodyPr vert="horz" wrap="square" lIns="0" tIns="0" rIns="0" bIns="0" rtlCol="0" anchor="t">
            <a:spAutoFit/>
          </a:bodyPr>
          <a:lstStyle/>
          <a:p>
            <a:r>
              <a:rPr lang="en-US"/>
              <a:t>Click to edit Master title style</a:t>
            </a:r>
          </a:p>
        </p:txBody>
      </p:sp>
      <p:sp>
        <p:nvSpPr>
          <p:cNvPr id="3" name="Text Placeholder 2"/>
          <p:cNvSpPr>
            <a:spLocks noGrp="1"/>
          </p:cNvSpPr>
          <p:nvPr>
            <p:ph type="body" idx="1"/>
          </p:nvPr>
        </p:nvSpPr>
        <p:spPr>
          <a:xfrm>
            <a:off x="508000" y="1412876"/>
            <a:ext cx="11176000" cy="2135969"/>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02519968"/>
      </p:ext>
    </p:extLst>
  </p:cSld>
  <p:clrMap bg1="dk1" tx1="lt1" bg2="dk2" tx2="lt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1" r:id="rId12"/>
    <p:sldLayoutId id="2147483749" r:id="rId13"/>
  </p:sldLayoutIdLst>
  <p:transition>
    <p:fade/>
  </p:transition>
  <p:txStyles>
    <p:titleStyle>
      <a:lvl1pPr algn="l" defTabSz="914363" rtl="0" eaLnBrk="1" latinLnBrk="0" hangingPunct="1">
        <a:lnSpc>
          <a:spcPct val="90000"/>
        </a:lnSpc>
        <a:spcBef>
          <a:spcPct val="0"/>
        </a:spcBef>
        <a:buNone/>
        <a:defRPr lang="en-US" sz="4800" b="0" kern="1200" cap="none" spc="-150"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p:titleStyle>
    <p:bodyStyle>
      <a:lvl1pPr marL="396875" indent="-396875" algn="l" defTabSz="914363" rtl="0" eaLnBrk="1" latinLnBrk="0" hangingPunct="1">
        <a:lnSpc>
          <a:spcPct val="90000"/>
        </a:lnSpc>
        <a:spcBef>
          <a:spcPct val="20000"/>
        </a:spcBef>
        <a:buFontTx/>
        <a:buBlip>
          <a:blip r:embed="rId16"/>
        </a:buBlip>
        <a:defRPr sz="3200" kern="1200">
          <a:solidFill>
            <a:schemeClr val="tx1"/>
          </a:solidFill>
          <a:latin typeface="+mn-lt"/>
          <a:ea typeface="+mn-ea"/>
          <a:cs typeface="+mn-cs"/>
        </a:defRPr>
      </a:lvl1pPr>
      <a:lvl2pPr marL="914400" indent="-396875" algn="l" defTabSz="914363" rtl="0" eaLnBrk="1" latinLnBrk="0" hangingPunct="1">
        <a:lnSpc>
          <a:spcPct val="90000"/>
        </a:lnSpc>
        <a:spcBef>
          <a:spcPct val="20000"/>
        </a:spcBef>
        <a:buFontTx/>
        <a:buBlip>
          <a:blip r:embed="rId17"/>
        </a:buBlip>
        <a:defRPr sz="2800" kern="1200">
          <a:solidFill>
            <a:schemeClr val="tx1"/>
          </a:solidFill>
          <a:latin typeface="+mn-lt"/>
          <a:ea typeface="+mn-ea"/>
          <a:cs typeface="+mn-cs"/>
        </a:defRPr>
      </a:lvl2pPr>
      <a:lvl3pPr marL="1258888" indent="-344488" algn="l" defTabSz="914363" rtl="0" eaLnBrk="1" latinLnBrk="0" hangingPunct="1">
        <a:lnSpc>
          <a:spcPct val="90000"/>
        </a:lnSpc>
        <a:spcBef>
          <a:spcPct val="20000"/>
        </a:spcBef>
        <a:buFontTx/>
        <a:buBlip>
          <a:blip r:embed="rId17"/>
        </a:buBlip>
        <a:defRPr sz="2400" kern="1200">
          <a:solidFill>
            <a:schemeClr val="tx1"/>
          </a:solidFill>
          <a:latin typeface="+mn-lt"/>
          <a:ea typeface="+mn-ea"/>
          <a:cs typeface="+mn-cs"/>
        </a:defRPr>
      </a:lvl3pPr>
      <a:lvl4pPr marL="1604963" indent="-346075" algn="l" defTabSz="914363" rtl="0" eaLnBrk="1" latinLnBrk="0" hangingPunct="1">
        <a:lnSpc>
          <a:spcPct val="90000"/>
        </a:lnSpc>
        <a:spcBef>
          <a:spcPct val="20000"/>
        </a:spcBef>
        <a:buFontTx/>
        <a:buBlip>
          <a:blip r:embed="rId17"/>
        </a:buBlip>
        <a:defRPr sz="2400" kern="1200">
          <a:solidFill>
            <a:schemeClr val="tx1"/>
          </a:solidFill>
          <a:latin typeface="+mn-lt"/>
          <a:ea typeface="+mn-ea"/>
          <a:cs typeface="+mn-cs"/>
        </a:defRPr>
      </a:lvl4pPr>
      <a:lvl5pPr marL="1941513" indent="-336550" algn="l" defTabSz="914363" rtl="0" eaLnBrk="1" latinLnBrk="0" hangingPunct="1">
        <a:lnSpc>
          <a:spcPct val="90000"/>
        </a:lnSpc>
        <a:spcBef>
          <a:spcPct val="20000"/>
        </a:spcBef>
        <a:buFontTx/>
        <a:buBlip>
          <a:blip r:embed="rId17"/>
        </a:buBlip>
        <a:defRPr sz="2400" kern="1200">
          <a:solidFill>
            <a:schemeClr val="tx1"/>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4"/>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8000" y="230190"/>
            <a:ext cx="11176000" cy="498598"/>
          </a:xfrm>
          <a:prstGeom prst="rect">
            <a:avLst/>
          </a:prstGeom>
        </p:spPr>
        <p:txBody>
          <a:bodyPr vert="horz" wrap="square" lIns="0" tIns="0" rIns="0" bIns="0" rtlCol="0" anchor="t">
            <a:spAutoFit/>
          </a:bodyPr>
          <a:lstStyle/>
          <a:p>
            <a:r>
              <a:rPr lang="en-US"/>
              <a:t>Click to edit Master title style</a:t>
            </a:r>
          </a:p>
        </p:txBody>
      </p:sp>
      <p:sp>
        <p:nvSpPr>
          <p:cNvPr id="3" name="Text Placeholder 2"/>
          <p:cNvSpPr>
            <a:spLocks noGrp="1"/>
          </p:cNvSpPr>
          <p:nvPr>
            <p:ph type="body" idx="1"/>
          </p:nvPr>
        </p:nvSpPr>
        <p:spPr>
          <a:xfrm>
            <a:off x="508000" y="1412878"/>
            <a:ext cx="11176000" cy="1601977"/>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16223769"/>
      </p:ext>
    </p:extLst>
  </p:cSld>
  <p:clrMap bg1="dk1" tx1="lt1" bg2="dk2" tx2="lt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5" r:id="rId12"/>
    <p:sldLayoutId id="2147483776" r:id="rId13"/>
    <p:sldLayoutId id="2147483778" r:id="rId14"/>
    <p:sldLayoutId id="2147483779" r:id="rId15"/>
    <p:sldLayoutId id="2147483789" r:id="rId16"/>
    <p:sldLayoutId id="2147483871" r:id="rId17"/>
    <p:sldLayoutId id="2147483872" r:id="rId18"/>
    <p:sldLayoutId id="2147483873" r:id="rId19"/>
    <p:sldLayoutId id="2147483874" r:id="rId20"/>
    <p:sldLayoutId id="2147483875" r:id="rId21"/>
    <p:sldLayoutId id="2147483876" r:id="rId22"/>
    <p:sldLayoutId id="2147483877" r:id="rId23"/>
    <p:sldLayoutId id="2147483878" r:id="rId24"/>
    <p:sldLayoutId id="2147483879" r:id="rId25"/>
    <p:sldLayoutId id="2147483880" r:id="rId26"/>
    <p:sldLayoutId id="2147483881" r:id="rId27"/>
    <p:sldLayoutId id="2147483882" r:id="rId28"/>
    <p:sldLayoutId id="2147483883" r:id="rId29"/>
    <p:sldLayoutId id="2147483884" r:id="rId30"/>
    <p:sldLayoutId id="2147483885" r:id="rId31"/>
    <p:sldLayoutId id="2147483886" r:id="rId32"/>
  </p:sldLayoutIdLst>
  <p:transition>
    <p:fade/>
  </p:transition>
  <p:txStyles>
    <p:titleStyle>
      <a:lvl1pPr algn="l" defTabSz="685772" rtl="0" eaLnBrk="1" latinLnBrk="0" hangingPunct="1">
        <a:lnSpc>
          <a:spcPct val="90000"/>
        </a:lnSpc>
        <a:spcBef>
          <a:spcPct val="0"/>
        </a:spcBef>
        <a:buNone/>
        <a:defRPr lang="en-US" sz="3600" b="0" kern="1200" cap="none" spc="-113"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p:titleStyle>
    <p:bodyStyle>
      <a:lvl1pPr marL="297656" indent="-297656" algn="l" defTabSz="685772" rtl="0" eaLnBrk="1" latinLnBrk="0" hangingPunct="1">
        <a:lnSpc>
          <a:spcPct val="90000"/>
        </a:lnSpc>
        <a:spcBef>
          <a:spcPct val="20000"/>
        </a:spcBef>
        <a:buFontTx/>
        <a:buBlip>
          <a:blip r:embed="rId35"/>
        </a:buBlip>
        <a:defRPr sz="2400" kern="1200">
          <a:solidFill>
            <a:schemeClr val="tx1"/>
          </a:solidFill>
          <a:latin typeface="+mn-lt"/>
          <a:ea typeface="+mn-ea"/>
          <a:cs typeface="+mn-cs"/>
        </a:defRPr>
      </a:lvl1pPr>
      <a:lvl2pPr marL="685800" indent="-297656" algn="l" defTabSz="685772" rtl="0" eaLnBrk="1" latinLnBrk="0" hangingPunct="1">
        <a:lnSpc>
          <a:spcPct val="90000"/>
        </a:lnSpc>
        <a:spcBef>
          <a:spcPct val="20000"/>
        </a:spcBef>
        <a:buFontTx/>
        <a:buBlip>
          <a:blip r:embed="rId36"/>
        </a:buBlip>
        <a:defRPr sz="2100" kern="1200">
          <a:solidFill>
            <a:schemeClr val="tx1"/>
          </a:solidFill>
          <a:latin typeface="+mn-lt"/>
          <a:ea typeface="+mn-ea"/>
          <a:cs typeface="+mn-cs"/>
        </a:defRPr>
      </a:lvl2pPr>
      <a:lvl3pPr marL="944166" indent="-258366" algn="l" defTabSz="685772" rtl="0" eaLnBrk="1" latinLnBrk="0" hangingPunct="1">
        <a:lnSpc>
          <a:spcPct val="90000"/>
        </a:lnSpc>
        <a:spcBef>
          <a:spcPct val="20000"/>
        </a:spcBef>
        <a:buFontTx/>
        <a:buBlip>
          <a:blip r:embed="rId36"/>
        </a:buBlip>
        <a:defRPr sz="1800" kern="1200">
          <a:solidFill>
            <a:schemeClr val="tx1"/>
          </a:solidFill>
          <a:latin typeface="+mn-lt"/>
          <a:ea typeface="+mn-ea"/>
          <a:cs typeface="+mn-cs"/>
        </a:defRPr>
      </a:lvl3pPr>
      <a:lvl4pPr marL="1203722" indent="-259556" algn="l" defTabSz="685772" rtl="0" eaLnBrk="1" latinLnBrk="0" hangingPunct="1">
        <a:lnSpc>
          <a:spcPct val="90000"/>
        </a:lnSpc>
        <a:spcBef>
          <a:spcPct val="20000"/>
        </a:spcBef>
        <a:buFontTx/>
        <a:buBlip>
          <a:blip r:embed="rId36"/>
        </a:buBlip>
        <a:defRPr sz="1800" kern="1200">
          <a:solidFill>
            <a:schemeClr val="tx1"/>
          </a:solidFill>
          <a:latin typeface="+mn-lt"/>
          <a:ea typeface="+mn-ea"/>
          <a:cs typeface="+mn-cs"/>
        </a:defRPr>
      </a:lvl4pPr>
      <a:lvl5pPr marL="1456135" indent="-252413" algn="l" defTabSz="685772" rtl="0" eaLnBrk="1" latinLnBrk="0" hangingPunct="1">
        <a:lnSpc>
          <a:spcPct val="90000"/>
        </a:lnSpc>
        <a:spcBef>
          <a:spcPct val="20000"/>
        </a:spcBef>
        <a:buFontTx/>
        <a:buBlip>
          <a:blip r:embed="rId36"/>
        </a:buBlip>
        <a:defRPr sz="1800" kern="1200">
          <a:solidFill>
            <a:schemeClr val="tx1"/>
          </a:solidFill>
          <a:latin typeface="+mn-lt"/>
          <a:ea typeface="+mn-ea"/>
          <a:cs typeface="+mn-cs"/>
        </a:defRPr>
      </a:lvl5pPr>
      <a:lvl6pPr marL="1885874" indent="-171443" algn="l" defTabSz="685772"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761" indent="-171443" algn="l" defTabSz="685772"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647" indent="-171443" algn="l" defTabSz="685772"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534" indent="-171443" algn="l" defTabSz="685772"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2" rtl="0" eaLnBrk="1" latinLnBrk="0" hangingPunct="1">
        <a:defRPr sz="1350" kern="1200">
          <a:solidFill>
            <a:schemeClr val="tx1"/>
          </a:solidFill>
          <a:latin typeface="+mn-lt"/>
          <a:ea typeface="+mn-ea"/>
          <a:cs typeface="+mn-cs"/>
        </a:defRPr>
      </a:lvl1pPr>
      <a:lvl2pPr marL="342887" algn="l" defTabSz="685772" rtl="0" eaLnBrk="1" latinLnBrk="0" hangingPunct="1">
        <a:defRPr sz="1350" kern="1200">
          <a:solidFill>
            <a:schemeClr val="tx1"/>
          </a:solidFill>
          <a:latin typeface="+mn-lt"/>
          <a:ea typeface="+mn-ea"/>
          <a:cs typeface="+mn-cs"/>
        </a:defRPr>
      </a:lvl2pPr>
      <a:lvl3pPr marL="685772" algn="l" defTabSz="685772" rtl="0" eaLnBrk="1" latinLnBrk="0" hangingPunct="1">
        <a:defRPr sz="1350" kern="1200">
          <a:solidFill>
            <a:schemeClr val="tx1"/>
          </a:solidFill>
          <a:latin typeface="+mn-lt"/>
          <a:ea typeface="+mn-ea"/>
          <a:cs typeface="+mn-cs"/>
        </a:defRPr>
      </a:lvl3pPr>
      <a:lvl4pPr marL="1028659" algn="l" defTabSz="685772" rtl="0" eaLnBrk="1" latinLnBrk="0" hangingPunct="1">
        <a:defRPr sz="1350" kern="1200">
          <a:solidFill>
            <a:schemeClr val="tx1"/>
          </a:solidFill>
          <a:latin typeface="+mn-lt"/>
          <a:ea typeface="+mn-ea"/>
          <a:cs typeface="+mn-cs"/>
        </a:defRPr>
      </a:lvl4pPr>
      <a:lvl5pPr marL="1371545" algn="l" defTabSz="685772" rtl="0" eaLnBrk="1" latinLnBrk="0" hangingPunct="1">
        <a:defRPr sz="1350" kern="1200">
          <a:solidFill>
            <a:schemeClr val="tx1"/>
          </a:solidFill>
          <a:latin typeface="+mn-lt"/>
          <a:ea typeface="+mn-ea"/>
          <a:cs typeface="+mn-cs"/>
        </a:defRPr>
      </a:lvl5pPr>
      <a:lvl6pPr marL="1714432" algn="l" defTabSz="685772" rtl="0" eaLnBrk="1" latinLnBrk="0" hangingPunct="1">
        <a:defRPr sz="1350" kern="1200">
          <a:solidFill>
            <a:schemeClr val="tx1"/>
          </a:solidFill>
          <a:latin typeface="+mn-lt"/>
          <a:ea typeface="+mn-ea"/>
          <a:cs typeface="+mn-cs"/>
        </a:defRPr>
      </a:lvl6pPr>
      <a:lvl7pPr marL="2057318" algn="l" defTabSz="685772" rtl="0" eaLnBrk="1" latinLnBrk="0" hangingPunct="1">
        <a:defRPr sz="1350" kern="1200">
          <a:solidFill>
            <a:schemeClr val="tx1"/>
          </a:solidFill>
          <a:latin typeface="+mn-lt"/>
          <a:ea typeface="+mn-ea"/>
          <a:cs typeface="+mn-cs"/>
        </a:defRPr>
      </a:lvl7pPr>
      <a:lvl8pPr marL="2400204" algn="l" defTabSz="685772" rtl="0" eaLnBrk="1" latinLnBrk="0" hangingPunct="1">
        <a:defRPr sz="1350" kern="1200">
          <a:solidFill>
            <a:schemeClr val="tx1"/>
          </a:solidFill>
          <a:latin typeface="+mn-lt"/>
          <a:ea typeface="+mn-ea"/>
          <a:cs typeface="+mn-cs"/>
        </a:defRPr>
      </a:lvl8pPr>
      <a:lvl9pPr marL="2743091" algn="l" defTabSz="685772"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8"/>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8000" y="230191"/>
            <a:ext cx="11176000" cy="373949"/>
          </a:xfrm>
          <a:prstGeom prst="rect">
            <a:avLst/>
          </a:prstGeom>
        </p:spPr>
        <p:txBody>
          <a:bodyPr vert="horz" wrap="square" lIns="0" tIns="0" rIns="0" bIns="0" rtlCol="0" anchor="t">
            <a:spAutoFit/>
          </a:bodyPr>
          <a:lstStyle/>
          <a:p>
            <a:r>
              <a:rPr lang="en-US"/>
              <a:t>Click to edit Master title style</a:t>
            </a:r>
          </a:p>
        </p:txBody>
      </p:sp>
      <p:sp>
        <p:nvSpPr>
          <p:cNvPr id="3" name="Text Placeholder 2"/>
          <p:cNvSpPr>
            <a:spLocks noGrp="1"/>
          </p:cNvSpPr>
          <p:nvPr>
            <p:ph type="body" idx="1"/>
          </p:nvPr>
        </p:nvSpPr>
        <p:spPr>
          <a:xfrm>
            <a:off x="508000" y="1412880"/>
            <a:ext cx="11176000" cy="1201483"/>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74023053"/>
      </p:ext>
    </p:extLst>
  </p:cSld>
  <p:clrMap bg1="dk1" tx1="lt1" bg2="dk2" tx2="lt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 id="2147483803" r:id="rId13"/>
    <p:sldLayoutId id="2147483804" r:id="rId14"/>
    <p:sldLayoutId id="2147483805" r:id="rId15"/>
    <p:sldLayoutId id="2147483806" r:id="rId16"/>
  </p:sldLayoutIdLst>
  <p:transition>
    <p:fade/>
  </p:transition>
  <p:hf sldNum="0" hdr="0" ftr="0" dt="0"/>
  <p:txStyles>
    <p:titleStyle>
      <a:lvl1pPr algn="l" defTabSz="514329" rtl="0" eaLnBrk="1" latinLnBrk="0" hangingPunct="1">
        <a:lnSpc>
          <a:spcPct val="90000"/>
        </a:lnSpc>
        <a:spcBef>
          <a:spcPct val="0"/>
        </a:spcBef>
        <a:buNone/>
        <a:defRPr lang="en-US" sz="2700" b="0" kern="1200" cap="none" spc="-85"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p:titleStyle>
    <p:bodyStyle>
      <a:lvl1pPr marL="223242" indent="-223242" algn="l" defTabSz="514329" rtl="0" eaLnBrk="1" latinLnBrk="0" hangingPunct="1">
        <a:lnSpc>
          <a:spcPct val="90000"/>
        </a:lnSpc>
        <a:spcBef>
          <a:spcPct val="20000"/>
        </a:spcBef>
        <a:buFontTx/>
        <a:buBlip>
          <a:blip r:embed="rId19"/>
        </a:buBlip>
        <a:defRPr sz="1800" kern="1200">
          <a:solidFill>
            <a:schemeClr val="tx1"/>
          </a:solidFill>
          <a:latin typeface="+mn-lt"/>
          <a:ea typeface="+mn-ea"/>
          <a:cs typeface="+mn-cs"/>
        </a:defRPr>
      </a:lvl1pPr>
      <a:lvl2pPr marL="514350" indent="-223242" algn="l" defTabSz="514329" rtl="0" eaLnBrk="1" latinLnBrk="0" hangingPunct="1">
        <a:lnSpc>
          <a:spcPct val="90000"/>
        </a:lnSpc>
        <a:spcBef>
          <a:spcPct val="20000"/>
        </a:spcBef>
        <a:buFontTx/>
        <a:buBlip>
          <a:blip r:embed="rId20"/>
        </a:buBlip>
        <a:defRPr sz="1575" kern="1200">
          <a:solidFill>
            <a:schemeClr val="tx1"/>
          </a:solidFill>
          <a:latin typeface="+mn-lt"/>
          <a:ea typeface="+mn-ea"/>
          <a:cs typeface="+mn-cs"/>
        </a:defRPr>
      </a:lvl2pPr>
      <a:lvl3pPr marL="708125" indent="-193775" algn="l" defTabSz="514329" rtl="0" eaLnBrk="1" latinLnBrk="0" hangingPunct="1">
        <a:lnSpc>
          <a:spcPct val="90000"/>
        </a:lnSpc>
        <a:spcBef>
          <a:spcPct val="20000"/>
        </a:spcBef>
        <a:buFontTx/>
        <a:buBlip>
          <a:blip r:embed="rId20"/>
        </a:buBlip>
        <a:defRPr sz="1350" kern="1200">
          <a:solidFill>
            <a:schemeClr val="tx1"/>
          </a:solidFill>
          <a:latin typeface="+mn-lt"/>
          <a:ea typeface="+mn-ea"/>
          <a:cs typeface="+mn-cs"/>
        </a:defRPr>
      </a:lvl3pPr>
      <a:lvl4pPr marL="902792" indent="-194667" algn="l" defTabSz="514329" rtl="0" eaLnBrk="1" latinLnBrk="0" hangingPunct="1">
        <a:lnSpc>
          <a:spcPct val="90000"/>
        </a:lnSpc>
        <a:spcBef>
          <a:spcPct val="20000"/>
        </a:spcBef>
        <a:buFontTx/>
        <a:buBlip>
          <a:blip r:embed="rId20"/>
        </a:buBlip>
        <a:defRPr sz="1350" kern="1200">
          <a:solidFill>
            <a:schemeClr val="tx1"/>
          </a:solidFill>
          <a:latin typeface="+mn-lt"/>
          <a:ea typeface="+mn-ea"/>
          <a:cs typeface="+mn-cs"/>
        </a:defRPr>
      </a:lvl4pPr>
      <a:lvl5pPr marL="1092101" indent="-189310" algn="l" defTabSz="514329" rtl="0" eaLnBrk="1" latinLnBrk="0" hangingPunct="1">
        <a:lnSpc>
          <a:spcPct val="90000"/>
        </a:lnSpc>
        <a:spcBef>
          <a:spcPct val="20000"/>
        </a:spcBef>
        <a:buFontTx/>
        <a:buBlip>
          <a:blip r:embed="rId20"/>
        </a:buBlip>
        <a:defRPr sz="1350" kern="1200">
          <a:solidFill>
            <a:schemeClr val="tx1"/>
          </a:solidFill>
          <a:latin typeface="+mn-lt"/>
          <a:ea typeface="+mn-ea"/>
          <a:cs typeface="+mn-cs"/>
        </a:defRPr>
      </a:lvl5pPr>
      <a:lvl6pPr marL="1414406" indent="-128582" algn="l" defTabSz="514329"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571" indent="-128582" algn="l" defTabSz="514329"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735" indent="-128582" algn="l" defTabSz="514329"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01" indent="-128582" algn="l" defTabSz="514329"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29" rtl="0" eaLnBrk="1" latinLnBrk="0" hangingPunct="1">
        <a:defRPr sz="1013" kern="1200">
          <a:solidFill>
            <a:schemeClr val="tx1"/>
          </a:solidFill>
          <a:latin typeface="+mn-lt"/>
          <a:ea typeface="+mn-ea"/>
          <a:cs typeface="+mn-cs"/>
        </a:defRPr>
      </a:lvl1pPr>
      <a:lvl2pPr marL="257165" algn="l" defTabSz="514329" rtl="0" eaLnBrk="1" latinLnBrk="0" hangingPunct="1">
        <a:defRPr sz="1013" kern="1200">
          <a:solidFill>
            <a:schemeClr val="tx1"/>
          </a:solidFill>
          <a:latin typeface="+mn-lt"/>
          <a:ea typeface="+mn-ea"/>
          <a:cs typeface="+mn-cs"/>
        </a:defRPr>
      </a:lvl2pPr>
      <a:lvl3pPr marL="514329" algn="l" defTabSz="514329" rtl="0" eaLnBrk="1" latinLnBrk="0" hangingPunct="1">
        <a:defRPr sz="1013" kern="1200">
          <a:solidFill>
            <a:schemeClr val="tx1"/>
          </a:solidFill>
          <a:latin typeface="+mn-lt"/>
          <a:ea typeface="+mn-ea"/>
          <a:cs typeface="+mn-cs"/>
        </a:defRPr>
      </a:lvl3pPr>
      <a:lvl4pPr marL="771494" algn="l" defTabSz="514329" rtl="0" eaLnBrk="1" latinLnBrk="0" hangingPunct="1">
        <a:defRPr sz="1013" kern="1200">
          <a:solidFill>
            <a:schemeClr val="tx1"/>
          </a:solidFill>
          <a:latin typeface="+mn-lt"/>
          <a:ea typeface="+mn-ea"/>
          <a:cs typeface="+mn-cs"/>
        </a:defRPr>
      </a:lvl4pPr>
      <a:lvl5pPr marL="1028659" algn="l" defTabSz="514329" rtl="0" eaLnBrk="1" latinLnBrk="0" hangingPunct="1">
        <a:defRPr sz="1013" kern="1200">
          <a:solidFill>
            <a:schemeClr val="tx1"/>
          </a:solidFill>
          <a:latin typeface="+mn-lt"/>
          <a:ea typeface="+mn-ea"/>
          <a:cs typeface="+mn-cs"/>
        </a:defRPr>
      </a:lvl5pPr>
      <a:lvl6pPr marL="1285824" algn="l" defTabSz="514329" rtl="0" eaLnBrk="1" latinLnBrk="0" hangingPunct="1">
        <a:defRPr sz="1013" kern="1200">
          <a:solidFill>
            <a:schemeClr val="tx1"/>
          </a:solidFill>
          <a:latin typeface="+mn-lt"/>
          <a:ea typeface="+mn-ea"/>
          <a:cs typeface="+mn-cs"/>
        </a:defRPr>
      </a:lvl6pPr>
      <a:lvl7pPr marL="1542989" algn="l" defTabSz="514329" rtl="0" eaLnBrk="1" latinLnBrk="0" hangingPunct="1">
        <a:defRPr sz="1013" kern="1200">
          <a:solidFill>
            <a:schemeClr val="tx1"/>
          </a:solidFill>
          <a:latin typeface="+mn-lt"/>
          <a:ea typeface="+mn-ea"/>
          <a:cs typeface="+mn-cs"/>
        </a:defRPr>
      </a:lvl7pPr>
      <a:lvl8pPr marL="1800153" algn="l" defTabSz="514329" rtl="0" eaLnBrk="1" latinLnBrk="0" hangingPunct="1">
        <a:defRPr sz="1013" kern="1200">
          <a:solidFill>
            <a:schemeClr val="tx1"/>
          </a:solidFill>
          <a:latin typeface="+mn-lt"/>
          <a:ea typeface="+mn-ea"/>
          <a:cs typeface="+mn-cs"/>
        </a:defRPr>
      </a:lvl8pPr>
      <a:lvl9pPr marL="2057318" algn="l" defTabSz="514329" rtl="0" eaLnBrk="1" latinLnBrk="0" hangingPunct="1">
        <a:defRPr sz="1013"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8000" y="230190"/>
            <a:ext cx="11176000" cy="498598"/>
          </a:xfrm>
          <a:prstGeom prst="rect">
            <a:avLst/>
          </a:prstGeom>
        </p:spPr>
        <p:txBody>
          <a:bodyPr vert="horz" wrap="square" lIns="0" tIns="0" rIns="0" bIns="0" rtlCol="0" anchor="t">
            <a:spAutoFit/>
          </a:bodyPr>
          <a:lstStyle/>
          <a:p>
            <a:r>
              <a:rPr lang="en-US"/>
              <a:t>Click to edit Master title style</a:t>
            </a:r>
          </a:p>
        </p:txBody>
      </p:sp>
      <p:sp>
        <p:nvSpPr>
          <p:cNvPr id="3" name="Text Placeholder 2"/>
          <p:cNvSpPr>
            <a:spLocks noGrp="1"/>
          </p:cNvSpPr>
          <p:nvPr>
            <p:ph type="body" idx="1"/>
          </p:nvPr>
        </p:nvSpPr>
        <p:spPr>
          <a:xfrm>
            <a:off x="508000" y="1412878"/>
            <a:ext cx="11176000" cy="1601977"/>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56003022"/>
      </p:ext>
    </p:extLst>
  </p:cSld>
  <p:clrMap bg1="dk1" tx1="lt1" bg2="dk2" tx2="lt2" accent1="accent1" accent2="accent2" accent3="accent3" accent4="accent4" accent5="accent5" accent6="accent6" hlink="hlink" folHlink="folHlink"/>
  <p:sldLayoutIdLst>
    <p:sldLayoutId id="2147483808" r:id="rId1"/>
    <p:sldLayoutId id="2147483809" r:id="rId2"/>
    <p:sldLayoutId id="2147483810" r:id="rId3"/>
    <p:sldLayoutId id="2147483811" r:id="rId4"/>
    <p:sldLayoutId id="2147483812" r:id="rId5"/>
    <p:sldLayoutId id="2147483813" r:id="rId6"/>
    <p:sldLayoutId id="2147483814" r:id="rId7"/>
    <p:sldLayoutId id="2147483815" r:id="rId8"/>
    <p:sldLayoutId id="2147483816" r:id="rId9"/>
    <p:sldLayoutId id="2147483817" r:id="rId10"/>
    <p:sldLayoutId id="2147483818" r:id="rId11"/>
    <p:sldLayoutId id="2147483819" r:id="rId12"/>
    <p:sldLayoutId id="2147483820" r:id="rId13"/>
    <p:sldLayoutId id="2147483821" r:id="rId14"/>
  </p:sldLayoutIdLst>
  <p:transition>
    <p:fade/>
  </p:transition>
  <p:txStyles>
    <p:titleStyle>
      <a:lvl1pPr algn="l" defTabSz="685772" rtl="0" eaLnBrk="1" latinLnBrk="0" hangingPunct="1">
        <a:lnSpc>
          <a:spcPct val="90000"/>
        </a:lnSpc>
        <a:spcBef>
          <a:spcPct val="0"/>
        </a:spcBef>
        <a:buNone/>
        <a:defRPr lang="en-US" sz="3600" b="0" kern="1200" cap="none" spc="-113"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p:titleStyle>
    <p:bodyStyle>
      <a:lvl1pPr marL="297656" indent="-297656" algn="l" defTabSz="685772" rtl="0" eaLnBrk="1" latinLnBrk="0" hangingPunct="1">
        <a:lnSpc>
          <a:spcPct val="90000"/>
        </a:lnSpc>
        <a:spcBef>
          <a:spcPct val="20000"/>
        </a:spcBef>
        <a:buFontTx/>
        <a:buBlip>
          <a:blip r:embed="rId17"/>
        </a:buBlip>
        <a:defRPr sz="2400" kern="1200">
          <a:solidFill>
            <a:schemeClr val="tx1"/>
          </a:solidFill>
          <a:latin typeface="+mn-lt"/>
          <a:ea typeface="+mn-ea"/>
          <a:cs typeface="+mn-cs"/>
        </a:defRPr>
      </a:lvl1pPr>
      <a:lvl2pPr marL="685800" indent="-297656" algn="l" defTabSz="685772" rtl="0" eaLnBrk="1" latinLnBrk="0" hangingPunct="1">
        <a:lnSpc>
          <a:spcPct val="90000"/>
        </a:lnSpc>
        <a:spcBef>
          <a:spcPct val="20000"/>
        </a:spcBef>
        <a:buFontTx/>
        <a:buBlip>
          <a:blip r:embed="rId18"/>
        </a:buBlip>
        <a:defRPr sz="2100" kern="1200">
          <a:solidFill>
            <a:schemeClr val="tx1"/>
          </a:solidFill>
          <a:latin typeface="+mn-lt"/>
          <a:ea typeface="+mn-ea"/>
          <a:cs typeface="+mn-cs"/>
        </a:defRPr>
      </a:lvl2pPr>
      <a:lvl3pPr marL="944166" indent="-258366" algn="l" defTabSz="685772" rtl="0" eaLnBrk="1" latinLnBrk="0" hangingPunct="1">
        <a:lnSpc>
          <a:spcPct val="90000"/>
        </a:lnSpc>
        <a:spcBef>
          <a:spcPct val="20000"/>
        </a:spcBef>
        <a:buFontTx/>
        <a:buBlip>
          <a:blip r:embed="rId18"/>
        </a:buBlip>
        <a:defRPr sz="1800" kern="1200">
          <a:solidFill>
            <a:schemeClr val="tx1"/>
          </a:solidFill>
          <a:latin typeface="+mn-lt"/>
          <a:ea typeface="+mn-ea"/>
          <a:cs typeface="+mn-cs"/>
        </a:defRPr>
      </a:lvl3pPr>
      <a:lvl4pPr marL="1203722" indent="-259556" algn="l" defTabSz="685772" rtl="0" eaLnBrk="1" latinLnBrk="0" hangingPunct="1">
        <a:lnSpc>
          <a:spcPct val="90000"/>
        </a:lnSpc>
        <a:spcBef>
          <a:spcPct val="20000"/>
        </a:spcBef>
        <a:buFontTx/>
        <a:buBlip>
          <a:blip r:embed="rId18"/>
        </a:buBlip>
        <a:defRPr sz="1800" kern="1200">
          <a:solidFill>
            <a:schemeClr val="tx1"/>
          </a:solidFill>
          <a:latin typeface="+mn-lt"/>
          <a:ea typeface="+mn-ea"/>
          <a:cs typeface="+mn-cs"/>
        </a:defRPr>
      </a:lvl4pPr>
      <a:lvl5pPr marL="1456135" indent="-252413" algn="l" defTabSz="685772" rtl="0" eaLnBrk="1" latinLnBrk="0" hangingPunct="1">
        <a:lnSpc>
          <a:spcPct val="90000"/>
        </a:lnSpc>
        <a:spcBef>
          <a:spcPct val="20000"/>
        </a:spcBef>
        <a:buFontTx/>
        <a:buBlip>
          <a:blip r:embed="rId18"/>
        </a:buBlip>
        <a:defRPr sz="1800" kern="1200">
          <a:solidFill>
            <a:schemeClr val="tx1"/>
          </a:solidFill>
          <a:latin typeface="+mn-lt"/>
          <a:ea typeface="+mn-ea"/>
          <a:cs typeface="+mn-cs"/>
        </a:defRPr>
      </a:lvl5pPr>
      <a:lvl6pPr marL="1885874" indent="-171443" algn="l" defTabSz="685772"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761" indent="-171443" algn="l" defTabSz="685772"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647" indent="-171443" algn="l" defTabSz="685772"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534" indent="-171443" algn="l" defTabSz="685772"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2" rtl="0" eaLnBrk="1" latinLnBrk="0" hangingPunct="1">
        <a:defRPr sz="1350" kern="1200">
          <a:solidFill>
            <a:schemeClr val="tx1"/>
          </a:solidFill>
          <a:latin typeface="+mn-lt"/>
          <a:ea typeface="+mn-ea"/>
          <a:cs typeface="+mn-cs"/>
        </a:defRPr>
      </a:lvl1pPr>
      <a:lvl2pPr marL="342887" algn="l" defTabSz="685772" rtl="0" eaLnBrk="1" latinLnBrk="0" hangingPunct="1">
        <a:defRPr sz="1350" kern="1200">
          <a:solidFill>
            <a:schemeClr val="tx1"/>
          </a:solidFill>
          <a:latin typeface="+mn-lt"/>
          <a:ea typeface="+mn-ea"/>
          <a:cs typeface="+mn-cs"/>
        </a:defRPr>
      </a:lvl2pPr>
      <a:lvl3pPr marL="685772" algn="l" defTabSz="685772" rtl="0" eaLnBrk="1" latinLnBrk="0" hangingPunct="1">
        <a:defRPr sz="1350" kern="1200">
          <a:solidFill>
            <a:schemeClr val="tx1"/>
          </a:solidFill>
          <a:latin typeface="+mn-lt"/>
          <a:ea typeface="+mn-ea"/>
          <a:cs typeface="+mn-cs"/>
        </a:defRPr>
      </a:lvl3pPr>
      <a:lvl4pPr marL="1028659" algn="l" defTabSz="685772" rtl="0" eaLnBrk="1" latinLnBrk="0" hangingPunct="1">
        <a:defRPr sz="1350" kern="1200">
          <a:solidFill>
            <a:schemeClr val="tx1"/>
          </a:solidFill>
          <a:latin typeface="+mn-lt"/>
          <a:ea typeface="+mn-ea"/>
          <a:cs typeface="+mn-cs"/>
        </a:defRPr>
      </a:lvl4pPr>
      <a:lvl5pPr marL="1371545" algn="l" defTabSz="685772" rtl="0" eaLnBrk="1" latinLnBrk="0" hangingPunct="1">
        <a:defRPr sz="1350" kern="1200">
          <a:solidFill>
            <a:schemeClr val="tx1"/>
          </a:solidFill>
          <a:latin typeface="+mn-lt"/>
          <a:ea typeface="+mn-ea"/>
          <a:cs typeface="+mn-cs"/>
        </a:defRPr>
      </a:lvl5pPr>
      <a:lvl6pPr marL="1714432" algn="l" defTabSz="685772" rtl="0" eaLnBrk="1" latinLnBrk="0" hangingPunct="1">
        <a:defRPr sz="1350" kern="1200">
          <a:solidFill>
            <a:schemeClr val="tx1"/>
          </a:solidFill>
          <a:latin typeface="+mn-lt"/>
          <a:ea typeface="+mn-ea"/>
          <a:cs typeface="+mn-cs"/>
        </a:defRPr>
      </a:lvl6pPr>
      <a:lvl7pPr marL="2057318" algn="l" defTabSz="685772" rtl="0" eaLnBrk="1" latinLnBrk="0" hangingPunct="1">
        <a:defRPr sz="1350" kern="1200">
          <a:solidFill>
            <a:schemeClr val="tx1"/>
          </a:solidFill>
          <a:latin typeface="+mn-lt"/>
          <a:ea typeface="+mn-ea"/>
          <a:cs typeface="+mn-cs"/>
        </a:defRPr>
      </a:lvl7pPr>
      <a:lvl8pPr marL="2400204" algn="l" defTabSz="685772" rtl="0" eaLnBrk="1" latinLnBrk="0" hangingPunct="1">
        <a:defRPr sz="1350" kern="1200">
          <a:solidFill>
            <a:schemeClr val="tx1"/>
          </a:solidFill>
          <a:latin typeface="+mn-lt"/>
          <a:ea typeface="+mn-ea"/>
          <a:cs typeface="+mn-cs"/>
        </a:defRPr>
      </a:lvl8pPr>
      <a:lvl9pPr marL="2743091" algn="l" defTabSz="685772" rtl="0" eaLnBrk="1" latinLnBrk="0" hangingPunct="1">
        <a:defRPr sz="135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4"/>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8000" y="230189"/>
            <a:ext cx="11176000" cy="664797"/>
          </a:xfrm>
          <a:prstGeom prst="rect">
            <a:avLst/>
          </a:prstGeom>
        </p:spPr>
        <p:txBody>
          <a:bodyPr vert="horz" wrap="square" lIns="0" tIns="0" rIns="0" bIns="0" rtlCol="0" anchor="t">
            <a:spAutoFit/>
          </a:bodyPr>
          <a:lstStyle/>
          <a:p>
            <a:r>
              <a:rPr lang="en-US"/>
              <a:t>Click to edit Master title style</a:t>
            </a:r>
          </a:p>
        </p:txBody>
      </p:sp>
      <p:sp>
        <p:nvSpPr>
          <p:cNvPr id="3" name="Text Placeholder 2"/>
          <p:cNvSpPr>
            <a:spLocks noGrp="1"/>
          </p:cNvSpPr>
          <p:nvPr>
            <p:ph type="body" idx="1"/>
          </p:nvPr>
        </p:nvSpPr>
        <p:spPr>
          <a:xfrm>
            <a:off x="508000" y="1412876"/>
            <a:ext cx="11176000" cy="2135969"/>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93707895"/>
      </p:ext>
    </p:extLst>
  </p:cSld>
  <p:clrMap bg1="dk1" tx1="lt1" bg2="dk2" tx2="lt2" accent1="accent1" accent2="accent2" accent3="accent3" accent4="accent4" accent5="accent5" accent6="accent6" hlink="hlink" folHlink="folHlink"/>
  <p:sldLayoutIdLst>
    <p:sldLayoutId id="2147483823" r:id="rId1"/>
    <p:sldLayoutId id="2147483824" r:id="rId2"/>
    <p:sldLayoutId id="2147483825" r:id="rId3"/>
    <p:sldLayoutId id="2147483826" r:id="rId4"/>
    <p:sldLayoutId id="2147483827" r:id="rId5"/>
    <p:sldLayoutId id="2147483828" r:id="rId6"/>
    <p:sldLayoutId id="2147483829" r:id="rId7"/>
    <p:sldLayoutId id="2147483830" r:id="rId8"/>
    <p:sldLayoutId id="2147483831" r:id="rId9"/>
    <p:sldLayoutId id="2147483832" r:id="rId10"/>
    <p:sldLayoutId id="2147483833" r:id="rId11"/>
    <p:sldLayoutId id="2147483834" r:id="rId12"/>
  </p:sldLayoutIdLst>
  <p:transition>
    <p:fade/>
  </p:transition>
  <p:txStyles>
    <p:titleStyle>
      <a:lvl1pPr algn="l" defTabSz="914363" rtl="0" eaLnBrk="1" latinLnBrk="0" hangingPunct="1">
        <a:lnSpc>
          <a:spcPct val="90000"/>
        </a:lnSpc>
        <a:spcBef>
          <a:spcPct val="0"/>
        </a:spcBef>
        <a:buNone/>
        <a:defRPr lang="en-US" sz="4800" b="0" kern="1200" cap="none" spc="-150"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p:titleStyle>
    <p:bodyStyle>
      <a:lvl1pPr marL="396875" indent="-396875" algn="l" defTabSz="914363" rtl="0" eaLnBrk="1" latinLnBrk="0" hangingPunct="1">
        <a:lnSpc>
          <a:spcPct val="90000"/>
        </a:lnSpc>
        <a:spcBef>
          <a:spcPct val="20000"/>
        </a:spcBef>
        <a:buFontTx/>
        <a:buBlip>
          <a:blip r:embed="rId15"/>
        </a:buBlip>
        <a:defRPr sz="3200" kern="1200">
          <a:solidFill>
            <a:schemeClr val="tx1"/>
          </a:solidFill>
          <a:latin typeface="+mn-lt"/>
          <a:ea typeface="+mn-ea"/>
          <a:cs typeface="+mn-cs"/>
        </a:defRPr>
      </a:lvl1pPr>
      <a:lvl2pPr marL="914400" indent="-396875" algn="l" defTabSz="914363" rtl="0" eaLnBrk="1" latinLnBrk="0" hangingPunct="1">
        <a:lnSpc>
          <a:spcPct val="90000"/>
        </a:lnSpc>
        <a:spcBef>
          <a:spcPct val="20000"/>
        </a:spcBef>
        <a:buFontTx/>
        <a:buBlip>
          <a:blip r:embed="rId16"/>
        </a:buBlip>
        <a:defRPr sz="2800" kern="1200">
          <a:solidFill>
            <a:schemeClr val="tx1"/>
          </a:solidFill>
          <a:latin typeface="+mn-lt"/>
          <a:ea typeface="+mn-ea"/>
          <a:cs typeface="+mn-cs"/>
        </a:defRPr>
      </a:lvl2pPr>
      <a:lvl3pPr marL="1258888" indent="-344488" algn="l" defTabSz="914363" rtl="0" eaLnBrk="1" latinLnBrk="0" hangingPunct="1">
        <a:lnSpc>
          <a:spcPct val="90000"/>
        </a:lnSpc>
        <a:spcBef>
          <a:spcPct val="20000"/>
        </a:spcBef>
        <a:buFontTx/>
        <a:buBlip>
          <a:blip r:embed="rId16"/>
        </a:buBlip>
        <a:defRPr sz="2400" kern="1200">
          <a:solidFill>
            <a:schemeClr val="tx1"/>
          </a:solidFill>
          <a:latin typeface="+mn-lt"/>
          <a:ea typeface="+mn-ea"/>
          <a:cs typeface="+mn-cs"/>
        </a:defRPr>
      </a:lvl3pPr>
      <a:lvl4pPr marL="1604963" indent="-346075" algn="l" defTabSz="914363" rtl="0" eaLnBrk="1" latinLnBrk="0" hangingPunct="1">
        <a:lnSpc>
          <a:spcPct val="90000"/>
        </a:lnSpc>
        <a:spcBef>
          <a:spcPct val="20000"/>
        </a:spcBef>
        <a:buFontTx/>
        <a:buBlip>
          <a:blip r:embed="rId16"/>
        </a:buBlip>
        <a:defRPr sz="2400" kern="1200">
          <a:solidFill>
            <a:schemeClr val="tx1"/>
          </a:solidFill>
          <a:latin typeface="+mn-lt"/>
          <a:ea typeface="+mn-ea"/>
          <a:cs typeface="+mn-cs"/>
        </a:defRPr>
      </a:lvl4pPr>
      <a:lvl5pPr marL="1941513" indent="-336550" algn="l" defTabSz="914363" rtl="0" eaLnBrk="1" latinLnBrk="0" hangingPunct="1">
        <a:lnSpc>
          <a:spcPct val="90000"/>
        </a:lnSpc>
        <a:spcBef>
          <a:spcPct val="20000"/>
        </a:spcBef>
        <a:buFontTx/>
        <a:buBlip>
          <a:blip r:embed="rId16"/>
        </a:buBlip>
        <a:defRPr sz="2400" kern="1200">
          <a:solidFill>
            <a:schemeClr val="tx1"/>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47"/>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8000" y="230191"/>
            <a:ext cx="11176000" cy="373949"/>
          </a:xfrm>
          <a:prstGeom prst="rect">
            <a:avLst/>
          </a:prstGeom>
        </p:spPr>
        <p:txBody>
          <a:bodyPr vert="horz" wrap="square" lIns="0" tIns="0" rIns="0" bIns="0" rtlCol="0" anchor="t">
            <a:spAutoFit/>
          </a:bodyPr>
          <a:lstStyle/>
          <a:p>
            <a:r>
              <a:rPr lang="en-US"/>
              <a:t>Click to edit Master title style</a:t>
            </a:r>
          </a:p>
        </p:txBody>
      </p:sp>
      <p:sp>
        <p:nvSpPr>
          <p:cNvPr id="3" name="Text Placeholder 2"/>
          <p:cNvSpPr>
            <a:spLocks noGrp="1"/>
          </p:cNvSpPr>
          <p:nvPr>
            <p:ph type="body" idx="1"/>
          </p:nvPr>
        </p:nvSpPr>
        <p:spPr>
          <a:xfrm>
            <a:off x="508000" y="1412880"/>
            <a:ext cx="11176000" cy="1201483"/>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29658063"/>
      </p:ext>
    </p:extLst>
  </p:cSld>
  <p:clrMap bg1="dk1" tx1="lt1" bg2="dk2" tx2="lt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 id="2147483846" r:id="rId11"/>
    <p:sldLayoutId id="2147483847" r:id="rId12"/>
    <p:sldLayoutId id="2147483848" r:id="rId13"/>
    <p:sldLayoutId id="2147483850" r:id="rId14"/>
    <p:sldLayoutId id="2147483851" r:id="rId15"/>
    <p:sldLayoutId id="2147483853" r:id="rId16"/>
    <p:sldLayoutId id="2147483854" r:id="rId17"/>
    <p:sldLayoutId id="2147483855" r:id="rId18"/>
    <p:sldLayoutId id="2147483856" r:id="rId19"/>
    <p:sldLayoutId id="2147483857" r:id="rId20"/>
    <p:sldLayoutId id="2147483858" r:id="rId21"/>
    <p:sldLayoutId id="2147483859" r:id="rId22"/>
    <p:sldLayoutId id="2147483860" r:id="rId23"/>
    <p:sldLayoutId id="2147483861" r:id="rId24"/>
    <p:sldLayoutId id="2147483862" r:id="rId25"/>
    <p:sldLayoutId id="2147483863" r:id="rId26"/>
    <p:sldLayoutId id="2147483864" r:id="rId27"/>
    <p:sldLayoutId id="2147483867" r:id="rId28"/>
    <p:sldLayoutId id="2147483868" r:id="rId29"/>
    <p:sldLayoutId id="2147483869" r:id="rId30"/>
    <p:sldLayoutId id="2147483888" r:id="rId31"/>
    <p:sldLayoutId id="2147483889" r:id="rId32"/>
    <p:sldLayoutId id="2147483890" r:id="rId33"/>
    <p:sldLayoutId id="2147483891" r:id="rId34"/>
    <p:sldLayoutId id="2147483892" r:id="rId35"/>
    <p:sldLayoutId id="2147483893" r:id="rId36"/>
    <p:sldLayoutId id="2147483894" r:id="rId37"/>
    <p:sldLayoutId id="2147483895" r:id="rId38"/>
    <p:sldLayoutId id="2147483896" r:id="rId39"/>
    <p:sldLayoutId id="2147483897" r:id="rId40"/>
    <p:sldLayoutId id="2147483898" r:id="rId41"/>
    <p:sldLayoutId id="2147483899" r:id="rId42"/>
    <p:sldLayoutId id="2147483901" r:id="rId43"/>
    <p:sldLayoutId id="2147483902" r:id="rId44"/>
    <p:sldLayoutId id="2147483903" r:id="rId45"/>
  </p:sldLayoutIdLst>
  <p:transition>
    <p:fade/>
  </p:transition>
  <p:hf sldNum="0" hdr="0" ftr="0" dt="0"/>
  <p:txStyles>
    <p:titleStyle>
      <a:lvl1pPr algn="l" defTabSz="514329" rtl="0" eaLnBrk="1" latinLnBrk="0" hangingPunct="1">
        <a:lnSpc>
          <a:spcPct val="90000"/>
        </a:lnSpc>
        <a:spcBef>
          <a:spcPct val="0"/>
        </a:spcBef>
        <a:buNone/>
        <a:defRPr lang="en-US" sz="2700" b="0" kern="1200" cap="none" spc="-85"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p:titleStyle>
    <p:bodyStyle>
      <a:lvl1pPr marL="223242" indent="-223242" algn="l" defTabSz="514329" rtl="0" eaLnBrk="1" latinLnBrk="0" hangingPunct="1">
        <a:lnSpc>
          <a:spcPct val="90000"/>
        </a:lnSpc>
        <a:spcBef>
          <a:spcPct val="20000"/>
        </a:spcBef>
        <a:buFontTx/>
        <a:buBlip>
          <a:blip r:embed="rId48"/>
        </a:buBlip>
        <a:defRPr sz="1800" kern="1200">
          <a:solidFill>
            <a:schemeClr val="tx1"/>
          </a:solidFill>
          <a:latin typeface="+mn-lt"/>
          <a:ea typeface="+mn-ea"/>
          <a:cs typeface="+mn-cs"/>
        </a:defRPr>
      </a:lvl1pPr>
      <a:lvl2pPr marL="514350" indent="-223242" algn="l" defTabSz="514329" rtl="0" eaLnBrk="1" latinLnBrk="0" hangingPunct="1">
        <a:lnSpc>
          <a:spcPct val="90000"/>
        </a:lnSpc>
        <a:spcBef>
          <a:spcPct val="20000"/>
        </a:spcBef>
        <a:buFontTx/>
        <a:buBlip>
          <a:blip r:embed="rId49"/>
        </a:buBlip>
        <a:defRPr sz="1575" kern="1200">
          <a:solidFill>
            <a:schemeClr val="tx1"/>
          </a:solidFill>
          <a:latin typeface="+mn-lt"/>
          <a:ea typeface="+mn-ea"/>
          <a:cs typeface="+mn-cs"/>
        </a:defRPr>
      </a:lvl2pPr>
      <a:lvl3pPr marL="708125" indent="-193775" algn="l" defTabSz="514329" rtl="0" eaLnBrk="1" latinLnBrk="0" hangingPunct="1">
        <a:lnSpc>
          <a:spcPct val="90000"/>
        </a:lnSpc>
        <a:spcBef>
          <a:spcPct val="20000"/>
        </a:spcBef>
        <a:buFontTx/>
        <a:buBlip>
          <a:blip r:embed="rId49"/>
        </a:buBlip>
        <a:defRPr sz="1350" kern="1200">
          <a:solidFill>
            <a:schemeClr val="tx1"/>
          </a:solidFill>
          <a:latin typeface="+mn-lt"/>
          <a:ea typeface="+mn-ea"/>
          <a:cs typeface="+mn-cs"/>
        </a:defRPr>
      </a:lvl3pPr>
      <a:lvl4pPr marL="902792" indent="-194667" algn="l" defTabSz="514329" rtl="0" eaLnBrk="1" latinLnBrk="0" hangingPunct="1">
        <a:lnSpc>
          <a:spcPct val="90000"/>
        </a:lnSpc>
        <a:spcBef>
          <a:spcPct val="20000"/>
        </a:spcBef>
        <a:buFontTx/>
        <a:buBlip>
          <a:blip r:embed="rId49"/>
        </a:buBlip>
        <a:defRPr sz="1350" kern="1200">
          <a:solidFill>
            <a:schemeClr val="tx1"/>
          </a:solidFill>
          <a:latin typeface="+mn-lt"/>
          <a:ea typeface="+mn-ea"/>
          <a:cs typeface="+mn-cs"/>
        </a:defRPr>
      </a:lvl4pPr>
      <a:lvl5pPr marL="1092101" indent="-189310" algn="l" defTabSz="514329" rtl="0" eaLnBrk="1" latinLnBrk="0" hangingPunct="1">
        <a:lnSpc>
          <a:spcPct val="90000"/>
        </a:lnSpc>
        <a:spcBef>
          <a:spcPct val="20000"/>
        </a:spcBef>
        <a:buFontTx/>
        <a:buBlip>
          <a:blip r:embed="rId49"/>
        </a:buBlip>
        <a:defRPr sz="1350" kern="1200">
          <a:solidFill>
            <a:schemeClr val="tx1"/>
          </a:solidFill>
          <a:latin typeface="+mn-lt"/>
          <a:ea typeface="+mn-ea"/>
          <a:cs typeface="+mn-cs"/>
        </a:defRPr>
      </a:lvl5pPr>
      <a:lvl6pPr marL="1414406" indent="-128582" algn="l" defTabSz="514329"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571" indent="-128582" algn="l" defTabSz="514329"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735" indent="-128582" algn="l" defTabSz="514329"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01" indent="-128582" algn="l" defTabSz="514329"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29" rtl="0" eaLnBrk="1" latinLnBrk="0" hangingPunct="1">
        <a:defRPr sz="1013" kern="1200">
          <a:solidFill>
            <a:schemeClr val="tx1"/>
          </a:solidFill>
          <a:latin typeface="+mn-lt"/>
          <a:ea typeface="+mn-ea"/>
          <a:cs typeface="+mn-cs"/>
        </a:defRPr>
      </a:lvl1pPr>
      <a:lvl2pPr marL="257165" algn="l" defTabSz="514329" rtl="0" eaLnBrk="1" latinLnBrk="0" hangingPunct="1">
        <a:defRPr sz="1013" kern="1200">
          <a:solidFill>
            <a:schemeClr val="tx1"/>
          </a:solidFill>
          <a:latin typeface="+mn-lt"/>
          <a:ea typeface="+mn-ea"/>
          <a:cs typeface="+mn-cs"/>
        </a:defRPr>
      </a:lvl2pPr>
      <a:lvl3pPr marL="514329" algn="l" defTabSz="514329" rtl="0" eaLnBrk="1" latinLnBrk="0" hangingPunct="1">
        <a:defRPr sz="1013" kern="1200">
          <a:solidFill>
            <a:schemeClr val="tx1"/>
          </a:solidFill>
          <a:latin typeface="+mn-lt"/>
          <a:ea typeface="+mn-ea"/>
          <a:cs typeface="+mn-cs"/>
        </a:defRPr>
      </a:lvl3pPr>
      <a:lvl4pPr marL="771494" algn="l" defTabSz="514329" rtl="0" eaLnBrk="1" latinLnBrk="0" hangingPunct="1">
        <a:defRPr sz="1013" kern="1200">
          <a:solidFill>
            <a:schemeClr val="tx1"/>
          </a:solidFill>
          <a:latin typeface="+mn-lt"/>
          <a:ea typeface="+mn-ea"/>
          <a:cs typeface="+mn-cs"/>
        </a:defRPr>
      </a:lvl4pPr>
      <a:lvl5pPr marL="1028659" algn="l" defTabSz="514329" rtl="0" eaLnBrk="1" latinLnBrk="0" hangingPunct="1">
        <a:defRPr sz="1013" kern="1200">
          <a:solidFill>
            <a:schemeClr val="tx1"/>
          </a:solidFill>
          <a:latin typeface="+mn-lt"/>
          <a:ea typeface="+mn-ea"/>
          <a:cs typeface="+mn-cs"/>
        </a:defRPr>
      </a:lvl5pPr>
      <a:lvl6pPr marL="1285824" algn="l" defTabSz="514329" rtl="0" eaLnBrk="1" latinLnBrk="0" hangingPunct="1">
        <a:defRPr sz="1013" kern="1200">
          <a:solidFill>
            <a:schemeClr val="tx1"/>
          </a:solidFill>
          <a:latin typeface="+mn-lt"/>
          <a:ea typeface="+mn-ea"/>
          <a:cs typeface="+mn-cs"/>
        </a:defRPr>
      </a:lvl6pPr>
      <a:lvl7pPr marL="1542989" algn="l" defTabSz="514329" rtl="0" eaLnBrk="1" latinLnBrk="0" hangingPunct="1">
        <a:defRPr sz="1013" kern="1200">
          <a:solidFill>
            <a:schemeClr val="tx1"/>
          </a:solidFill>
          <a:latin typeface="+mn-lt"/>
          <a:ea typeface="+mn-ea"/>
          <a:cs typeface="+mn-cs"/>
        </a:defRPr>
      </a:lvl7pPr>
      <a:lvl8pPr marL="1800153" algn="l" defTabSz="514329" rtl="0" eaLnBrk="1" latinLnBrk="0" hangingPunct="1">
        <a:defRPr sz="1013" kern="1200">
          <a:solidFill>
            <a:schemeClr val="tx1"/>
          </a:solidFill>
          <a:latin typeface="+mn-lt"/>
          <a:ea typeface="+mn-ea"/>
          <a:cs typeface="+mn-cs"/>
        </a:defRPr>
      </a:lvl8pPr>
      <a:lvl9pPr marL="2057318" algn="l" defTabSz="514329" rtl="0" eaLnBrk="1" latinLnBrk="0" hangingPunct="1">
        <a:defRPr sz="1013"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8000" y="230189"/>
            <a:ext cx="11176000" cy="664797"/>
          </a:xfrm>
          <a:prstGeom prst="rect">
            <a:avLst/>
          </a:prstGeom>
        </p:spPr>
        <p:txBody>
          <a:bodyPr vert="horz" wrap="square" lIns="0" tIns="0" rIns="0" bIns="0" rtlCol="0" anchor="t">
            <a:spAutoFit/>
          </a:bodyPr>
          <a:lstStyle/>
          <a:p>
            <a:r>
              <a:rPr lang="en-US"/>
              <a:t>Click to edit Master title style</a:t>
            </a:r>
            <a:endParaRPr lang="en-US" dirty="0"/>
          </a:p>
        </p:txBody>
      </p:sp>
      <p:sp>
        <p:nvSpPr>
          <p:cNvPr id="3" name="Text Placeholder 2"/>
          <p:cNvSpPr>
            <a:spLocks noGrp="1"/>
          </p:cNvSpPr>
          <p:nvPr>
            <p:ph type="body" idx="1"/>
          </p:nvPr>
        </p:nvSpPr>
        <p:spPr>
          <a:xfrm>
            <a:off x="508000" y="1412876"/>
            <a:ext cx="11176000" cy="2135969"/>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23333140"/>
      </p:ext>
    </p:extLst>
  </p:cSld>
  <p:clrMap bg1="dk1" tx1="lt1" bg2="dk2" tx2="lt2" accent1="accent1" accent2="accent2" accent3="accent3" accent4="accent4" accent5="accent5" accent6="accent6" hlink="hlink" folHlink="folHlink"/>
  <p:sldLayoutIdLst>
    <p:sldLayoutId id="2147483905" r:id="rId1"/>
    <p:sldLayoutId id="2147483906" r:id="rId2"/>
    <p:sldLayoutId id="2147483907" r:id="rId3"/>
    <p:sldLayoutId id="2147483908" r:id="rId4"/>
    <p:sldLayoutId id="2147483909" r:id="rId5"/>
    <p:sldLayoutId id="2147483910" r:id="rId6"/>
    <p:sldLayoutId id="2147483911" r:id="rId7"/>
    <p:sldLayoutId id="2147483912" r:id="rId8"/>
    <p:sldLayoutId id="2147483913" r:id="rId9"/>
    <p:sldLayoutId id="2147483914" r:id="rId10"/>
    <p:sldLayoutId id="2147483915" r:id="rId11"/>
    <p:sldLayoutId id="2147483916" r:id="rId12"/>
    <p:sldLayoutId id="2147483917" r:id="rId13"/>
    <p:sldLayoutId id="2147483918" r:id="rId14"/>
  </p:sldLayoutIdLst>
  <p:transition>
    <p:fade/>
  </p:transition>
  <p:txStyles>
    <p:titleStyle>
      <a:lvl1pPr algn="l" defTabSz="914363" rtl="0" eaLnBrk="1" latinLnBrk="0" hangingPunct="1">
        <a:lnSpc>
          <a:spcPct val="90000"/>
        </a:lnSpc>
        <a:spcBef>
          <a:spcPct val="0"/>
        </a:spcBef>
        <a:buNone/>
        <a:defRPr lang="en-US" sz="4800" b="0" kern="1200" cap="none" spc="-150"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p:titleStyle>
    <p:bodyStyle>
      <a:lvl1pPr marL="396875" indent="-396875" algn="l" defTabSz="914363" rtl="0" eaLnBrk="1" latinLnBrk="0" hangingPunct="1">
        <a:lnSpc>
          <a:spcPct val="90000"/>
        </a:lnSpc>
        <a:spcBef>
          <a:spcPct val="20000"/>
        </a:spcBef>
        <a:buFontTx/>
        <a:buBlip>
          <a:blip r:embed="rId17"/>
        </a:buBlip>
        <a:defRPr sz="3200" kern="1200">
          <a:solidFill>
            <a:schemeClr val="tx1"/>
          </a:solidFill>
          <a:latin typeface="+mn-lt"/>
          <a:ea typeface="+mn-ea"/>
          <a:cs typeface="+mn-cs"/>
        </a:defRPr>
      </a:lvl1pPr>
      <a:lvl2pPr marL="914400" indent="-396875" algn="l" defTabSz="914363" rtl="0" eaLnBrk="1" latinLnBrk="0" hangingPunct="1">
        <a:lnSpc>
          <a:spcPct val="90000"/>
        </a:lnSpc>
        <a:spcBef>
          <a:spcPct val="20000"/>
        </a:spcBef>
        <a:buFontTx/>
        <a:buBlip>
          <a:blip r:embed="rId18"/>
        </a:buBlip>
        <a:defRPr sz="2800" kern="1200">
          <a:solidFill>
            <a:schemeClr val="tx1"/>
          </a:solidFill>
          <a:latin typeface="+mn-lt"/>
          <a:ea typeface="+mn-ea"/>
          <a:cs typeface="+mn-cs"/>
        </a:defRPr>
      </a:lvl2pPr>
      <a:lvl3pPr marL="1258888" indent="-344488" algn="l" defTabSz="914363" rtl="0" eaLnBrk="1" latinLnBrk="0" hangingPunct="1">
        <a:lnSpc>
          <a:spcPct val="90000"/>
        </a:lnSpc>
        <a:spcBef>
          <a:spcPct val="20000"/>
        </a:spcBef>
        <a:buFontTx/>
        <a:buBlip>
          <a:blip r:embed="rId18"/>
        </a:buBlip>
        <a:defRPr sz="2400" kern="1200">
          <a:solidFill>
            <a:schemeClr val="tx1"/>
          </a:solidFill>
          <a:latin typeface="+mn-lt"/>
          <a:ea typeface="+mn-ea"/>
          <a:cs typeface="+mn-cs"/>
        </a:defRPr>
      </a:lvl3pPr>
      <a:lvl4pPr marL="1604963" indent="-346075" algn="l" defTabSz="914363" rtl="0" eaLnBrk="1" latinLnBrk="0" hangingPunct="1">
        <a:lnSpc>
          <a:spcPct val="90000"/>
        </a:lnSpc>
        <a:spcBef>
          <a:spcPct val="20000"/>
        </a:spcBef>
        <a:buFontTx/>
        <a:buBlip>
          <a:blip r:embed="rId18"/>
        </a:buBlip>
        <a:defRPr sz="2400" kern="1200">
          <a:solidFill>
            <a:schemeClr val="tx1"/>
          </a:solidFill>
          <a:latin typeface="+mn-lt"/>
          <a:ea typeface="+mn-ea"/>
          <a:cs typeface="+mn-cs"/>
        </a:defRPr>
      </a:lvl4pPr>
      <a:lvl5pPr marL="1941513" indent="-336550" algn="l" defTabSz="914363" rtl="0" eaLnBrk="1" latinLnBrk="0" hangingPunct="1">
        <a:lnSpc>
          <a:spcPct val="90000"/>
        </a:lnSpc>
        <a:spcBef>
          <a:spcPct val="20000"/>
        </a:spcBef>
        <a:buFontTx/>
        <a:buBlip>
          <a:blip r:embed="rId18"/>
        </a:buBlip>
        <a:defRPr sz="2400" kern="1200">
          <a:solidFill>
            <a:schemeClr val="tx1"/>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8000" y="230189"/>
            <a:ext cx="11176000" cy="664797"/>
          </a:xfrm>
          <a:prstGeom prst="rect">
            <a:avLst/>
          </a:prstGeom>
        </p:spPr>
        <p:txBody>
          <a:bodyPr vert="horz" wrap="square" lIns="0" tIns="0" rIns="0" bIns="0" rtlCol="0" anchor="t">
            <a:spAutoFit/>
          </a:bodyPr>
          <a:lstStyle/>
          <a:p>
            <a:r>
              <a:rPr lang="en-US"/>
              <a:t>Click to edit Master title style</a:t>
            </a:r>
          </a:p>
        </p:txBody>
      </p:sp>
      <p:sp>
        <p:nvSpPr>
          <p:cNvPr id="3" name="Text Placeholder 2"/>
          <p:cNvSpPr>
            <a:spLocks noGrp="1"/>
          </p:cNvSpPr>
          <p:nvPr>
            <p:ph type="body" idx="1"/>
          </p:nvPr>
        </p:nvSpPr>
        <p:spPr>
          <a:xfrm>
            <a:off x="508000" y="1412876"/>
            <a:ext cx="11176000" cy="2135969"/>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45708649"/>
      </p:ext>
    </p:extLst>
  </p:cSld>
  <p:clrMap bg1="dk1" tx1="lt1" bg2="dk2" tx2="lt2" accent1="accent1" accent2="accent2" accent3="accent3" accent4="accent4" accent5="accent5" accent6="accent6" hlink="hlink" folHlink="folHlink"/>
  <p:sldLayoutIdLst>
    <p:sldLayoutId id="2147483936" r:id="rId1"/>
    <p:sldLayoutId id="2147483937" r:id="rId2"/>
    <p:sldLayoutId id="2147483938" r:id="rId3"/>
    <p:sldLayoutId id="2147483939" r:id="rId4"/>
    <p:sldLayoutId id="2147483940" r:id="rId5"/>
    <p:sldLayoutId id="2147483941" r:id="rId6"/>
    <p:sldLayoutId id="2147483942" r:id="rId7"/>
    <p:sldLayoutId id="2147483943" r:id="rId8"/>
    <p:sldLayoutId id="2147483944" r:id="rId9"/>
    <p:sldLayoutId id="2147483945" r:id="rId10"/>
    <p:sldLayoutId id="2147483946" r:id="rId11"/>
    <p:sldLayoutId id="2147483947" r:id="rId12"/>
    <p:sldLayoutId id="2147483948" r:id="rId13"/>
    <p:sldLayoutId id="2147483949" r:id="rId14"/>
  </p:sldLayoutIdLst>
  <p:transition>
    <p:fade/>
  </p:transition>
  <p:txStyles>
    <p:titleStyle>
      <a:lvl1pPr algn="l" defTabSz="914363" rtl="0" eaLnBrk="1" latinLnBrk="0" hangingPunct="1">
        <a:lnSpc>
          <a:spcPct val="90000"/>
        </a:lnSpc>
        <a:spcBef>
          <a:spcPct val="0"/>
        </a:spcBef>
        <a:buNone/>
        <a:defRPr lang="en-US" sz="4800" b="0" kern="1200" cap="none" spc="-150"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p:titleStyle>
    <p:bodyStyle>
      <a:lvl1pPr marL="396875" indent="-396875" algn="l" defTabSz="914363" rtl="0" eaLnBrk="1" latinLnBrk="0" hangingPunct="1">
        <a:lnSpc>
          <a:spcPct val="90000"/>
        </a:lnSpc>
        <a:spcBef>
          <a:spcPct val="20000"/>
        </a:spcBef>
        <a:buFontTx/>
        <a:buBlip>
          <a:blip r:embed="rId17"/>
        </a:buBlip>
        <a:defRPr sz="3200" kern="1200">
          <a:solidFill>
            <a:schemeClr val="tx1"/>
          </a:solidFill>
          <a:latin typeface="+mn-lt"/>
          <a:ea typeface="+mn-ea"/>
          <a:cs typeface="+mn-cs"/>
        </a:defRPr>
      </a:lvl1pPr>
      <a:lvl2pPr marL="914400" indent="-396875" algn="l" defTabSz="914363" rtl="0" eaLnBrk="1" latinLnBrk="0" hangingPunct="1">
        <a:lnSpc>
          <a:spcPct val="90000"/>
        </a:lnSpc>
        <a:spcBef>
          <a:spcPct val="20000"/>
        </a:spcBef>
        <a:buFontTx/>
        <a:buBlip>
          <a:blip r:embed="rId18"/>
        </a:buBlip>
        <a:defRPr sz="2800" kern="1200">
          <a:solidFill>
            <a:schemeClr val="tx1"/>
          </a:solidFill>
          <a:latin typeface="+mn-lt"/>
          <a:ea typeface="+mn-ea"/>
          <a:cs typeface="+mn-cs"/>
        </a:defRPr>
      </a:lvl2pPr>
      <a:lvl3pPr marL="1258888" indent="-344488" algn="l" defTabSz="914363" rtl="0" eaLnBrk="1" latinLnBrk="0" hangingPunct="1">
        <a:lnSpc>
          <a:spcPct val="90000"/>
        </a:lnSpc>
        <a:spcBef>
          <a:spcPct val="20000"/>
        </a:spcBef>
        <a:buFontTx/>
        <a:buBlip>
          <a:blip r:embed="rId18"/>
        </a:buBlip>
        <a:defRPr sz="2400" kern="1200">
          <a:solidFill>
            <a:schemeClr val="tx1"/>
          </a:solidFill>
          <a:latin typeface="+mn-lt"/>
          <a:ea typeface="+mn-ea"/>
          <a:cs typeface="+mn-cs"/>
        </a:defRPr>
      </a:lvl3pPr>
      <a:lvl4pPr marL="1604963" indent="-346075" algn="l" defTabSz="914363" rtl="0" eaLnBrk="1" latinLnBrk="0" hangingPunct="1">
        <a:lnSpc>
          <a:spcPct val="90000"/>
        </a:lnSpc>
        <a:spcBef>
          <a:spcPct val="20000"/>
        </a:spcBef>
        <a:buFontTx/>
        <a:buBlip>
          <a:blip r:embed="rId18"/>
        </a:buBlip>
        <a:defRPr sz="2400" kern="1200">
          <a:solidFill>
            <a:schemeClr val="tx1"/>
          </a:solidFill>
          <a:latin typeface="+mn-lt"/>
          <a:ea typeface="+mn-ea"/>
          <a:cs typeface="+mn-cs"/>
        </a:defRPr>
      </a:lvl4pPr>
      <a:lvl5pPr marL="1941513" indent="-336550" algn="l" defTabSz="914363" rtl="0" eaLnBrk="1" latinLnBrk="0" hangingPunct="1">
        <a:lnSpc>
          <a:spcPct val="90000"/>
        </a:lnSpc>
        <a:spcBef>
          <a:spcPct val="20000"/>
        </a:spcBef>
        <a:buFontTx/>
        <a:buBlip>
          <a:blip r:embed="rId18"/>
        </a:buBlip>
        <a:defRPr sz="2400" kern="1200">
          <a:solidFill>
            <a:schemeClr val="tx1"/>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5.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hyperlink" Target="http://www.analog.com/en/design-center/design-tools-and-calculators/ltspice-simulator.html" TargetMode="External"/><Relationship Id="rId2" Type="http://schemas.openxmlformats.org/officeDocument/2006/relationships/hyperlink" Target="https://content.byui.edu/file/886a18ca-b656-47f6-a0ab-e340267fe0f5/1/MATLAB%20Installation%20Instructions.docx" TargetMode="External"/><Relationship Id="rId1" Type="http://schemas.openxmlformats.org/officeDocument/2006/relationships/slideLayout" Target="../slideLayouts/slideLayout18.xml"/><Relationship Id="rId4" Type="http://schemas.openxmlformats.org/officeDocument/2006/relationships/hyperlink" Target="https://www.femm.info/wiki/HomePage"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student.iclicker.com/#/login" TargetMode="External"/><Relationship Id="rId2" Type="http://schemas.openxmlformats.org/officeDocument/2006/relationships/notesSlide" Target="../notesSlides/notesSlide3.xml"/><Relationship Id="rId1" Type="http://schemas.openxmlformats.org/officeDocument/2006/relationships/slideLayout" Target="../slideLayouts/slideLayout53.xml"/><Relationship Id="rId4" Type="http://schemas.openxmlformats.org/officeDocument/2006/relationships/hyperlink" Target="https://www.iclicker.com/students/"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hyperlink" Target="https://byui.instructure.com/courses/48558/modules" TargetMode="External"/><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9.xml"/><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9.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9.xml"/><Relationship Id="rId5" Type="http://schemas.openxmlformats.org/officeDocument/2006/relationships/image" Target="../media/image11.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15.xml"/><Relationship Id="rId1" Type="http://schemas.openxmlformats.org/officeDocument/2006/relationships/slideLayout" Target="../slideLayouts/slideLayout39.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39.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9.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60.png"/><Relationship Id="rId7"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39.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197.xml"/><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1.png"/><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70.png"/><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90.png"/><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image" Target="../media/image311.png"/><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3" Type="http://schemas.openxmlformats.org/officeDocument/2006/relationships/image" Target="../media/image312.png"/><Relationship Id="rId2" Type="http://schemas.openxmlformats.org/officeDocument/2006/relationships/image" Target="../media/image33.png"/><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3" Type="http://schemas.openxmlformats.org/officeDocument/2006/relationships/image" Target="../media/image341.png"/><Relationship Id="rId2" Type="http://schemas.openxmlformats.org/officeDocument/2006/relationships/image" Target="../media/image34.png"/><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3" Type="http://schemas.openxmlformats.org/officeDocument/2006/relationships/hyperlink" Target="https://em8e.eecs.umich.edu/jsmodules/ulaby_modules.html" TargetMode="External"/><Relationship Id="rId2" Type="http://schemas.openxmlformats.org/officeDocument/2006/relationships/notesSlide" Target="../notesSlides/notesSlide20.xml"/><Relationship Id="rId1" Type="http://schemas.openxmlformats.org/officeDocument/2006/relationships/slideLayout" Target="../slideLayouts/slideLayout18.xml"/><Relationship Id="rId4" Type="http://schemas.openxmlformats.org/officeDocument/2006/relationships/image" Target="../media/image35.png"/></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80.png"/><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01.png"/><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40.PNG"/><Relationship Id="rId1" Type="http://schemas.openxmlformats.org/officeDocument/2006/relationships/slideLayout" Target="../slideLayouts/slideLayout20.xml"/></Relationships>
</file>

<file path=ppt/slides/_rels/slide4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380.png"/><Relationship Id="rId1" Type="http://schemas.openxmlformats.org/officeDocument/2006/relationships/slideLayout" Target="../slideLayouts/slideLayout20.xml"/></Relationships>
</file>

<file path=ppt/slides/_rels/slide46.xml.rels><?xml version="1.0" encoding="UTF-8" standalone="yes"?>
<Relationships xmlns="http://schemas.openxmlformats.org/package/2006/relationships"><Relationship Id="rId2" Type="http://schemas.openxmlformats.org/officeDocument/2006/relationships/image" Target="../media/image351.PNG"/><Relationship Id="rId1" Type="http://schemas.openxmlformats.org/officeDocument/2006/relationships/slideLayout" Target="../slideLayouts/slideLayout20.xml"/></Relationships>
</file>

<file path=ppt/slides/_rels/slide4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31.png"/><Relationship Id="rId1" Type="http://schemas.openxmlformats.org/officeDocument/2006/relationships/slideLayout" Target="../slideLayouts/slideLayout20.xml"/><Relationship Id="rId5" Type="http://schemas.openxmlformats.org/officeDocument/2006/relationships/image" Target="../media/image47.png"/><Relationship Id="rId4" Type="http://schemas.openxmlformats.org/officeDocument/2006/relationships/image" Target="../media/image46.png"/></Relationships>
</file>

<file path=ppt/slides/_rels/slide48.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96.xml"/></Relationships>
</file>

<file path=ppt/slides/_rels/slide49.xml.rels><?xml version="1.0" encoding="UTF-8" standalone="yes"?>
<Relationships xmlns="http://schemas.openxmlformats.org/package/2006/relationships"><Relationship Id="rId2" Type="http://schemas.openxmlformats.org/officeDocument/2006/relationships/image" Target="../media/image410.png"/><Relationship Id="rId1" Type="http://schemas.openxmlformats.org/officeDocument/2006/relationships/slideLayout" Target="../slideLayouts/slideLayout20.xml"/></Relationships>
</file>

<file path=ppt/slides/_rels/slide50.xml.rels><?xml version="1.0" encoding="UTF-8" standalone="yes"?>
<Relationships xmlns="http://schemas.openxmlformats.org/package/2006/relationships"><Relationship Id="rId3" Type="http://schemas.openxmlformats.org/officeDocument/2006/relationships/image" Target="NULL"/><Relationship Id="rId7" Type="http://schemas.openxmlformats.org/officeDocument/2006/relationships/hyperlink" Target="https://upload.wikimedia.org/wikipedia/commons/8/89/Unfasor.gif" TargetMode="External"/><Relationship Id="rId2" Type="http://schemas.openxmlformats.org/officeDocument/2006/relationships/image" Target="../media/image422.png"/><Relationship Id="rId1" Type="http://schemas.openxmlformats.org/officeDocument/2006/relationships/slideLayout" Target="../slideLayouts/slideLayout20.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51.xml.rels><?xml version="1.0" encoding="UTF-8" standalone="yes"?>
<Relationships xmlns="http://schemas.openxmlformats.org/package/2006/relationships"><Relationship Id="rId2" Type="http://schemas.openxmlformats.org/officeDocument/2006/relationships/image" Target="../media/image421.png"/><Relationship Id="rId1" Type="http://schemas.openxmlformats.org/officeDocument/2006/relationships/slideLayout" Target="../slideLayouts/slideLayout20.xml"/></Relationships>
</file>

<file path=ppt/slides/_rels/slide52.xml.rels><?xml version="1.0" encoding="UTF-8" standalone="yes"?>
<Relationships xmlns="http://schemas.openxmlformats.org/package/2006/relationships"><Relationship Id="rId2" Type="http://schemas.openxmlformats.org/officeDocument/2006/relationships/image" Target="../media/image441.png"/><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2" Type="http://schemas.openxmlformats.org/officeDocument/2006/relationships/image" Target="../media/image471.png"/><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2" Type="http://schemas.openxmlformats.org/officeDocument/2006/relationships/image" Target="../media/image462.png"/><Relationship Id="rId1" Type="http://schemas.openxmlformats.org/officeDocument/2006/relationships/slideLayout" Target="../slideLayouts/slideLayout138.xml"/></Relationships>
</file>

<file path=ppt/slides/_rels/slide55.xml.rels><?xml version="1.0" encoding="UTF-8" standalone="yes"?>
<Relationships xmlns="http://schemas.openxmlformats.org/package/2006/relationships"><Relationship Id="rId2" Type="http://schemas.openxmlformats.org/officeDocument/2006/relationships/image" Target="../media/image461.png"/><Relationship Id="rId1" Type="http://schemas.openxmlformats.org/officeDocument/2006/relationships/slideLayout" Target="../slideLayouts/slideLayout183.xml"/></Relationships>
</file>

<file path=ppt/slides/_rels/slide5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38.xml"/><Relationship Id="rId4" Type="http://schemas.openxmlformats.org/officeDocument/2006/relationships/image" Target="../media/image50.png"/></Relationships>
</file>

<file path=ppt/slides/_rels/slide5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0.xml"/><Relationship Id="rId5" Type="http://schemas.openxmlformats.org/officeDocument/2006/relationships/image" Target="../media/image500.png"/><Relationship Id="rId4" Type="http://schemas.openxmlformats.org/officeDocument/2006/relationships/image" Target="../media/image491.png"/></Relationships>
</file>

<file path=ppt/slides/_rels/slide5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0.xml"/><Relationship Id="rId5" Type="http://schemas.openxmlformats.org/officeDocument/2006/relationships/image" Target="../media/image55.png"/><Relationship Id="rId4" Type="http://schemas.openxmlformats.org/officeDocument/2006/relationships/image" Target="../media/image530.png"/></Relationships>
</file>

<file path=ppt/slides/_rels/slide59.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50.png"/><Relationship Id="rId7" Type="http://schemas.openxmlformats.org/officeDocument/2006/relationships/image" Target="../media/image57.png"/><Relationship Id="rId2" Type="http://schemas.openxmlformats.org/officeDocument/2006/relationships/notesSlide" Target="../notesSlides/notesSlide24.xml"/><Relationship Id="rId1" Type="http://schemas.openxmlformats.org/officeDocument/2006/relationships/slideLayout" Target="../slideLayouts/slideLayout141.xml"/><Relationship Id="rId6" Type="http://schemas.openxmlformats.org/officeDocument/2006/relationships/image" Target="../media/image52.png"/><Relationship Id="rId5" Type="http://schemas.openxmlformats.org/officeDocument/2006/relationships/image" Target="../media/image56.png"/><Relationship Id="rId4" Type="http://schemas.openxmlformats.org/officeDocument/2006/relationships/image" Target="../media/image54.png"/></Relationships>
</file>

<file path=ppt/slides/_rels/slide6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490.png"/><Relationship Id="rId1" Type="http://schemas.openxmlformats.org/officeDocument/2006/relationships/slideLayout" Target="../slideLayouts/slideLayout113.xml"/></Relationships>
</file>

<file path=ppt/slides/_rels/slide6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38.xml"/></Relationships>
</file>

<file path=ppt/slides/_rels/slide6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38.xml"/><Relationship Id="rId5" Type="http://schemas.openxmlformats.org/officeDocument/2006/relationships/image" Target="../media/image65.png"/><Relationship Id="rId4" Type="http://schemas.openxmlformats.org/officeDocument/2006/relationships/image" Target="../media/image64.png"/></Relationships>
</file>

<file path=ppt/slides/_rels/slide6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0.png"/><Relationship Id="rId1" Type="http://schemas.openxmlformats.org/officeDocument/2006/relationships/slideLayout" Target="../slideLayouts/slideLayout138.xml"/></Relationships>
</file>

<file path=ppt/slides/_rels/slide6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138.xml"/><Relationship Id="rId5" Type="http://schemas.openxmlformats.org/officeDocument/2006/relationships/image" Target="../media/image70.png"/><Relationship Id="rId4" Type="http://schemas.openxmlformats.org/officeDocument/2006/relationships/image" Target="../media/image6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680.PNG"/><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3" Type="http://schemas.openxmlformats.org/officeDocument/2006/relationships/image" Target="../media/image283.png"/><Relationship Id="rId2" Type="http://schemas.openxmlformats.org/officeDocument/2006/relationships/image" Target="../media/image72.png"/><Relationship Id="rId1" Type="http://schemas.openxmlformats.org/officeDocument/2006/relationships/slideLayout" Target="../slideLayouts/slideLayout18.xml"/></Relationships>
</file>

<file path=ppt/slides/_rels/slide69.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image" Target="../media/image73.png"/><Relationship Id="rId1"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0.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0.xml"/></Relationships>
</file>

<file path=ppt/slides/_rels/slide73.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282.PNG"/><Relationship Id="rId1" Type="http://schemas.openxmlformats.org/officeDocument/2006/relationships/slideLayout" Target="../slideLayouts/slideLayout20.xml"/></Relationships>
</file>

<file path=ppt/slides/_rels/slide75.xml.rels><?xml version="1.0" encoding="UTF-8" standalone="yes"?>
<Relationships xmlns="http://schemas.openxmlformats.org/package/2006/relationships"><Relationship Id="rId2" Type="http://schemas.openxmlformats.org/officeDocument/2006/relationships/image" Target="../media/image460.png"/><Relationship Id="rId1" Type="http://schemas.openxmlformats.org/officeDocument/2006/relationships/slideLayout" Target="../slideLayouts/slideLayout20.xml"/></Relationships>
</file>

<file path=ppt/slides/_rels/slide76.xml.rels><?xml version="1.0" encoding="UTF-8" standalone="yes"?>
<Relationships xmlns="http://schemas.openxmlformats.org/package/2006/relationships"><Relationship Id="rId3" Type="http://schemas.openxmlformats.org/officeDocument/2006/relationships/image" Target="../media/image420.PNG"/><Relationship Id="rId2" Type="http://schemas.openxmlformats.org/officeDocument/2006/relationships/image" Target="../media/image411.png"/><Relationship Id="rId1" Type="http://schemas.openxmlformats.org/officeDocument/2006/relationships/slideLayout" Target="../slideLayouts/slideLayout20.xml"/><Relationship Id="rId4" Type="http://schemas.openxmlformats.org/officeDocument/2006/relationships/image" Target="../media/image430.png"/></Relationships>
</file>

<file path=ppt/slides/_rels/slide77.xml.rels><?xml version="1.0" encoding="UTF-8" standalone="yes"?>
<Relationships xmlns="http://schemas.openxmlformats.org/package/2006/relationships"><Relationship Id="rId2" Type="http://schemas.openxmlformats.org/officeDocument/2006/relationships/image" Target="../media/image640.PNG"/><Relationship Id="rId1" Type="http://schemas.openxmlformats.org/officeDocument/2006/relationships/slideLayout" Target="../slideLayouts/slideLayout20.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93914" y="1076570"/>
            <a:ext cx="10242551" cy="1523495"/>
          </a:xfrm>
        </p:spPr>
        <p:txBody>
          <a:bodyPr/>
          <a:lstStyle/>
          <a:p>
            <a:r>
              <a:rPr lang="en-US"/>
              <a:t>ECEN 390</a:t>
            </a:r>
            <a:br>
              <a:rPr lang="en-US"/>
            </a:br>
            <a:r>
              <a:rPr lang="en-US"/>
              <a:t>Electromagnetics</a:t>
            </a:r>
          </a:p>
        </p:txBody>
      </p:sp>
      <p:sp>
        <p:nvSpPr>
          <p:cNvPr id="4" name="Rectangle 3"/>
          <p:cNvSpPr/>
          <p:nvPr/>
        </p:nvSpPr>
        <p:spPr>
          <a:xfrm>
            <a:off x="793914" y="3220184"/>
            <a:ext cx="7133682" cy="707886"/>
          </a:xfrm>
          <a:prstGeom prst="rect">
            <a:avLst/>
          </a:prstGeom>
        </p:spPr>
        <p:txBody>
          <a:bodyPr wrap="square">
            <a:spAutoFit/>
          </a:bodyPr>
          <a:lstStyle/>
          <a:p>
            <a:r>
              <a:rPr lang="en-US" sz="4000" spc="-15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cs typeface="Arial" charset="0"/>
              </a:rPr>
              <a:t>Introduction, Waves and Phasors</a:t>
            </a:r>
            <a:endParaRPr lang="en-US" sz="4000"/>
          </a:p>
        </p:txBody>
      </p:sp>
    </p:spTree>
    <p:extLst>
      <p:ext uri="{BB962C8B-B14F-4D97-AF65-F5344CB8AC3E}">
        <p14:creationId xmlns:p14="http://schemas.microsoft.com/office/powerpoint/2010/main" val="76548508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4197282" y="0"/>
            <a:ext cx="3232218" cy="563244"/>
          </a:xfrm>
        </p:spPr>
        <p:txBody>
          <a:bodyPr/>
          <a:lstStyle/>
          <a:p>
            <a:r>
              <a:rPr lang="en-US" sz="4000" dirty="0"/>
              <a:t> Sign-Up Sheets</a:t>
            </a:r>
          </a:p>
        </p:txBody>
      </p:sp>
      <p:sp>
        <p:nvSpPr>
          <p:cNvPr id="7" name="Rectangle 6"/>
          <p:cNvSpPr/>
          <p:nvPr/>
        </p:nvSpPr>
        <p:spPr>
          <a:xfrm>
            <a:off x="164756" y="859578"/>
            <a:ext cx="11862487" cy="532453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Please volunteer throughout the semester to share a short spiritual thought at the start of each class period.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See </a:t>
            </a:r>
            <a:r>
              <a:rPr kumimoji="0" lang="en-US" sz="20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Spiritual Thought Sign-Up Sheet </a:t>
            </a:r>
            <a:r>
              <a:rPr kumimoji="0" lang="en-US" sz="20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in the Week 1 module </a:t>
            </a:r>
            <a:r>
              <a:rPr lang="en-US" sz="2000" dirty="0">
                <a:solidFill>
                  <a:srgbClr val="000000"/>
                </a:solidFill>
                <a:latin typeface="Cambria" panose="02040503050406030204"/>
                <a:ea typeface="Cambria Math" panose="02040503050406030204" pitchFamily="18" charset="0"/>
                <a:cs typeface="Arial" panose="020B0604020202020204" pitchFamily="34" charset="0"/>
              </a:rPr>
              <a:t>or the</a:t>
            </a:r>
            <a:r>
              <a:rPr kumimoji="0" lang="en-US" sz="20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 Course Specifics Module in Canvas.</a:t>
            </a:r>
            <a:endParaRPr kumimoji="0" lang="en-US" sz="20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to sign up for a specific date or dates to share a thought.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solidFill>
                <a:srgbClr val="000000"/>
              </a:solidFill>
              <a:latin typeface="Cambria Math" panose="02040503050406030204" pitchFamily="18" charset="0"/>
              <a:ea typeface="Cambria Math" panose="02040503050406030204" pitchFamily="18" charset="0"/>
              <a:cs typeface="Arial" panose="020B0604020202020204" pitchFamily="34" charset="0"/>
            </a:endParaRPr>
          </a:p>
          <a:p>
            <a:pPr marL="342900" indent="-342900">
              <a:buFont typeface="Wingdings" panose="05000000000000000000" pitchFamily="2" charset="2"/>
              <a:buChar char="Ø"/>
              <a:defRPr/>
            </a:pPr>
            <a:r>
              <a:rPr lang="en-US" sz="2000" dirty="0">
                <a:solidFill>
                  <a:srgbClr val="000000"/>
                </a:solidFill>
                <a:ea typeface="Cambria Math" panose="02040503050406030204" pitchFamily="18" charset="0"/>
                <a:cs typeface="Arial" panose="020B0604020202020204" pitchFamily="34" charset="0"/>
              </a:rPr>
              <a:t>Student technical presentations throughout the semester focusing on Electromagnetic Applications. </a:t>
            </a:r>
          </a:p>
          <a:p>
            <a:pPr marL="342900" indent="-342900">
              <a:buFont typeface="Wingdings" panose="05000000000000000000" pitchFamily="2" charset="2"/>
              <a:buChar char="Ø"/>
              <a:defRPr/>
            </a:pPr>
            <a:endParaRPr lang="en-US" sz="2000" dirty="0">
              <a:solidFill>
                <a:srgbClr val="000000"/>
              </a:solidFill>
              <a:ea typeface="Cambria Math" panose="02040503050406030204" pitchFamily="18" charset="0"/>
              <a:cs typeface="Arial" panose="020B0604020202020204" pitchFamily="34" charset="0"/>
            </a:endParaRPr>
          </a:p>
          <a:p>
            <a:pPr marL="342900" indent="-342900">
              <a:buFont typeface="Wingdings" panose="05000000000000000000" pitchFamily="2" charset="2"/>
              <a:buChar char="Ø"/>
              <a:defRPr/>
            </a:pPr>
            <a:r>
              <a:rPr lang="en-US" sz="2000" dirty="0">
                <a:solidFill>
                  <a:schemeClr val="bg1"/>
                </a:solidFill>
                <a:ea typeface="Cambria Math" panose="02040503050406030204" pitchFamily="18" charset="0"/>
                <a:cs typeface="Arial" panose="020B0604020202020204" pitchFamily="34" charset="0"/>
              </a:rPr>
              <a:t>See </a:t>
            </a:r>
            <a:r>
              <a:rPr lang="en-US" sz="2000" b="1" dirty="0">
                <a:solidFill>
                  <a:schemeClr val="bg1"/>
                </a:solidFill>
                <a:ea typeface="Cambria Math" panose="02040503050406030204" pitchFamily="18" charset="0"/>
                <a:cs typeface="Arial" panose="020B0604020202020204" pitchFamily="34" charset="0"/>
              </a:rPr>
              <a:t>In-Class Teaching Topics</a:t>
            </a:r>
            <a:r>
              <a:rPr lang="en-US" sz="2000" dirty="0">
                <a:solidFill>
                  <a:schemeClr val="bg1"/>
                </a:solidFill>
                <a:ea typeface="Cambria Math" panose="02040503050406030204" pitchFamily="18" charset="0"/>
                <a:cs typeface="Arial" panose="020B0604020202020204" pitchFamily="34" charset="0"/>
              </a:rPr>
              <a:t> </a:t>
            </a:r>
            <a:r>
              <a:rPr lang="en-US" sz="2000" dirty="0">
                <a:solidFill>
                  <a:srgbClr val="000000"/>
                </a:solidFill>
                <a:ea typeface="Cambria Math" panose="02040503050406030204" pitchFamily="18" charset="0"/>
                <a:cs typeface="Arial" panose="020B0604020202020204" pitchFamily="34" charset="0"/>
              </a:rPr>
              <a:t>in the Week 1 module and/or the Course Specifics Module to </a:t>
            </a:r>
            <a:r>
              <a:rPr lang="en-US" sz="2000" dirty="0" err="1">
                <a:solidFill>
                  <a:srgbClr val="000000"/>
                </a:solidFill>
                <a:ea typeface="Cambria Math" panose="02040503050406030204" pitchFamily="18" charset="0"/>
                <a:cs typeface="Arial" panose="020B0604020202020204" pitchFamily="34" charset="0"/>
              </a:rPr>
              <a:t>to</a:t>
            </a:r>
            <a:r>
              <a:rPr lang="en-US" sz="2000" dirty="0">
                <a:solidFill>
                  <a:srgbClr val="000000"/>
                </a:solidFill>
                <a:ea typeface="Cambria Math" panose="02040503050406030204" pitchFamily="18" charset="0"/>
                <a:cs typeface="Arial" panose="020B0604020202020204" pitchFamily="34" charset="0"/>
              </a:rPr>
              <a:t> sign for existing topics </a:t>
            </a:r>
            <a:r>
              <a:rPr lang="en-US" sz="2000" dirty="0"/>
              <a:t>and corresponding presentation dates available</a:t>
            </a:r>
            <a:r>
              <a:rPr lang="en-US" sz="2000" dirty="0">
                <a:solidFill>
                  <a:srgbClr val="000000"/>
                </a:solidFill>
                <a:ea typeface="Cambria Math" panose="02040503050406030204" pitchFamily="18" charset="0"/>
                <a:cs typeface="Arial" panose="020B0604020202020204" pitchFamily="34" charset="0"/>
              </a:rPr>
              <a:t> on a first-come first-serve basis. </a:t>
            </a:r>
            <a:r>
              <a:rPr lang="en-US" sz="2000" dirty="0"/>
              <a:t>A 20 % penalty will be applied if you do not present on the designated date, unless there are extenuating circumstances as determined by the instructor. </a:t>
            </a:r>
            <a:endParaRPr lang="en-US" sz="2000" dirty="0">
              <a:solidFill>
                <a:srgbClr val="000000"/>
              </a:solidFill>
              <a:ea typeface="Cambria Math" panose="02040503050406030204" pitchFamily="18" charset="0"/>
              <a:cs typeface="Arial" panose="020B0604020202020204" pitchFamily="34" charset="0"/>
            </a:endParaRPr>
          </a:p>
          <a:p>
            <a:pPr marL="342900" indent="-342900">
              <a:buFont typeface="Wingdings" panose="05000000000000000000" pitchFamily="2" charset="2"/>
              <a:buChar char="Ø"/>
              <a:defRPr/>
            </a:pPr>
            <a:endParaRPr lang="en-US" sz="2000" dirty="0">
              <a:solidFill>
                <a:srgbClr val="000000"/>
              </a:solidFill>
              <a:ea typeface="Cambria Math" panose="02040503050406030204" pitchFamily="18" charset="0"/>
              <a:cs typeface="Arial" panose="020B0604020202020204" pitchFamily="34" charset="0"/>
            </a:endParaRPr>
          </a:p>
          <a:p>
            <a:pPr marL="342900" indent="-342900">
              <a:buFont typeface="Wingdings" panose="05000000000000000000" pitchFamily="2" charset="2"/>
              <a:buChar char="Ø"/>
              <a:defRPr/>
            </a:pPr>
            <a:r>
              <a:rPr lang="en-US" sz="2000" dirty="0">
                <a:solidFill>
                  <a:srgbClr val="000000"/>
                </a:solidFill>
                <a:ea typeface="Cambria Math" panose="02040503050406030204" pitchFamily="18" charset="0"/>
                <a:cs typeface="Arial" panose="020B0604020202020204" pitchFamily="34" charset="0"/>
              </a:rPr>
              <a:t>The </a:t>
            </a:r>
            <a:r>
              <a:rPr lang="en-US" sz="2000" b="1" dirty="0">
                <a:solidFill>
                  <a:srgbClr val="000000"/>
                </a:solidFill>
                <a:ea typeface="Cambria Math" panose="02040503050406030204" pitchFamily="18" charset="0"/>
                <a:cs typeface="Arial" panose="020B0604020202020204" pitchFamily="34" charset="0"/>
              </a:rPr>
              <a:t>In-Class Teaching Topics </a:t>
            </a:r>
            <a:r>
              <a:rPr lang="en-US" sz="2000" dirty="0">
                <a:solidFill>
                  <a:srgbClr val="000000"/>
                </a:solidFill>
                <a:ea typeface="Cambria Math" panose="02040503050406030204" pitchFamily="18" charset="0"/>
                <a:cs typeface="Arial" panose="020B0604020202020204" pitchFamily="34" charset="0"/>
              </a:rPr>
              <a:t>page in the Course Specifics Module includes a grading Rubric for your Presentations.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p:txBody>
      </p:sp>
    </p:spTree>
    <p:extLst>
      <p:ext uri="{BB962C8B-B14F-4D97-AF65-F5344CB8AC3E}">
        <p14:creationId xmlns:p14="http://schemas.microsoft.com/office/powerpoint/2010/main" val="1504892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5" end="5"/>
                                            </p:txEl>
                                          </p:spTgt>
                                        </p:tgtEl>
                                        <p:attrNameLst>
                                          <p:attrName>style.visibility</p:attrName>
                                        </p:attrNameLst>
                                      </p:cBhvr>
                                      <p:to>
                                        <p:strVal val="visible"/>
                                      </p:to>
                                    </p:set>
                                    <p:anim calcmode="lin" valueType="num">
                                      <p:cBhvr additive="base">
                                        <p:cTn id="7"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7" end="7"/>
                                            </p:txEl>
                                          </p:spTgt>
                                        </p:tgtEl>
                                        <p:attrNameLst>
                                          <p:attrName>style.visibility</p:attrName>
                                        </p:attrNameLst>
                                      </p:cBhvr>
                                      <p:to>
                                        <p:strVal val="visible"/>
                                      </p:to>
                                    </p:set>
                                    <p:anim calcmode="lin" valueType="num">
                                      <p:cBhvr additive="base">
                                        <p:cTn id="11"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xEl>
                                              <p:pRg st="9" end="9"/>
                                            </p:txEl>
                                          </p:spTgt>
                                        </p:tgtEl>
                                        <p:attrNameLst>
                                          <p:attrName>style.visibility</p:attrName>
                                        </p:attrNameLst>
                                      </p:cBhvr>
                                      <p:to>
                                        <p:strVal val="visible"/>
                                      </p:to>
                                    </p:set>
                                    <p:anim calcmode="lin" valueType="num">
                                      <p:cBhvr additive="base">
                                        <p:cTn id="15"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65275" y="0"/>
            <a:ext cx="4161816" cy="533400"/>
          </a:xfrm>
        </p:spPr>
        <p:txBody>
          <a:bodyPr>
            <a:noAutofit/>
          </a:bodyPr>
          <a:lstStyle/>
          <a:p>
            <a:r>
              <a:rPr lang="en-US" sz="4000"/>
              <a:t>Grading Overview</a:t>
            </a:r>
          </a:p>
        </p:txBody>
      </p:sp>
      <p:graphicFrame>
        <p:nvGraphicFramePr>
          <p:cNvPr id="6" name="Diagram 5"/>
          <p:cNvGraphicFramePr/>
          <p:nvPr>
            <p:extLst>
              <p:ext uri="{D42A27DB-BD31-4B8C-83A1-F6EECF244321}">
                <p14:modId xmlns:p14="http://schemas.microsoft.com/office/powerpoint/2010/main" val="3586635520"/>
              </p:ext>
            </p:extLst>
          </p:nvPr>
        </p:nvGraphicFramePr>
        <p:xfrm>
          <a:off x="902043" y="752621"/>
          <a:ext cx="10548552" cy="57417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33447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2183026" y="-29496"/>
            <a:ext cx="7714313" cy="553998"/>
          </a:xfrm>
        </p:spPr>
        <p:txBody>
          <a:bodyPr/>
          <a:lstStyle/>
          <a:p>
            <a:pPr algn="ctr"/>
            <a:r>
              <a:rPr lang="en-US" sz="4000" dirty="0"/>
              <a:t>ECEN 390 - </a:t>
            </a:r>
            <a:r>
              <a:rPr lang="en-US" sz="4000" dirty="0" err="1"/>
              <a:t>ebook</a:t>
            </a:r>
            <a:r>
              <a:rPr lang="en-US" sz="4000" dirty="0"/>
              <a:t> and Software</a:t>
            </a:r>
          </a:p>
        </p:txBody>
      </p:sp>
      <p:sp>
        <p:nvSpPr>
          <p:cNvPr id="7" name="Rectangle 6"/>
          <p:cNvSpPr/>
          <p:nvPr/>
        </p:nvSpPr>
        <p:spPr>
          <a:xfrm>
            <a:off x="159392" y="557367"/>
            <a:ext cx="11887606" cy="59708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spcAft>
                <a:spcPts val="1200"/>
              </a:spcAft>
            </a:pPr>
            <a:r>
              <a:rPr lang="en-US" b="1" u="sng" dirty="0">
                <a:latin typeface="Cambria Math" panose="02040503050406030204" pitchFamily="18" charset="0"/>
                <a:ea typeface="Cambria Math" panose="02040503050406030204" pitchFamily="18" charset="0"/>
              </a:rPr>
              <a:t>Textbook</a:t>
            </a:r>
          </a:p>
          <a:p>
            <a:pPr marL="285750" indent="-285750">
              <a:buFont typeface="Wingdings" panose="05000000000000000000" pitchFamily="2" charset="2"/>
              <a:buChar char="Ø"/>
            </a:pPr>
            <a:r>
              <a:rPr lang="en-US" b="1" dirty="0">
                <a:latin typeface="Cambria Math" panose="02040503050406030204" pitchFamily="18" charset="0"/>
                <a:ea typeface="Cambria Math" panose="02040503050406030204" pitchFamily="18" charset="0"/>
              </a:rPr>
              <a:t>Text</a:t>
            </a:r>
            <a:r>
              <a:rPr lang="en-US" dirty="0">
                <a:latin typeface="Cambria Math" panose="02040503050406030204" pitchFamily="18" charset="0"/>
                <a:ea typeface="Cambria Math" panose="02040503050406030204" pitchFamily="18" charset="0"/>
              </a:rPr>
              <a:t>: The text “Fundamentals of Applied Electromagnetics”, 8</a:t>
            </a:r>
            <a:r>
              <a:rPr lang="en-US" baseline="30000" dirty="0">
                <a:latin typeface="Cambria Math" panose="02040503050406030204" pitchFamily="18" charset="0"/>
                <a:ea typeface="Cambria Math" panose="02040503050406030204" pitchFamily="18" charset="0"/>
              </a:rPr>
              <a:t>th</a:t>
            </a:r>
            <a:r>
              <a:rPr lang="en-US" dirty="0">
                <a:latin typeface="Cambria Math" panose="02040503050406030204" pitchFamily="18" charset="0"/>
                <a:ea typeface="Cambria Math" panose="02040503050406030204" pitchFamily="18" charset="0"/>
              </a:rPr>
              <a:t> edition, by </a:t>
            </a:r>
            <a:r>
              <a:rPr lang="en-US" dirty="0" err="1">
                <a:latin typeface="Cambria Math" panose="02040503050406030204" pitchFamily="18" charset="0"/>
                <a:ea typeface="Cambria Math" panose="02040503050406030204" pitchFamily="18" charset="0"/>
              </a:rPr>
              <a:t>Ulaby</a:t>
            </a:r>
            <a:r>
              <a:rPr lang="en-US" dirty="0">
                <a:latin typeface="Cambria Math" panose="02040503050406030204" pitchFamily="18" charset="0"/>
                <a:ea typeface="Cambria Math" panose="02040503050406030204" pitchFamily="18" charset="0"/>
              </a:rPr>
              <a:t> and </a:t>
            </a:r>
            <a:r>
              <a:rPr lang="en-US" dirty="0" err="1">
                <a:latin typeface="Cambria Math" panose="02040503050406030204" pitchFamily="18" charset="0"/>
                <a:ea typeface="Cambria Math" panose="02040503050406030204" pitchFamily="18" charset="0"/>
              </a:rPr>
              <a:t>Ravaioli</a:t>
            </a:r>
            <a:r>
              <a:rPr lang="en-US" dirty="0">
                <a:latin typeface="Cambria Math" panose="02040503050406030204" pitchFamily="18" charset="0"/>
                <a:ea typeface="Cambria Math" panose="02040503050406030204" pitchFamily="18" charset="0"/>
              </a:rPr>
              <a:t>. Through a company named </a:t>
            </a:r>
            <a:r>
              <a:rPr lang="en-US" dirty="0" err="1">
                <a:latin typeface="Cambria Math" panose="02040503050406030204" pitchFamily="18" charset="0"/>
                <a:ea typeface="Cambria Math" panose="02040503050406030204" pitchFamily="18" charset="0"/>
              </a:rPr>
              <a:t>Vitalsource</a:t>
            </a:r>
            <a:r>
              <a:rPr lang="en-US" dirty="0">
                <a:latin typeface="Cambria Math" panose="02040503050406030204" pitchFamily="18" charset="0"/>
                <a:ea typeface="Cambria Math" panose="02040503050406030204" pitchFamily="18" charset="0"/>
              </a:rPr>
              <a:t>, BYU-Idaho provides Automatic Access to an </a:t>
            </a:r>
            <a:r>
              <a:rPr lang="en-US" dirty="0" err="1">
                <a:latin typeface="Cambria Math" panose="02040503050406030204" pitchFamily="18" charset="0"/>
                <a:ea typeface="Cambria Math" panose="02040503050406030204" pitchFamily="18" charset="0"/>
              </a:rPr>
              <a:t>ebook</a:t>
            </a:r>
            <a:r>
              <a:rPr lang="en-US" dirty="0">
                <a:latin typeface="Cambria Math" panose="02040503050406030204" pitchFamily="18" charset="0"/>
                <a:ea typeface="Cambria Math" panose="02040503050406030204" pitchFamily="18" charset="0"/>
              </a:rPr>
              <a:t> version of this text through I-Learn for all enrolled in the class, for a 3 year time period. You will automatically be billed a cost of approximately $30 for the </a:t>
            </a:r>
            <a:r>
              <a:rPr lang="en-US" dirty="0" err="1">
                <a:latin typeface="Cambria Math" panose="02040503050406030204" pitchFamily="18" charset="0"/>
                <a:ea typeface="Cambria Math" panose="02040503050406030204" pitchFamily="18" charset="0"/>
              </a:rPr>
              <a:t>ebook</a:t>
            </a:r>
            <a:r>
              <a:rPr lang="en-US" dirty="0">
                <a:latin typeface="Cambria Math" panose="02040503050406030204" pitchFamily="18" charset="0"/>
                <a:ea typeface="Cambria Math" panose="02040503050406030204" pitchFamily="18" charset="0"/>
              </a:rPr>
              <a:t> access, with payment due after the drop deadline. </a:t>
            </a:r>
            <a:r>
              <a:rPr lang="en-US" b="1" dirty="0">
                <a:latin typeface="Cambria Math" panose="02040503050406030204" pitchFamily="18" charset="0"/>
                <a:ea typeface="Cambria Math" panose="02040503050406030204" pitchFamily="18" charset="0"/>
              </a:rPr>
              <a:t>A copy of this text is required for this class</a:t>
            </a:r>
            <a:r>
              <a:rPr lang="en-US" dirty="0">
                <a:latin typeface="Cambria Math" panose="02040503050406030204" pitchFamily="18" charset="0"/>
                <a:ea typeface="Cambria Math" panose="02040503050406030204" pitchFamily="18" charset="0"/>
              </a:rPr>
              <a:t>. You can opt out of the $30 charge if you purchase your own copy, with 6</a:t>
            </a:r>
            <a:r>
              <a:rPr lang="en-US" baseline="30000" dirty="0">
                <a:latin typeface="Cambria Math" panose="02040503050406030204" pitchFamily="18" charset="0"/>
                <a:ea typeface="Cambria Math" panose="02040503050406030204" pitchFamily="18" charset="0"/>
              </a:rPr>
              <a:t>th</a:t>
            </a:r>
            <a:r>
              <a:rPr lang="en-US" dirty="0">
                <a:latin typeface="Cambria Math" panose="02040503050406030204" pitchFamily="18" charset="0"/>
                <a:ea typeface="Cambria Math" panose="02040503050406030204" pitchFamily="18" charset="0"/>
              </a:rPr>
              <a:t> or 7</a:t>
            </a:r>
            <a:r>
              <a:rPr lang="en-US" baseline="30000" dirty="0">
                <a:latin typeface="Cambria Math" panose="02040503050406030204" pitchFamily="18" charset="0"/>
                <a:ea typeface="Cambria Math" panose="02040503050406030204" pitchFamily="18" charset="0"/>
              </a:rPr>
              <a:t>th</a:t>
            </a:r>
            <a:r>
              <a:rPr lang="en-US" dirty="0">
                <a:latin typeface="Cambria Math" panose="02040503050406030204" pitchFamily="18" charset="0"/>
                <a:ea typeface="Cambria Math" panose="02040503050406030204" pitchFamily="18" charset="0"/>
              </a:rPr>
              <a:t> editions fine for this class.</a:t>
            </a:r>
          </a:p>
          <a:p>
            <a:pPr marL="285750" indent="-285750">
              <a:buFont typeface="Wingdings" panose="05000000000000000000" pitchFamily="2" charset="2"/>
              <a:buChar char="Ø"/>
            </a:pPr>
            <a:endParaRPr lang="en-US" dirty="0">
              <a:latin typeface="Cambria Math" panose="02040503050406030204" pitchFamily="18" charset="0"/>
              <a:ea typeface="Cambria Math" panose="02040503050406030204" pitchFamily="18" charset="0"/>
            </a:endParaRPr>
          </a:p>
          <a:p>
            <a:pPr marL="285750" indent="-285750">
              <a:spcAft>
                <a:spcPts val="2400"/>
              </a:spcAft>
              <a:buFont typeface="Wingdings" panose="05000000000000000000" pitchFamily="2" charset="2"/>
              <a:buChar char="Ø"/>
            </a:pPr>
            <a:r>
              <a:rPr lang="en-US" dirty="0">
                <a:latin typeface="Cambria Math" panose="02040503050406030204" pitchFamily="18" charset="0"/>
                <a:ea typeface="Cambria Math" panose="02040503050406030204" pitchFamily="18" charset="0"/>
              </a:rPr>
              <a:t>To access the </a:t>
            </a:r>
            <a:r>
              <a:rPr lang="en-US" dirty="0" err="1">
                <a:latin typeface="Cambria Math" panose="02040503050406030204" pitchFamily="18" charset="0"/>
                <a:ea typeface="Cambria Math" panose="02040503050406030204" pitchFamily="18" charset="0"/>
              </a:rPr>
              <a:t>ebook</a:t>
            </a:r>
            <a:r>
              <a:rPr lang="en-US" dirty="0">
                <a:latin typeface="Cambria Math" panose="02040503050406030204" pitchFamily="18" charset="0"/>
                <a:ea typeface="Cambria Math" panose="02040503050406030204" pitchFamily="18" charset="0"/>
              </a:rPr>
              <a:t> text go to the </a:t>
            </a:r>
            <a:r>
              <a:rPr lang="en-US" b="1" dirty="0">
                <a:latin typeface="Cambria Math" panose="02040503050406030204" pitchFamily="18" charset="0"/>
                <a:ea typeface="Cambria Math" panose="02040503050406030204" pitchFamily="18" charset="0"/>
              </a:rPr>
              <a:t>Course Materials</a:t>
            </a:r>
            <a:r>
              <a:rPr lang="en-US" dirty="0">
                <a:latin typeface="Cambria Math" panose="02040503050406030204" pitchFamily="18" charset="0"/>
                <a:ea typeface="Cambria Math" panose="02040503050406030204" pitchFamily="18" charset="0"/>
              </a:rPr>
              <a:t> link found on left-hand side of the Canvas course Home page</a:t>
            </a:r>
            <a:r>
              <a:rPr lang="en-US" sz="1600" dirty="0">
                <a:latin typeface="Cambria Math" panose="02040503050406030204" pitchFamily="18" charset="0"/>
                <a:ea typeface="Cambria Math" panose="02040503050406030204" pitchFamily="18" charset="0"/>
              </a:rPr>
              <a:t>.</a:t>
            </a:r>
            <a:endParaRPr lang="en-US" dirty="0">
              <a:latin typeface="Cambria Math" panose="02040503050406030204" pitchFamily="18" charset="0"/>
              <a:ea typeface="Cambria Math" panose="02040503050406030204" pitchFamily="18" charset="0"/>
            </a:endParaRPr>
          </a:p>
          <a:p>
            <a:pPr marL="285750" indent="-285750">
              <a:buFont typeface="Wingdings" panose="05000000000000000000" pitchFamily="2" charset="2"/>
              <a:buChar char="Ø"/>
            </a:pPr>
            <a:r>
              <a:rPr lang="en-US" dirty="0">
                <a:solidFill>
                  <a:srgbClr val="FF0000"/>
                </a:solidFill>
                <a:latin typeface="Cambria Math" panose="02040503050406030204" pitchFamily="18" charset="0"/>
                <a:ea typeface="Cambria Math" panose="02040503050406030204" pitchFamily="18" charset="0"/>
              </a:rPr>
              <a:t>After the initial </a:t>
            </a:r>
            <a:r>
              <a:rPr lang="en-US" dirty="0" err="1">
                <a:solidFill>
                  <a:srgbClr val="FF0000"/>
                </a:solidFill>
                <a:latin typeface="Cambria Math" panose="02040503050406030204" pitchFamily="18" charset="0"/>
                <a:ea typeface="Cambria Math" panose="02040503050406030204" pitchFamily="18" charset="0"/>
              </a:rPr>
              <a:t>ebook</a:t>
            </a:r>
            <a:r>
              <a:rPr lang="en-US" dirty="0">
                <a:solidFill>
                  <a:srgbClr val="FF0000"/>
                </a:solidFill>
                <a:latin typeface="Cambria Math" panose="02040503050406030204" pitchFamily="18" charset="0"/>
                <a:ea typeface="Cambria Math" panose="02040503050406030204" pitchFamily="18" charset="0"/>
              </a:rPr>
              <a:t> access through Canvas, you should then access the </a:t>
            </a:r>
            <a:r>
              <a:rPr lang="en-US" dirty="0" err="1">
                <a:solidFill>
                  <a:srgbClr val="FF0000"/>
                </a:solidFill>
                <a:latin typeface="Cambria Math" panose="02040503050406030204" pitchFamily="18" charset="0"/>
                <a:ea typeface="Cambria Math" panose="02040503050406030204" pitchFamily="18" charset="0"/>
              </a:rPr>
              <a:t>ebook</a:t>
            </a:r>
            <a:r>
              <a:rPr lang="en-US" dirty="0">
                <a:solidFill>
                  <a:srgbClr val="FF0000"/>
                </a:solidFill>
                <a:latin typeface="Cambria Math" panose="02040503050406030204" pitchFamily="18" charset="0"/>
                <a:ea typeface="Cambria Math" panose="02040503050406030204" pitchFamily="18" charset="0"/>
              </a:rPr>
              <a:t> through </a:t>
            </a:r>
            <a:r>
              <a:rPr lang="en-US" dirty="0" err="1">
                <a:solidFill>
                  <a:srgbClr val="FF0000"/>
                </a:solidFill>
                <a:latin typeface="Cambria Math" panose="02040503050406030204" pitchFamily="18" charset="0"/>
                <a:ea typeface="Cambria Math" panose="02040503050406030204" pitchFamily="18" charset="0"/>
              </a:rPr>
              <a:t>Vitalsource</a:t>
            </a:r>
            <a:r>
              <a:rPr lang="en-US" dirty="0">
                <a:solidFill>
                  <a:srgbClr val="FF0000"/>
                </a:solidFill>
                <a:latin typeface="Cambria Math" panose="02040503050406030204" pitchFamily="18" charset="0"/>
                <a:ea typeface="Cambria Math" panose="02040503050406030204" pitchFamily="18" charset="0"/>
              </a:rPr>
              <a:t>.</a:t>
            </a:r>
          </a:p>
          <a:p>
            <a:pPr marL="285750" indent="-285750">
              <a:buFont typeface="Arial" panose="020B0604020202020204" pitchFamily="34" charset="0"/>
              <a:buChar char="•"/>
            </a:pPr>
            <a:endParaRPr lang="en-US" dirty="0">
              <a:latin typeface="Cambria Math" panose="02040503050406030204" pitchFamily="18" charset="0"/>
              <a:ea typeface="Cambria Math" panose="02040503050406030204" pitchFamily="18" charset="0"/>
            </a:endParaRPr>
          </a:p>
          <a:p>
            <a:pPr algn="ctr">
              <a:spcAft>
                <a:spcPts val="1200"/>
              </a:spcAft>
            </a:pPr>
            <a:r>
              <a:rPr lang="en-US" b="1" u="sng" dirty="0">
                <a:latin typeface="Cambria Math" panose="02040503050406030204" pitchFamily="18" charset="0"/>
                <a:ea typeface="Cambria Math" panose="02040503050406030204" pitchFamily="18" charset="0"/>
              </a:rPr>
              <a:t>Software Tools</a:t>
            </a:r>
          </a:p>
          <a:p>
            <a:pPr marL="285750" indent="-285750">
              <a:buFont typeface="Wingdings" panose="05000000000000000000" pitchFamily="2" charset="2"/>
              <a:buChar char="Ø"/>
            </a:pPr>
            <a:r>
              <a:rPr lang="en-US" b="1" dirty="0">
                <a:latin typeface="Cambria Math" panose="02040503050406030204" pitchFamily="18" charset="0"/>
                <a:ea typeface="Cambria Math" panose="02040503050406030204" pitchFamily="18" charset="0"/>
              </a:rPr>
              <a:t>MATLAB - </a:t>
            </a:r>
            <a:r>
              <a:rPr lang="en-US" dirty="0">
                <a:latin typeface="Cambria Math" panose="02040503050406030204" pitchFamily="18" charset="0"/>
                <a:ea typeface="Cambria Math" panose="02040503050406030204" pitchFamily="18" charset="0"/>
              </a:rPr>
              <a:t>Please make sure to have MATLAB installed on your computer. </a:t>
            </a:r>
            <a:r>
              <a:rPr lang="en-US" sz="1800" u="sng" dirty="0">
                <a:solidFill>
                  <a:srgbClr val="0563C1"/>
                </a:solidFill>
                <a:effectLst/>
                <a:latin typeface="Cambria Math" panose="02040503050406030204" pitchFamily="18" charset="0"/>
                <a:ea typeface="Times New Roman" panose="02020603050405020304" pitchFamily="18" charset="0"/>
                <a:cs typeface="Arial" panose="020B0604020202020204" pitchFamily="34" charset="0"/>
                <a:hlinkClick r:id="rId2"/>
              </a:rPr>
              <a:t>MATLAB Installation Instructions</a:t>
            </a:r>
            <a:r>
              <a:rPr lang="en-US" sz="1800" dirty="0">
                <a:effectLst/>
                <a:latin typeface="Cambria Math" panose="02040503050406030204" pitchFamily="18" charset="0"/>
                <a:ea typeface="Times New Roman" panose="02020603050405020304" pitchFamily="18" charset="0"/>
                <a:cs typeface="Arial" panose="020B0604020202020204" pitchFamily="34" charset="0"/>
              </a:rPr>
              <a:t>.</a:t>
            </a:r>
            <a:endParaRPr lang="en-US" dirty="0">
              <a:latin typeface="Cambria Math" panose="02040503050406030204" pitchFamily="18" charset="0"/>
              <a:ea typeface="Cambria Math" panose="02040503050406030204" pitchFamily="18" charset="0"/>
            </a:endParaRPr>
          </a:p>
          <a:p>
            <a:pPr lvl="1"/>
            <a:endParaRPr lang="en-US" dirty="0">
              <a:latin typeface="Cambria Math" panose="02040503050406030204" pitchFamily="18" charset="0"/>
              <a:ea typeface="Cambria Math" panose="02040503050406030204" pitchFamily="18" charset="0"/>
            </a:endParaRPr>
          </a:p>
          <a:p>
            <a:pPr marL="285750" indent="-285750">
              <a:buFont typeface="Wingdings" panose="05000000000000000000" pitchFamily="2" charset="2"/>
              <a:buChar char="Ø"/>
            </a:pPr>
            <a:r>
              <a:rPr lang="en-US" dirty="0" err="1">
                <a:latin typeface="Cambria Math" panose="02040503050406030204" pitchFamily="18" charset="0"/>
                <a:ea typeface="Cambria Math" panose="02040503050406030204" pitchFamily="18" charset="0"/>
              </a:rPr>
              <a:t>LTspice</a:t>
            </a:r>
            <a:r>
              <a:rPr lang="en-US" dirty="0">
                <a:latin typeface="Cambria Math" panose="02040503050406030204" pitchFamily="18" charset="0"/>
                <a:ea typeface="Cambria Math" panose="02040503050406030204" pitchFamily="18" charset="0"/>
              </a:rPr>
              <a:t> is utilized for ECEN 390, so </a:t>
            </a:r>
            <a:r>
              <a:rPr lang="en-US" dirty="0"/>
              <a:t>download and install </a:t>
            </a:r>
            <a:r>
              <a:rPr lang="en-US" b="1" dirty="0" err="1"/>
              <a:t>LTspice</a:t>
            </a:r>
            <a:r>
              <a:rPr lang="en-US" dirty="0"/>
              <a:t> from the Analog Devices web site using the following link: </a:t>
            </a:r>
            <a:r>
              <a:rPr lang="en-US" u="sng" dirty="0" err="1">
                <a:hlinkClick r:id="rId3"/>
              </a:rPr>
              <a:t>LTspice</a:t>
            </a:r>
            <a:r>
              <a:rPr lang="en-US" dirty="0"/>
              <a:t> if you have not already done so. Note: the Mac version of </a:t>
            </a:r>
            <a:r>
              <a:rPr lang="en-US" dirty="0" err="1"/>
              <a:t>LTspice</a:t>
            </a:r>
            <a:r>
              <a:rPr lang="en-US" dirty="0"/>
              <a:t> does not provide the “Efficiency Report” needed for the Switching Regulator Project to be done near the end of the semester.</a:t>
            </a:r>
          </a:p>
          <a:p>
            <a:pPr marL="285750" indent="-285750">
              <a:buFont typeface="Wingdings" panose="05000000000000000000" pitchFamily="2" charset="2"/>
              <a:buChar char="Ø"/>
            </a:pPr>
            <a:endParaRPr lang="en-US" dirty="0">
              <a:latin typeface="Cambria Math" panose="02040503050406030204" pitchFamily="18" charset="0"/>
              <a:ea typeface="Cambria Math" panose="02040503050406030204" pitchFamily="18" charset="0"/>
            </a:endParaRPr>
          </a:p>
          <a:p>
            <a:pPr marL="285750" indent="-285750">
              <a:buFont typeface="Wingdings" panose="05000000000000000000" pitchFamily="2" charset="2"/>
              <a:buChar char="Ø"/>
            </a:pPr>
            <a:r>
              <a:rPr lang="en-US" dirty="0"/>
              <a:t>FEMM is a Finite Element Analysis (FEA) software package to be used later in the semester. Go </a:t>
            </a:r>
            <a:r>
              <a:rPr lang="en-US" dirty="0" err="1"/>
              <a:t>Go</a:t>
            </a:r>
            <a:r>
              <a:rPr lang="en-US" dirty="0"/>
              <a:t> to </a:t>
            </a:r>
            <a:r>
              <a:rPr lang="en-US" u="sng" dirty="0">
                <a:hlinkClick r:id="rId4"/>
              </a:rPr>
              <a:t>Finite Element Method Magnetics Home Page</a:t>
            </a:r>
            <a:r>
              <a:rPr lang="en-US" dirty="0"/>
              <a:t> </a:t>
            </a:r>
            <a:r>
              <a:rPr lang="en-US" dirty="0">
                <a:sym typeface="Wingdings" panose="05000000000000000000" pitchFamily="2" charset="2"/>
              </a:rPr>
              <a:t></a:t>
            </a:r>
            <a:r>
              <a:rPr lang="en-US" dirty="0"/>
              <a:t> Download </a:t>
            </a:r>
            <a:r>
              <a:rPr lang="en-US" dirty="0">
                <a:sym typeface="Wingdings" panose="05000000000000000000" pitchFamily="2" charset="2"/>
              </a:rPr>
              <a:t></a:t>
            </a:r>
            <a:r>
              <a:rPr lang="en-US" dirty="0"/>
              <a:t> 64-bit Executable and install the software.</a:t>
            </a:r>
          </a:p>
        </p:txBody>
      </p:sp>
    </p:spTree>
    <p:extLst>
      <p:ext uri="{BB962C8B-B14F-4D97-AF65-F5344CB8AC3E}">
        <p14:creationId xmlns:p14="http://schemas.microsoft.com/office/powerpoint/2010/main" val="42716718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anim calcmode="lin" valueType="num">
                                      <p:cBhvr additive="base">
                                        <p:cTn id="7"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6" end="6"/>
                                            </p:txEl>
                                          </p:spTgt>
                                        </p:tgtEl>
                                        <p:attrNameLst>
                                          <p:attrName>style.visibility</p:attrName>
                                        </p:attrNameLst>
                                      </p:cBhvr>
                                      <p:to>
                                        <p:strVal val="visible"/>
                                      </p:to>
                                    </p:set>
                                    <p:anim calcmode="lin" valueType="num">
                                      <p:cBhvr additive="base">
                                        <p:cTn id="13"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6" end="6"/>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7">
                                            <p:txEl>
                                              <p:pRg st="7" end="7"/>
                                            </p:txEl>
                                          </p:spTgt>
                                        </p:tgtEl>
                                        <p:attrNameLst>
                                          <p:attrName>style.visibility</p:attrName>
                                        </p:attrNameLst>
                                      </p:cBhvr>
                                      <p:to>
                                        <p:strVal val="visible"/>
                                      </p:to>
                                    </p:set>
                                    <p:anim calcmode="lin" valueType="num">
                                      <p:cBhvr additive="base">
                                        <p:cTn id="17"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txEl>
                                              <p:pRg st="7" end="7"/>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7">
                                            <p:txEl>
                                              <p:pRg st="9" end="9"/>
                                            </p:txEl>
                                          </p:spTgt>
                                        </p:tgtEl>
                                        <p:attrNameLst>
                                          <p:attrName>style.visibility</p:attrName>
                                        </p:attrNameLst>
                                      </p:cBhvr>
                                      <p:to>
                                        <p:strVal val="visible"/>
                                      </p:to>
                                    </p:set>
                                    <p:anim calcmode="lin" valueType="num">
                                      <p:cBhvr additive="base">
                                        <p:cTn id="21"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7">
                                            <p:txEl>
                                              <p:pRg st="9" end="9"/>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7">
                                            <p:txEl>
                                              <p:pRg st="11" end="11"/>
                                            </p:txEl>
                                          </p:spTgt>
                                        </p:tgtEl>
                                        <p:attrNameLst>
                                          <p:attrName>style.visibility</p:attrName>
                                        </p:attrNameLst>
                                      </p:cBhvr>
                                      <p:to>
                                        <p:strVal val="visible"/>
                                      </p:to>
                                    </p:set>
                                    <p:anim calcmode="lin" valueType="num">
                                      <p:cBhvr additive="base">
                                        <p:cTn id="25" dur="500" fill="hold"/>
                                        <p:tgtEl>
                                          <p:spTgt spid="7">
                                            <p:txEl>
                                              <p:pRg st="11" end="1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2937161" y="9237"/>
            <a:ext cx="5703365" cy="422433"/>
          </a:xfrm>
        </p:spPr>
        <p:txBody>
          <a:bodyPr/>
          <a:lstStyle/>
          <a:p>
            <a:r>
              <a:rPr lang="en-US" sz="4000" dirty="0" err="1"/>
              <a:t>iClicker</a:t>
            </a:r>
            <a:r>
              <a:rPr lang="en-US" sz="4000" dirty="0"/>
              <a:t> for In-Class Quizzes</a:t>
            </a:r>
          </a:p>
        </p:txBody>
      </p:sp>
      <p:sp>
        <p:nvSpPr>
          <p:cNvPr id="6" name="Rectangle 5"/>
          <p:cNvSpPr/>
          <p:nvPr/>
        </p:nvSpPr>
        <p:spPr>
          <a:xfrm>
            <a:off x="258618" y="753315"/>
            <a:ext cx="11674763" cy="470898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marR="0" lvl="0" indent="-285750" algn="l" defTabSz="914400" rtl="0" eaLnBrk="1" fontAlgn="base" latinLnBrk="0" hangingPunct="1">
              <a:lnSpc>
                <a:spcPct val="100000"/>
              </a:lnSpc>
              <a:spcBef>
                <a:spcPct val="0"/>
              </a:spcBef>
              <a:spcAft>
                <a:spcPts val="120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We will be using the </a:t>
            </a:r>
            <a:r>
              <a:rPr kumimoji="0" lang="en-US" sz="1800" b="0" i="0" u="none" strike="noStrike" kern="1200" cap="none" spc="0" normalizeH="0" baseline="0" noProof="0" dirty="0" err="1">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iClicker</a:t>
            </a:r>
            <a:r>
              <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 Student Mobile app for phones or laptops for in-class quizzes.</a:t>
            </a:r>
          </a:p>
          <a:p>
            <a:pPr marL="285750" marR="0" lvl="0" indent="-285750" algn="l" defTabSz="914400" rtl="0" eaLnBrk="1" fontAlgn="base" latinLnBrk="0" hangingPunct="1">
              <a:lnSpc>
                <a:spcPct val="100000"/>
              </a:lnSpc>
              <a:spcBef>
                <a:spcPct val="0"/>
              </a:spcBef>
              <a:spcAft>
                <a:spcPts val="120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If you already have an </a:t>
            </a:r>
            <a:r>
              <a:rPr kumimoji="0" lang="en-US" sz="1800" b="0" i="0" u="none" strike="noStrike" kern="1200" cap="none" spc="0" normalizeH="0" baseline="0" noProof="0" dirty="0" err="1">
                <a:ln>
                  <a:noFill/>
                </a:ln>
                <a:solidFill>
                  <a:srgbClr val="000000"/>
                </a:solidFill>
                <a:effectLst/>
                <a:uLnTx/>
                <a:uFillTx/>
                <a:latin typeface="Cambria" panose="02040503050406030204"/>
                <a:ea typeface="+mn-ea"/>
                <a:cs typeface="+mn-cs"/>
              </a:rPr>
              <a:t>iClicker</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account using your BYU-I email then you will automatically be enrolled.</a:t>
            </a:r>
          </a:p>
          <a:p>
            <a:pPr marL="285750" marR="0" lvl="0" indent="-285750" algn="l" defTabSz="914400" rtl="0" eaLnBrk="1" fontAlgn="base" latinLnBrk="0" hangingPunct="1">
              <a:lnSpc>
                <a:spcPct val="100000"/>
              </a:lnSpc>
              <a:spcBef>
                <a:spcPct val="0"/>
              </a:spcBef>
              <a:spcAft>
                <a:spcPts val="120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If you are new to </a:t>
            </a:r>
            <a:r>
              <a:rPr kumimoji="0" lang="en-US" sz="1800" b="0" i="0" u="none" strike="noStrike" kern="1200" cap="none" spc="0" normalizeH="0" baseline="0" noProof="0" dirty="0" err="1">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iClicker</a:t>
            </a:r>
            <a:r>
              <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 at BYU-I, then you need to create an account</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by visiting </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hlinkClick r:id="rId3"/>
              </a:rPr>
              <a:t>student.iclicker.com</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a:t>
            </a:r>
          </a:p>
          <a:p>
            <a:pPr marL="800100" marR="0" lvl="1"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Click on </a:t>
            </a:r>
            <a:r>
              <a:rPr kumimoji="0" lang="en-US" sz="1800" b="1" i="0" u="none" strike="noStrike" kern="1200" cap="none" spc="0" normalizeH="0" baseline="0" noProof="0" dirty="0">
                <a:ln>
                  <a:noFill/>
                </a:ln>
                <a:solidFill>
                  <a:srgbClr val="000000"/>
                </a:solidFill>
                <a:effectLst/>
                <a:uLnTx/>
                <a:uFillTx/>
                <a:latin typeface="Cambria" panose="02040503050406030204"/>
                <a:ea typeface="+mn-ea"/>
                <a:cs typeface="+mn-cs"/>
              </a:rPr>
              <a:t>Sign Up</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a:t>
            </a:r>
          </a:p>
          <a:p>
            <a:pPr marL="800100" marR="0" lvl="1"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Create account with </a:t>
            </a:r>
            <a:r>
              <a:rPr kumimoji="0" lang="en-US" sz="1800" b="1" i="0" u="none" strike="noStrike" kern="1200" cap="none" spc="0" normalizeH="0" baseline="0" noProof="0" dirty="0">
                <a:ln>
                  <a:noFill/>
                </a:ln>
                <a:solidFill>
                  <a:srgbClr val="000000"/>
                </a:solidFill>
                <a:effectLst/>
                <a:uLnTx/>
                <a:uFillTx/>
                <a:latin typeface="Cambria" panose="02040503050406030204"/>
                <a:ea typeface="+mn-ea"/>
                <a:cs typeface="+mn-cs"/>
              </a:rPr>
              <a:t>Brigham Young University-Idaho</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as your Institution.</a:t>
            </a:r>
          </a:p>
          <a:p>
            <a:pPr marL="800100" marR="0" lvl="1"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Use your </a:t>
            </a:r>
            <a:r>
              <a:rPr kumimoji="0" lang="en-US" sz="1800" b="1" i="0" u="none" strike="noStrike" kern="1200" cap="none" spc="0" normalizeH="0" baseline="0" noProof="0" dirty="0">
                <a:ln>
                  <a:noFill/>
                </a:ln>
                <a:solidFill>
                  <a:srgbClr val="000000"/>
                </a:solidFill>
                <a:effectLst/>
                <a:uLnTx/>
                <a:uFillTx/>
                <a:latin typeface="Cambria" panose="02040503050406030204"/>
                <a:ea typeface="+mn-ea"/>
                <a:cs typeface="+mn-cs"/>
              </a:rPr>
              <a:t>BYU-I email</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else your account won’t work for Grade Syncing at BYU-I.</a:t>
            </a:r>
          </a:p>
          <a:p>
            <a:pPr marL="800100" marR="0" lvl="1"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If y</a:t>
            </a:r>
            <a:r>
              <a:rPr kumimoji="0" lang="en-US" sz="1800" b="0" i="0" u="none" strike="noStrike" kern="1200" cap="none" spc="0" normalizeH="0" baseline="0" noProof="0" dirty="0" err="1">
                <a:ln>
                  <a:noFill/>
                </a:ln>
                <a:solidFill>
                  <a:srgbClr val="000000"/>
                </a:solidFill>
                <a:effectLst/>
                <a:uLnTx/>
                <a:uFillTx/>
                <a:latin typeface="Cambria" panose="02040503050406030204"/>
                <a:ea typeface="+mn-ea"/>
                <a:cs typeface="+mn-cs"/>
              </a:rPr>
              <a:t>ou</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have the wrong email on existing </a:t>
            </a:r>
            <a:r>
              <a:rPr kumimoji="0" lang="en-US" sz="1800" b="0" i="0" u="none" strike="noStrike" kern="1200" cap="none" spc="0" normalizeH="0" baseline="0" noProof="0" dirty="0" err="1">
                <a:ln>
                  <a:noFill/>
                </a:ln>
                <a:solidFill>
                  <a:srgbClr val="000000"/>
                </a:solidFill>
                <a:effectLst/>
                <a:uLnTx/>
                <a:uFillTx/>
                <a:latin typeface="Cambria" panose="02040503050406030204"/>
                <a:ea typeface="+mn-ea"/>
                <a:cs typeface="+mn-cs"/>
              </a:rPr>
              <a:t>iClicker</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account, you can update your account at </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hlinkClick r:id="rId3"/>
              </a:rPr>
              <a:t>student.iclicker.com</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sym typeface="Wingdings" panose="05000000000000000000" pitchFamily="2" charset="2"/>
              </a:rPr>
              <a:t> Profile.</a:t>
            </a: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a:t>
            </a:r>
            <a:r>
              <a:rPr kumimoji="0" lang="en-US" sz="1800" b="1" i="0" u="sng" strike="noStrike" kern="1200" cap="none" spc="0" normalizeH="0" baseline="0" noProof="0" dirty="0">
                <a:ln>
                  <a:noFill/>
                </a:ln>
                <a:solidFill>
                  <a:srgbClr val="000000"/>
                </a:solidFill>
                <a:effectLst/>
                <a:uLnTx/>
                <a:uFillTx/>
                <a:latin typeface="Cambria" panose="02040503050406030204"/>
                <a:ea typeface="+mn-ea"/>
                <a:cs typeface="+mn-cs"/>
              </a:rPr>
              <a:t>For Phones and/or Laptops</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Install the </a:t>
            </a:r>
            <a:r>
              <a:rPr kumimoji="0" lang="en-US" sz="1800" b="0" i="0" u="none" strike="noStrike" kern="1200" cap="none" spc="0" normalizeH="0" baseline="0" noProof="0" dirty="0" err="1">
                <a:ln>
                  <a:noFill/>
                </a:ln>
                <a:solidFill>
                  <a:srgbClr val="000000"/>
                </a:solidFill>
                <a:effectLst/>
                <a:uLnTx/>
                <a:uFillTx/>
                <a:latin typeface="Cambria" panose="02040503050406030204"/>
                <a:ea typeface="+mn-ea"/>
                <a:cs typeface="+mn-cs"/>
              </a:rPr>
              <a:t>iClicker</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Student Mobile App on your mobile Device as follows:</a:t>
            </a: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742950" marR="0" lvl="1"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srgbClr val="000000"/>
                </a:solidFill>
                <a:effectLst/>
                <a:uLnTx/>
                <a:uFillTx/>
                <a:latin typeface="Cambria" panose="02040503050406030204"/>
                <a:ea typeface="+mn-ea"/>
                <a:cs typeface="+mn-cs"/>
              </a:rPr>
              <a:t>	Download</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the </a:t>
            </a:r>
            <a:r>
              <a:rPr kumimoji="0" lang="en-US" sz="1800" b="0" i="0" u="none" strike="noStrike" kern="1200" cap="none" spc="0" normalizeH="0" baseline="0" noProof="0" dirty="0" err="1">
                <a:ln>
                  <a:noFill/>
                </a:ln>
                <a:solidFill>
                  <a:srgbClr val="000000"/>
                </a:solidFill>
                <a:effectLst/>
                <a:uLnTx/>
                <a:uFillTx/>
                <a:latin typeface="Cambria" panose="02040503050406030204"/>
                <a:ea typeface="+mn-ea"/>
                <a:cs typeface="+mn-cs"/>
              </a:rPr>
              <a:t>iClicker</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Student Mobile app from your native app store or go to </a:t>
            </a:r>
            <a:r>
              <a:rPr kumimoji="0" lang="en-US" sz="1800" b="0" i="0" u="sng" strike="noStrike" kern="1200" cap="none" spc="0" normalizeH="0" baseline="0" noProof="0" dirty="0">
                <a:ln>
                  <a:noFill/>
                </a:ln>
                <a:solidFill>
                  <a:srgbClr val="000000"/>
                </a:solidFill>
                <a:effectLst/>
                <a:uLnTx/>
                <a:uFillTx/>
                <a:latin typeface="Cambria" panose="02040503050406030204"/>
                <a:ea typeface="+mn-ea"/>
                <a:cs typeface="+mn-cs"/>
                <a:hlinkClick r:id="rId4"/>
              </a:rPr>
              <a:t>iclicker.com</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a:t>
            </a:r>
          </a:p>
          <a:p>
            <a:pPr marL="742950" marR="0" lvl="1"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p:txBody>
      </p:sp>
    </p:spTree>
    <p:extLst>
      <p:ext uri="{BB962C8B-B14F-4D97-AF65-F5344CB8AC3E}">
        <p14:creationId xmlns:p14="http://schemas.microsoft.com/office/powerpoint/2010/main" val="1207622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2718033" y="-31808"/>
            <a:ext cx="7404375" cy="563244"/>
          </a:xfrm>
        </p:spPr>
        <p:txBody>
          <a:bodyPr/>
          <a:lstStyle/>
          <a:p>
            <a:r>
              <a:rPr lang="en-US" sz="4000" dirty="0"/>
              <a:t> ECEN 390 Format and Suggestions</a:t>
            </a:r>
          </a:p>
        </p:txBody>
      </p:sp>
      <p:sp>
        <p:nvSpPr>
          <p:cNvPr id="2" name="Rectangle 1">
            <a:extLst>
              <a:ext uri="{FF2B5EF4-FFF2-40B4-BE49-F238E27FC236}">
                <a16:creationId xmlns:a16="http://schemas.microsoft.com/office/drawing/2014/main" id="{15CE8017-A0EB-9B61-463E-1FDA8A806464}"/>
              </a:ext>
            </a:extLst>
          </p:cNvPr>
          <p:cNvSpPr/>
          <p:nvPr/>
        </p:nvSpPr>
        <p:spPr>
          <a:xfrm>
            <a:off x="164756" y="572840"/>
            <a:ext cx="11862487" cy="614014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342900" lvl="0" indent="-342900" fontAlgn="base">
              <a:spcBef>
                <a:spcPct val="0"/>
              </a:spcBef>
              <a:spcAft>
                <a:spcPts val="1800"/>
              </a:spcAft>
              <a:buFont typeface="Wingdings" panose="05000000000000000000" pitchFamily="2" charset="2"/>
              <a:buChar char="Ø"/>
              <a:defRPr/>
            </a:pPr>
            <a:r>
              <a:rPr lang="en-US" dirty="0">
                <a:solidFill>
                  <a:srgbClr val="000000"/>
                </a:solidFill>
                <a:latin typeface="Cambria Math" panose="02040503050406030204" pitchFamily="18" charset="0"/>
                <a:ea typeface="Cambria Math" panose="02040503050406030204" pitchFamily="18" charset="0"/>
                <a:cs typeface="Arial" panose="020B0604020202020204" pitchFamily="34" charset="0"/>
              </a:rPr>
              <a:t>Prepare reading  quizzes covering prepare reading material due before class with no make-ups.</a:t>
            </a:r>
          </a:p>
          <a:p>
            <a:pPr marL="342900" lvl="0" indent="-342900" fontAlgn="base">
              <a:spcBef>
                <a:spcPct val="0"/>
              </a:spcBef>
              <a:spcAft>
                <a:spcPts val="1800"/>
              </a:spcAft>
              <a:buFont typeface="Wingdings" panose="05000000000000000000" pitchFamily="2" charset="2"/>
              <a:buChar char="Ø"/>
              <a:defRPr/>
            </a:pPr>
            <a:r>
              <a:rPr lang="en-US" dirty="0">
                <a:solidFill>
                  <a:srgbClr val="000000"/>
                </a:solidFill>
                <a:latin typeface="Cambria Math" panose="02040503050406030204" pitchFamily="18" charset="0"/>
                <a:ea typeface="Cambria Math" panose="02040503050406030204" pitchFamily="18" charset="0"/>
                <a:cs typeface="Arial" panose="020B0604020202020204" pitchFamily="34" charset="0"/>
              </a:rPr>
              <a:t>Post discussion quizzes near the end of class with no make-ups. Notes taken during class can be used on these quizzes. (6 lowest quiz scores for the semester automatically dropped by Canvas.)</a:t>
            </a:r>
          </a:p>
          <a:p>
            <a:pPr marL="342900" lvl="0" indent="-342900" fontAlgn="base">
              <a:spcBef>
                <a:spcPct val="0"/>
              </a:spcBef>
              <a:spcAft>
                <a:spcPts val="1800"/>
              </a:spcAft>
              <a:buFont typeface="Wingdings" panose="05000000000000000000" pitchFamily="2" charset="2"/>
              <a:buChar char="Ø"/>
              <a:defRPr/>
            </a:pPr>
            <a:r>
              <a:rPr lang="en-US" dirty="0">
                <a:solidFill>
                  <a:prstClr val="black"/>
                </a:solidFill>
                <a:latin typeface="Cambria Math" panose="02040503050406030204" pitchFamily="18" charset="0"/>
                <a:ea typeface="Cambria Math" panose="02040503050406030204" pitchFamily="18" charset="0"/>
                <a:cs typeface="Arial" panose="020B0604020202020204" pitchFamily="34" charset="0"/>
              </a:rPr>
              <a:t>Download and use the class slides presented in class, all of which are available on Canvas. These slides include worked examples similar to many homework problems.</a:t>
            </a:r>
          </a:p>
          <a:p>
            <a:pPr marL="285750" lvl="0" indent="-285750">
              <a:spcAft>
                <a:spcPts val="1800"/>
              </a:spcAft>
              <a:buFont typeface="Wingdings" panose="05000000000000000000" pitchFamily="2" charset="2"/>
              <a:buChar char="Ø"/>
              <a:defRPr/>
            </a:pPr>
            <a:r>
              <a:rPr lang="en-US" dirty="0">
                <a:solidFill>
                  <a:srgbClr val="000000"/>
                </a:solidFill>
                <a:latin typeface="Cambria Math" panose="02040503050406030204" pitchFamily="18" charset="0"/>
                <a:ea typeface="Cambria Math" panose="02040503050406030204" pitchFamily="18" charset="0"/>
                <a:cs typeface="Arial" panose="020B0604020202020204" pitchFamily="34" charset="0"/>
              </a:rPr>
              <a:t>5% per day with a maximum of 50% late penalty for homework and lab assignments, unless extenuating circumstances as determined by the instructor.</a:t>
            </a:r>
          </a:p>
          <a:p>
            <a:pPr marL="342900" indent="-342900" fontAlgn="base">
              <a:spcBef>
                <a:spcPct val="0"/>
              </a:spcBef>
              <a:spcAft>
                <a:spcPts val="1800"/>
              </a:spcAft>
              <a:buFont typeface="Wingdings" panose="05000000000000000000" pitchFamily="2" charset="2"/>
              <a:buChar char="Ø"/>
              <a:defRPr/>
            </a:pPr>
            <a:r>
              <a:rPr lang="en-US" dirty="0">
                <a:solidFill>
                  <a:srgbClr val="000000"/>
                </a:solidFill>
                <a:ea typeface="Calibri" panose="020F0502020204030204" pitchFamily="34" charset="0"/>
                <a:cs typeface="Times New Roman" panose="02020603050405020304" pitchFamily="18" charset="0"/>
              </a:rPr>
              <a:t>Midterm and Final </a:t>
            </a:r>
            <a:r>
              <a:rPr lang="en-US" dirty="0">
                <a:latin typeface="Cambria Math" panose="02040503050406030204" pitchFamily="18" charset="0"/>
                <a:ea typeface="Cambria Math" panose="02040503050406030204" pitchFamily="18" charset="0"/>
                <a:cs typeface="Arial" panose="020B0604020202020204" pitchFamily="34" charset="0"/>
              </a:rPr>
              <a:t>Exams similar to homework problems in the Testing Center with access to an Equation Sheet, along with your personal calculator and 3 X 5 note card.</a:t>
            </a:r>
          </a:p>
          <a:p>
            <a:pPr marL="285750" indent="-285750" fontAlgn="base">
              <a:spcBef>
                <a:spcPct val="0"/>
              </a:spcBef>
              <a:spcAft>
                <a:spcPts val="1800"/>
              </a:spcAft>
              <a:buFont typeface="Wingdings" panose="05000000000000000000" pitchFamily="2" charset="2"/>
              <a:buChar char="Ø"/>
              <a:defRPr/>
            </a:pPr>
            <a:r>
              <a:rPr lang="en-US" kern="0" dirty="0">
                <a:solidFill>
                  <a:srgbClr val="000000"/>
                </a:solidFill>
                <a:latin typeface="Cambria Math" panose="02040503050406030204" pitchFamily="18" charset="0"/>
                <a:ea typeface="Cambria Math" panose="02040503050406030204" pitchFamily="18" charset="0"/>
                <a:cs typeface="Arial" panose="020B0604020202020204" pitchFamily="34" charset="0"/>
              </a:rPr>
              <a:t>Work in groups on homework to teach one another, although turn in your own work. Identical homework submissions are considered plagiarism and assigned a grade of 0.</a:t>
            </a:r>
          </a:p>
          <a:p>
            <a:pPr marL="214313" indent="-214313" fontAlgn="base">
              <a:spcBef>
                <a:spcPct val="0"/>
              </a:spcBef>
              <a:spcAft>
                <a:spcPts val="1800"/>
              </a:spcAft>
              <a:buFont typeface="Wingdings" panose="05000000000000000000" pitchFamily="2" charset="2"/>
              <a:buChar char="Ø"/>
              <a:defRPr/>
            </a:pPr>
            <a:r>
              <a:rPr lang="en-US" b="1" dirty="0"/>
              <a:t>AI Policy:</a:t>
            </a:r>
            <a:r>
              <a:rPr lang="en-US" dirty="0"/>
              <a:t> Use of AI is encouraged, although be wise, realizing that submitting AI authored text is plagiarism and at times AI confidently provides incorrect responses. Also, keep in mind that AI is not available for the midterm and final examinations. </a:t>
            </a:r>
          </a:p>
          <a:p>
            <a:pPr marL="214313" indent="-214313" fontAlgn="base">
              <a:spcBef>
                <a:spcPct val="0"/>
              </a:spcBef>
              <a:spcAft>
                <a:spcPts val="1800"/>
              </a:spcAft>
              <a:buFont typeface="Wingdings" panose="05000000000000000000" pitchFamily="2" charset="2"/>
              <a:buChar char="Ø"/>
              <a:defRPr/>
            </a:pPr>
            <a:r>
              <a:rPr lang="en-US" dirty="0">
                <a:solidFill>
                  <a:srgbClr val="000000"/>
                </a:solidFill>
                <a:ea typeface="Cambria Math" panose="02040503050406030204" pitchFamily="18" charset="0"/>
                <a:cs typeface="Arial" panose="020B0604020202020204" pitchFamily="34" charset="0"/>
              </a:rPr>
              <a:t>Do follow the Honor Code: “As you live with integrity you will have personal peace and self respect”. President Meredith, BYUI-I Devotional on 9/12/2023.</a:t>
            </a:r>
          </a:p>
        </p:txBody>
      </p:sp>
    </p:spTree>
    <p:extLst>
      <p:ext uri="{BB962C8B-B14F-4D97-AF65-F5344CB8AC3E}">
        <p14:creationId xmlns:p14="http://schemas.microsoft.com/office/powerpoint/2010/main" val="2227796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 calcmode="lin" valueType="num">
                                      <p:cBhvr additive="base">
                                        <p:cTn id="7"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anim calcmode="lin" valueType="num">
                                      <p:cBhvr additive="base">
                                        <p:cTn id="13"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anim calcmode="lin" valueType="num">
                                      <p:cBhvr additive="base">
                                        <p:cTn id="19"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 calcmode="lin" valueType="num">
                                      <p:cBhvr additive="base">
                                        <p:cTn id="25"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anim calcmode="lin" valueType="num">
                                      <p:cBhvr additive="base">
                                        <p:cTn id="31"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2871216" y="8688"/>
            <a:ext cx="6693408" cy="422433"/>
          </a:xfrm>
        </p:spPr>
        <p:txBody>
          <a:bodyPr/>
          <a:lstStyle/>
          <a:p>
            <a:r>
              <a:rPr lang="en-US" sz="3000" dirty="0"/>
              <a:t> </a:t>
            </a:r>
            <a:r>
              <a:rPr lang="en-US" sz="4000" dirty="0"/>
              <a:t>ECEN 390 Language Challenge</a:t>
            </a:r>
          </a:p>
        </p:txBody>
      </p:sp>
      <p:sp>
        <p:nvSpPr>
          <p:cNvPr id="5" name="Rectangle 4"/>
          <p:cNvSpPr/>
          <p:nvPr/>
        </p:nvSpPr>
        <p:spPr>
          <a:xfrm>
            <a:off x="387927" y="672834"/>
            <a:ext cx="11517745" cy="2862322"/>
          </a:xfrm>
          <a:prstGeom prst="rect">
            <a:avLst/>
          </a:prstGeom>
          <a:solidFill>
            <a:srgbClr val="FFFFFF"/>
          </a:solidFill>
          <a:ln w="55000" cap="flat" cmpd="thickThin" algn="ctr">
            <a:solidFill>
              <a:srgbClr val="FFC000"/>
            </a:solidFill>
            <a:prstDash val="solid"/>
          </a:ln>
          <a:effectLst/>
        </p:spPr>
        <p:txBody>
          <a:bodyPr wrap="square">
            <a:spAutoFit/>
          </a:bodyPr>
          <a:lstStyle/>
          <a:p>
            <a:pPr marL="214313" indent="-214313" fontAlgn="base">
              <a:spcBef>
                <a:spcPct val="0"/>
              </a:spcBef>
              <a:spcAft>
                <a:spcPct val="0"/>
              </a:spcAft>
              <a:buFont typeface="Wingdings" panose="05000000000000000000" pitchFamily="2" charset="2"/>
              <a:buChar char="Ø"/>
              <a:defRPr/>
            </a:pPr>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The Book of Mormon utilized a concise language referred to as “Reformed Egyptian”.</a:t>
            </a:r>
          </a:p>
          <a:p>
            <a:pPr marL="214313" indent="-214313" fontAlgn="base">
              <a:spcBef>
                <a:spcPct val="0"/>
              </a:spcBef>
              <a:spcAft>
                <a:spcPct val="0"/>
              </a:spcAft>
              <a:buFont typeface="Wingdings" panose="05000000000000000000" pitchFamily="2" charset="2"/>
              <a:buChar char="Ø"/>
              <a:defRPr/>
            </a:pPr>
            <a:endPar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endParaRPr>
          </a:p>
          <a:p>
            <a:pPr marL="214313" indent="-214313" fontAlgn="base">
              <a:spcBef>
                <a:spcPct val="0"/>
              </a:spcBef>
              <a:spcAft>
                <a:spcPct val="0"/>
              </a:spcAft>
              <a:buFont typeface="Wingdings" panose="05000000000000000000" pitchFamily="2" charset="2"/>
              <a:buChar char="Ø"/>
              <a:defRPr/>
            </a:pPr>
            <a:r>
              <a:rPr lang="en-US" dirty="0">
                <a:solidFill>
                  <a:srgbClr val="000000"/>
                </a:solidFill>
                <a:latin typeface="Cambria Math" panose="02040503050406030204" pitchFamily="18" charset="0"/>
                <a:ea typeface="Cambria Math" panose="02040503050406030204" pitchFamily="18" charset="0"/>
                <a:cs typeface="Arial" panose="020B0604020202020204" pitchFamily="34" charset="0"/>
              </a:rPr>
              <a:t>Electromagnetics utilizes a concise language referred to as mathematics, much in the form of vector algebra and vector calculus. </a:t>
            </a:r>
          </a:p>
          <a:p>
            <a:pPr marL="214313" indent="-214313" fontAlgn="base">
              <a:spcBef>
                <a:spcPct val="0"/>
              </a:spcBef>
              <a:spcAft>
                <a:spcPct val="0"/>
              </a:spcAft>
              <a:buFont typeface="Wingdings" panose="05000000000000000000" pitchFamily="2" charset="2"/>
              <a:buChar char="Ø"/>
              <a:defRPr/>
            </a:pPr>
            <a:endPar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endParaRPr>
          </a:p>
          <a:p>
            <a:pPr marL="214313" indent="-214313" fontAlgn="base">
              <a:spcBef>
                <a:spcPct val="0"/>
              </a:spcBef>
              <a:spcAft>
                <a:spcPct val="0"/>
              </a:spcAft>
              <a:buFont typeface="Wingdings" panose="05000000000000000000" pitchFamily="2" charset="2"/>
              <a:buChar char="Ø"/>
              <a:defRPr/>
            </a:pPr>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Becoming fluent in mathematics will aid your entire engineering career.  Strive to become an engineer that embraces, rather than runs from, technical opportunities that utilize the language of mathematics.</a:t>
            </a:r>
          </a:p>
          <a:p>
            <a:pPr marL="214313" indent="-214313" fontAlgn="base">
              <a:spcBef>
                <a:spcPct val="0"/>
              </a:spcBef>
              <a:spcAft>
                <a:spcPct val="0"/>
              </a:spcAft>
              <a:buFont typeface="Wingdings" panose="05000000000000000000" pitchFamily="2" charset="2"/>
              <a:buChar char="Ø"/>
              <a:defRPr/>
            </a:pPr>
            <a:endPar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endParaRPr>
          </a:p>
          <a:p>
            <a:pPr marL="214313" indent="-214313" fontAlgn="base">
              <a:spcBef>
                <a:spcPct val="0"/>
              </a:spcBef>
              <a:spcAft>
                <a:spcPct val="0"/>
              </a:spcAft>
              <a:buFont typeface="Wingdings" panose="05000000000000000000" pitchFamily="2" charset="2"/>
              <a:buChar char="Ø"/>
              <a:defRPr/>
            </a:pPr>
            <a:r>
              <a:rPr lang="en-US" dirty="0">
                <a:solidFill>
                  <a:srgbClr val="000000"/>
                </a:solidFill>
                <a:latin typeface="Cambria Math" panose="02040503050406030204" pitchFamily="18" charset="0"/>
                <a:ea typeface="Cambria Math" panose="02040503050406030204" pitchFamily="18" charset="0"/>
                <a:cs typeface="Arial" panose="020B0604020202020204" pitchFamily="34" charset="0"/>
              </a:rPr>
              <a:t>Let’s strive for mathematical language proficiency along with overall understanding of the challenging topic of electromagnetics.</a:t>
            </a:r>
          </a:p>
        </p:txBody>
      </p:sp>
    </p:spTree>
    <p:extLst>
      <p:ext uri="{BB962C8B-B14F-4D97-AF65-F5344CB8AC3E}">
        <p14:creationId xmlns:p14="http://schemas.microsoft.com/office/powerpoint/2010/main" val="3842384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 calcmode="lin" valueType="num">
                                      <p:cBhvr additive="base">
                                        <p:cTn id="25"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2182761" y="-7767"/>
            <a:ext cx="8357420" cy="422433"/>
          </a:xfrm>
        </p:spPr>
        <p:txBody>
          <a:bodyPr/>
          <a:lstStyle/>
          <a:p>
            <a:r>
              <a:rPr lang="en-US" sz="3000" dirty="0"/>
              <a:t> </a:t>
            </a:r>
            <a:r>
              <a:rPr lang="en-US" sz="4000" dirty="0"/>
              <a:t>ECEN 390 – Electromagnetics  Relevance</a:t>
            </a:r>
          </a:p>
        </p:txBody>
      </p:sp>
      <p:sp>
        <p:nvSpPr>
          <p:cNvPr id="5" name="Rectangle 4"/>
          <p:cNvSpPr/>
          <p:nvPr/>
        </p:nvSpPr>
        <p:spPr>
          <a:xfrm>
            <a:off x="228601" y="597162"/>
            <a:ext cx="11777472" cy="6186309"/>
          </a:xfrm>
          <a:prstGeom prst="rect">
            <a:avLst/>
          </a:prstGeom>
          <a:solidFill>
            <a:srgbClr val="FFFFFF"/>
          </a:solidFill>
          <a:ln w="55000" cap="flat" cmpd="thickThin" algn="ctr">
            <a:solidFill>
              <a:srgbClr val="FFC000"/>
            </a:solidFill>
            <a:prstDash val="solid"/>
          </a:ln>
          <a:effectLst/>
        </p:spPr>
        <p:txBody>
          <a:bodyPr wrap="square">
            <a:spAutoFit/>
          </a:bodyPr>
          <a:lstStyle/>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noProof="0" dirty="0">
                <a:ln>
                  <a:noFill/>
                </a:ln>
                <a:solidFill>
                  <a:prstClr val="black"/>
                </a:solidFill>
                <a:effectLst/>
                <a:uLnTx/>
                <a:uFillTx/>
                <a:latin typeface="Cambria" panose="02040503050406030204"/>
                <a:ea typeface="Cambria Math" panose="02040503050406030204" pitchFamily="18" charset="0"/>
                <a:cs typeface="Arial" panose="020B0604020202020204" pitchFamily="34" charset="0"/>
              </a:rPr>
              <a:t>If you do not know </a:t>
            </a:r>
            <a:r>
              <a:rPr kumimoji="0" lang="en-US" sz="1800" b="0" i="0" u="none" strike="noStrike" kern="1200" cap="none" spc="0" normalizeH="0" noProof="0" dirty="0" err="1">
                <a:ln>
                  <a:noFill/>
                </a:ln>
                <a:solidFill>
                  <a:prstClr val="black"/>
                </a:solidFill>
                <a:effectLst/>
                <a:uLnTx/>
                <a:uFillTx/>
                <a:latin typeface="Cambria" panose="02040503050406030204"/>
                <a:ea typeface="Cambria Math" panose="02040503050406030204" pitchFamily="18" charset="0"/>
                <a:cs typeface="Arial" panose="020B0604020202020204" pitchFamily="34" charset="0"/>
              </a:rPr>
              <a:t>th</a:t>
            </a:r>
            <a:r>
              <a:rPr lang="en-US" dirty="0">
                <a:solidFill>
                  <a:prstClr val="black"/>
                </a:solidFill>
                <a:latin typeface="Cambria" panose="02040503050406030204"/>
                <a:ea typeface="Cambria Math" panose="02040503050406030204" pitchFamily="18" charset="0"/>
                <a:cs typeface="Arial" panose="020B0604020202020204" pitchFamily="34" charset="0"/>
              </a:rPr>
              <a:t>e answers to the following questions, hopefully you will at the completing this course.</a:t>
            </a:r>
          </a:p>
          <a:p>
            <a:pPr marL="214313" marR="0" lvl="0" indent="-214313"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endParaRPr kumimoji="0" lang="en-US" sz="1800" b="0" i="0" u="none" strike="noStrike" kern="1200" cap="none" spc="0" normalizeH="0" noProof="0" dirty="0">
              <a:ln>
                <a:noFill/>
              </a:ln>
              <a:solidFill>
                <a:prstClr val="black"/>
              </a:solidFill>
              <a:effectLst/>
              <a:uLnTx/>
              <a:uFillTx/>
              <a:latin typeface="Cambria" panose="02040503050406030204"/>
              <a:ea typeface="Cambria Math" panose="02040503050406030204" pitchFamily="18" charset="0"/>
              <a:cs typeface="Arial" panose="020B0604020202020204" pitchFamily="34" charset="0"/>
            </a:endParaRPr>
          </a:p>
          <a:p>
            <a:pPr marL="214313" marR="0" lvl="0" indent="-214313"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sz="1800" b="0" i="0" u="none" strike="noStrike" kern="1200" cap="none" spc="0" normalizeH="0" noProof="0" dirty="0">
                <a:ln>
                  <a:noFill/>
                </a:ln>
                <a:solidFill>
                  <a:prstClr val="black"/>
                </a:solidFill>
                <a:effectLst/>
                <a:uLnTx/>
                <a:uFillTx/>
                <a:latin typeface="Cambria" panose="02040503050406030204"/>
                <a:ea typeface="Cambria Math" panose="02040503050406030204" pitchFamily="18" charset="0"/>
                <a:cs typeface="Arial" panose="020B0604020202020204" pitchFamily="34" charset="0"/>
              </a:rPr>
              <a:t>What is a 50 </a:t>
            </a:r>
            <a:r>
              <a:rPr kumimoji="0" lang="el-GR" sz="1800" b="0" i="0" u="none" strike="noStrike" kern="1200" cap="none" spc="0" normalizeH="0" noProof="0" dirty="0">
                <a:ln>
                  <a:noFill/>
                </a:ln>
                <a:solidFill>
                  <a:prstClr val="black"/>
                </a:solidFill>
                <a:effectLst/>
                <a:uLnTx/>
                <a:uFillTx/>
                <a:latin typeface="Cambria" panose="02040503050406030204"/>
                <a:ea typeface="Cambria Math" panose="02040503050406030204" pitchFamily="18" charset="0"/>
                <a:cs typeface="Arial" panose="020B0604020202020204" pitchFamily="34" charset="0"/>
              </a:rPr>
              <a:t>Ω</a:t>
            </a:r>
            <a:r>
              <a:rPr kumimoji="0" lang="en-US" sz="1800" b="0" i="0" u="none" strike="noStrike" kern="1200" cap="none" spc="0" normalizeH="0" noProof="0" dirty="0">
                <a:ln>
                  <a:noFill/>
                </a:ln>
                <a:solidFill>
                  <a:prstClr val="black"/>
                </a:solidFill>
                <a:effectLst/>
                <a:uLnTx/>
                <a:uFillTx/>
                <a:latin typeface="Cambria" panose="02040503050406030204"/>
                <a:ea typeface="Cambria Math" panose="02040503050406030204" pitchFamily="18" charset="0"/>
                <a:cs typeface="Arial" panose="020B0604020202020204" pitchFamily="34" charset="0"/>
              </a:rPr>
              <a:t> coaxial cable?</a:t>
            </a:r>
          </a:p>
          <a:p>
            <a:pPr marL="214313" marR="0" lvl="0" indent="-214313"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endParaRPr lang="en-US" dirty="0">
              <a:solidFill>
                <a:prstClr val="black"/>
              </a:solidFill>
              <a:latin typeface="Cambria" panose="02040503050406030204"/>
              <a:ea typeface="Cambria Math" panose="02040503050406030204" pitchFamily="18" charset="0"/>
              <a:cs typeface="Arial" panose="020B0604020202020204" pitchFamily="34" charset="0"/>
            </a:endParaRPr>
          </a:p>
          <a:p>
            <a:pPr marL="214313" indent="-214313" fontAlgn="base">
              <a:spcBef>
                <a:spcPct val="0"/>
              </a:spcBef>
              <a:spcAft>
                <a:spcPct val="0"/>
              </a:spcAft>
              <a:buFont typeface="Wingdings" panose="05000000000000000000" pitchFamily="2" charset="2"/>
              <a:buChar char="Ø"/>
              <a:defRPr/>
            </a:pPr>
            <a:r>
              <a:rPr lang="en-US" dirty="0">
                <a:solidFill>
                  <a:schemeClr val="bg1"/>
                </a:solidFill>
                <a:latin typeface="Cambria" panose="02040503050406030204"/>
                <a:ea typeface="Cambria Math" panose="02040503050406030204" pitchFamily="18" charset="0"/>
                <a:cs typeface="Arial" panose="020B0604020202020204" pitchFamily="34" charset="0"/>
              </a:rPr>
              <a:t>Do I need to understand transmission lines and impedance matching if I am a digital designer?</a:t>
            </a:r>
          </a:p>
          <a:p>
            <a:pPr marL="214313" indent="-214313" fontAlgn="base">
              <a:spcBef>
                <a:spcPct val="0"/>
              </a:spcBef>
              <a:spcAft>
                <a:spcPct val="0"/>
              </a:spcAft>
              <a:buFont typeface="Wingdings" panose="05000000000000000000" pitchFamily="2" charset="2"/>
              <a:buChar char="Ø"/>
              <a:defRPr/>
            </a:pPr>
            <a:endParaRPr lang="en-US" dirty="0">
              <a:solidFill>
                <a:schemeClr val="bg1"/>
              </a:solidFill>
              <a:latin typeface="Cambria" panose="02040503050406030204"/>
              <a:ea typeface="Cambria Math" panose="02040503050406030204" pitchFamily="18" charset="0"/>
              <a:cs typeface="Arial" panose="020B0604020202020204" pitchFamily="34" charset="0"/>
            </a:endParaRPr>
          </a:p>
          <a:p>
            <a:pPr marL="214313" indent="-214313" fontAlgn="base">
              <a:spcBef>
                <a:spcPct val="0"/>
              </a:spcBef>
              <a:spcAft>
                <a:spcPct val="0"/>
              </a:spcAft>
              <a:buFont typeface="Wingdings" panose="05000000000000000000" pitchFamily="2" charset="2"/>
              <a:buChar char="Ø"/>
              <a:defRPr/>
            </a:pPr>
            <a:r>
              <a:rPr lang="en-US" dirty="0">
                <a:solidFill>
                  <a:schemeClr val="bg1"/>
                </a:solidFill>
                <a:latin typeface="Cambria" panose="02040503050406030204"/>
                <a:ea typeface="Cambria Math" panose="02040503050406030204" pitchFamily="18" charset="0"/>
                <a:cs typeface="Arial" panose="020B0604020202020204" pitchFamily="34" charset="0"/>
              </a:rPr>
              <a:t>Do electrons travel near the speed of light in high-speed cables?</a:t>
            </a:r>
          </a:p>
          <a:p>
            <a:pPr marL="214313" marR="0" lvl="0" indent="-214313"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endParaRPr lang="en-US" baseline="0" dirty="0">
              <a:solidFill>
                <a:prstClr val="black"/>
              </a:solidFill>
              <a:latin typeface="Cambria" panose="02040503050406030204"/>
              <a:ea typeface="Cambria Math" panose="02040503050406030204" pitchFamily="18" charset="0"/>
              <a:cs typeface="Arial" panose="020B0604020202020204" pitchFamily="34" charset="0"/>
            </a:endParaRPr>
          </a:p>
          <a:p>
            <a:pPr marL="214313" lvl="0" indent="-214313" fontAlgn="base">
              <a:spcBef>
                <a:spcPct val="0"/>
              </a:spcBef>
              <a:spcAft>
                <a:spcPct val="0"/>
              </a:spcAft>
              <a:buFont typeface="Wingdings" panose="05000000000000000000" pitchFamily="2" charset="2"/>
              <a:buChar char="Ø"/>
              <a:defRPr/>
            </a:pPr>
            <a:r>
              <a:rPr lang="en-US" dirty="0">
                <a:solidFill>
                  <a:schemeClr val="bg1"/>
                </a:solidFill>
                <a:latin typeface="Cambria" panose="02040503050406030204"/>
                <a:ea typeface="Cambria Math" panose="02040503050406030204" pitchFamily="18" charset="0"/>
                <a:cs typeface="Arial" panose="020B0604020202020204" pitchFamily="34" charset="0"/>
              </a:rPr>
              <a:t>How does a microwave oven heat food?</a:t>
            </a:r>
          </a:p>
          <a:p>
            <a:pPr marL="214313" lvl="0" indent="-214313" fontAlgn="base">
              <a:spcBef>
                <a:spcPct val="0"/>
              </a:spcBef>
              <a:spcAft>
                <a:spcPct val="0"/>
              </a:spcAft>
              <a:buFont typeface="Wingdings" panose="05000000000000000000" pitchFamily="2" charset="2"/>
              <a:buChar char="Ø"/>
              <a:defRPr/>
            </a:pPr>
            <a:endParaRPr lang="en-US" dirty="0">
              <a:solidFill>
                <a:schemeClr val="bg1"/>
              </a:solidFill>
              <a:latin typeface="Cambria" panose="02040503050406030204"/>
              <a:ea typeface="Cambria Math" panose="02040503050406030204" pitchFamily="18" charset="0"/>
              <a:cs typeface="Arial" panose="020B0604020202020204" pitchFamily="34" charset="0"/>
            </a:endParaRPr>
          </a:p>
          <a:p>
            <a:pPr marL="214313" lvl="0" indent="-214313" fontAlgn="base">
              <a:spcBef>
                <a:spcPct val="0"/>
              </a:spcBef>
              <a:spcAft>
                <a:spcPct val="0"/>
              </a:spcAft>
              <a:buFont typeface="Wingdings" panose="05000000000000000000" pitchFamily="2" charset="2"/>
              <a:buChar char="Ø"/>
              <a:defRPr/>
            </a:pPr>
            <a:r>
              <a:rPr lang="en-US" dirty="0">
                <a:solidFill>
                  <a:schemeClr val="bg1"/>
                </a:solidFill>
                <a:latin typeface="Cambria" panose="02040503050406030204"/>
                <a:ea typeface="Cambria Math" panose="02040503050406030204" pitchFamily="18" charset="0"/>
                <a:cs typeface="Arial" panose="020B0604020202020204" pitchFamily="34" charset="0"/>
              </a:rPr>
              <a:t>How does placing a solid insulator between capacitor plates increase the capacitance?</a:t>
            </a:r>
          </a:p>
          <a:p>
            <a:pPr marL="214313" lvl="0" indent="-214313" fontAlgn="base">
              <a:spcBef>
                <a:spcPct val="0"/>
              </a:spcBef>
              <a:spcAft>
                <a:spcPct val="0"/>
              </a:spcAft>
              <a:buFont typeface="Wingdings" panose="05000000000000000000" pitchFamily="2" charset="2"/>
              <a:buChar char="Ø"/>
              <a:defRPr/>
            </a:pPr>
            <a:endParaRPr lang="en-US" dirty="0">
              <a:solidFill>
                <a:schemeClr val="bg1"/>
              </a:solidFill>
              <a:latin typeface="Cambria" panose="02040503050406030204"/>
              <a:ea typeface="Cambria Math" panose="02040503050406030204" pitchFamily="18" charset="0"/>
              <a:cs typeface="Arial" panose="020B0604020202020204" pitchFamily="34" charset="0"/>
            </a:endParaRPr>
          </a:p>
          <a:p>
            <a:pPr marL="214313" lvl="0" indent="-214313" fontAlgn="base">
              <a:spcBef>
                <a:spcPct val="0"/>
              </a:spcBef>
              <a:spcAft>
                <a:spcPct val="0"/>
              </a:spcAft>
              <a:buFont typeface="Wingdings" panose="05000000000000000000" pitchFamily="2" charset="2"/>
              <a:buChar char="Ø"/>
              <a:defRPr/>
            </a:pPr>
            <a:r>
              <a:rPr lang="en-US" dirty="0">
                <a:solidFill>
                  <a:schemeClr val="bg1"/>
                </a:solidFill>
                <a:latin typeface="Cambria" panose="02040503050406030204"/>
                <a:ea typeface="Cambria Math" panose="02040503050406030204" pitchFamily="18" charset="0"/>
                <a:cs typeface="Arial" panose="020B0604020202020204" pitchFamily="34" charset="0"/>
              </a:rPr>
              <a:t>Why do some capacitors have a specific positive an negative terminal, such as aluminum electrolytic capacitors?</a:t>
            </a:r>
          </a:p>
          <a:p>
            <a:pPr marL="214313" lvl="0" indent="-214313" fontAlgn="base">
              <a:spcBef>
                <a:spcPct val="0"/>
              </a:spcBef>
              <a:spcAft>
                <a:spcPct val="0"/>
              </a:spcAft>
              <a:buFont typeface="Wingdings" panose="05000000000000000000" pitchFamily="2" charset="2"/>
              <a:buChar char="Ø"/>
              <a:defRPr/>
            </a:pPr>
            <a:endParaRPr lang="en-US" dirty="0">
              <a:solidFill>
                <a:schemeClr val="bg1"/>
              </a:solidFill>
              <a:latin typeface="Cambria" panose="02040503050406030204"/>
              <a:ea typeface="Cambria Math" panose="02040503050406030204" pitchFamily="18" charset="0"/>
              <a:cs typeface="Arial" panose="020B0604020202020204" pitchFamily="34" charset="0"/>
            </a:endParaRPr>
          </a:p>
          <a:p>
            <a:pPr marL="214313" lvl="0" indent="-214313" fontAlgn="base">
              <a:spcBef>
                <a:spcPct val="0"/>
              </a:spcBef>
              <a:spcAft>
                <a:spcPct val="0"/>
              </a:spcAft>
              <a:buFont typeface="Wingdings" panose="05000000000000000000" pitchFamily="2" charset="2"/>
              <a:buChar char="Ø"/>
              <a:defRPr/>
            </a:pPr>
            <a:r>
              <a:rPr lang="en-US" dirty="0">
                <a:solidFill>
                  <a:schemeClr val="bg1"/>
                </a:solidFill>
                <a:latin typeface="Cambria" panose="02040503050406030204"/>
                <a:ea typeface="Cambria Math" panose="02040503050406030204" pitchFamily="18" charset="0"/>
                <a:cs typeface="Arial" panose="020B0604020202020204" pitchFamily="34" charset="0"/>
              </a:rPr>
              <a:t>How does a DC/DC Converter (Switching Voltage Regulator) work? </a:t>
            </a:r>
          </a:p>
          <a:p>
            <a:pPr marL="214313" lvl="0" indent="-214313" fontAlgn="base">
              <a:spcBef>
                <a:spcPct val="0"/>
              </a:spcBef>
              <a:spcAft>
                <a:spcPct val="0"/>
              </a:spcAft>
              <a:buFont typeface="Wingdings" panose="05000000000000000000" pitchFamily="2" charset="2"/>
              <a:buChar char="Ø"/>
              <a:defRPr/>
            </a:pPr>
            <a:endParaRPr lang="en-US" dirty="0">
              <a:solidFill>
                <a:schemeClr val="bg1"/>
              </a:solidFill>
              <a:latin typeface="Cambria" panose="02040503050406030204"/>
              <a:ea typeface="Cambria Math" panose="02040503050406030204" pitchFamily="18" charset="0"/>
              <a:cs typeface="Arial" panose="020B0604020202020204" pitchFamily="34" charset="0"/>
            </a:endParaRPr>
          </a:p>
          <a:p>
            <a:pPr marL="214313" indent="-214313" fontAlgn="base">
              <a:spcBef>
                <a:spcPct val="0"/>
              </a:spcBef>
              <a:spcAft>
                <a:spcPct val="0"/>
              </a:spcAft>
              <a:buFont typeface="Wingdings" panose="05000000000000000000" pitchFamily="2" charset="2"/>
              <a:buChar char="Ø"/>
              <a:defRPr/>
            </a:pPr>
            <a:r>
              <a:rPr lang="en-US" dirty="0">
                <a:solidFill>
                  <a:schemeClr val="bg1"/>
                </a:solidFill>
              </a:rPr>
              <a:t>What is antenna gain?</a:t>
            </a:r>
          </a:p>
          <a:p>
            <a:pPr marL="214313" indent="-214313" fontAlgn="base">
              <a:spcBef>
                <a:spcPct val="0"/>
              </a:spcBef>
              <a:spcAft>
                <a:spcPct val="0"/>
              </a:spcAft>
              <a:buFont typeface="Wingdings" panose="05000000000000000000" pitchFamily="2" charset="2"/>
              <a:buChar char="Ø"/>
              <a:defRPr/>
            </a:pPr>
            <a:endParaRPr lang="en-US" dirty="0">
              <a:solidFill>
                <a:schemeClr val="bg1"/>
              </a:solidFill>
            </a:endParaRPr>
          </a:p>
          <a:p>
            <a:pPr marL="214313" indent="-214313" fontAlgn="base">
              <a:spcBef>
                <a:spcPct val="0"/>
              </a:spcBef>
              <a:spcAft>
                <a:spcPct val="0"/>
              </a:spcAft>
              <a:buFont typeface="Wingdings" panose="05000000000000000000" pitchFamily="2" charset="2"/>
              <a:buChar char="Ø"/>
              <a:defRPr/>
            </a:pPr>
            <a:r>
              <a:rPr lang="en-US" kern="0" dirty="0">
                <a:solidFill>
                  <a:prstClr val="black"/>
                </a:solidFill>
                <a:latin typeface="Cambria Math" panose="02040503050406030204" pitchFamily="18" charset="0"/>
                <a:ea typeface="Cambria Math" panose="02040503050406030204" pitchFamily="18" charset="0"/>
                <a:cs typeface="Arial" panose="020B0604020202020204" pitchFamily="34" charset="0"/>
              </a:rPr>
              <a:t>A working knowledge of “Electromagnetics (EM)” is a highly sought after skill today, and in the foreseeable future.</a:t>
            </a:r>
          </a:p>
          <a:p>
            <a:pPr marL="214313" lvl="0" indent="-214313" fontAlgn="base">
              <a:spcBef>
                <a:spcPct val="0"/>
              </a:spcBef>
              <a:spcAft>
                <a:spcPct val="0"/>
              </a:spcAft>
              <a:buFont typeface="Wingdings" panose="05000000000000000000" pitchFamily="2" charset="2"/>
              <a:buChar char="Ø"/>
              <a:defRPr/>
            </a:pPr>
            <a:endParaRPr lang="en-US" dirty="0">
              <a:solidFill>
                <a:schemeClr val="bg1"/>
              </a:solidFill>
              <a:latin typeface="Cambria" panose="02040503050406030204"/>
              <a:ea typeface="Cambria Math" panose="02040503050406030204" pitchFamily="18" charset="0"/>
              <a:cs typeface="Arial" panose="020B0604020202020204" pitchFamily="34" charset="0"/>
            </a:endParaRPr>
          </a:p>
          <a:p>
            <a:pPr marL="214313" lvl="0" indent="-214313" fontAlgn="base">
              <a:spcBef>
                <a:spcPct val="0"/>
              </a:spcBef>
              <a:spcAft>
                <a:spcPct val="0"/>
              </a:spcAft>
              <a:buFont typeface="Wingdings" panose="05000000000000000000" pitchFamily="2" charset="2"/>
              <a:buChar char="Ø"/>
              <a:defRPr/>
            </a:pPr>
            <a:r>
              <a:rPr lang="en-US" b="1" dirty="0">
                <a:solidFill>
                  <a:schemeClr val="bg1"/>
                </a:solidFill>
              </a:rPr>
              <a:t>Maxwell's equations</a:t>
            </a:r>
            <a:r>
              <a:rPr lang="en-US" dirty="0">
                <a:solidFill>
                  <a:schemeClr val="bg1"/>
                </a:solidFill>
              </a:rPr>
              <a:t> are a set of equations that, together with the Lorentz force law, form the foundation of classical electromagnetism, classical optics, and electric circuits. (Wikipedia.)</a:t>
            </a:r>
          </a:p>
        </p:txBody>
      </p:sp>
    </p:spTree>
    <p:extLst>
      <p:ext uri="{BB962C8B-B14F-4D97-AF65-F5344CB8AC3E}">
        <p14:creationId xmlns:p14="http://schemas.microsoft.com/office/powerpoint/2010/main" val="562510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 calcmode="lin" valueType="num">
                                      <p:cBhvr additive="base">
                                        <p:cTn id="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anim calcmode="lin" valueType="num">
                                      <p:cBhvr additive="base">
                                        <p:cTn id="13"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anim calcmode="lin" valueType="num">
                                      <p:cBhvr additive="base">
                                        <p:cTn id="19"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8" end="8"/>
                                            </p:txEl>
                                          </p:spTgt>
                                        </p:tgtEl>
                                        <p:attrNameLst>
                                          <p:attrName>style.visibility</p:attrName>
                                        </p:attrNameLst>
                                      </p:cBhvr>
                                      <p:to>
                                        <p:strVal val="visible"/>
                                      </p:to>
                                    </p:set>
                                    <p:anim calcmode="lin" valueType="num">
                                      <p:cBhvr additive="base">
                                        <p:cTn id="25"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10" end="10"/>
                                            </p:txEl>
                                          </p:spTgt>
                                        </p:tgtEl>
                                        <p:attrNameLst>
                                          <p:attrName>style.visibility</p:attrName>
                                        </p:attrNameLst>
                                      </p:cBhvr>
                                      <p:to>
                                        <p:strVal val="visible"/>
                                      </p:to>
                                    </p:set>
                                    <p:anim calcmode="lin" valueType="num">
                                      <p:cBhvr additive="base">
                                        <p:cTn id="31"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12" end="12"/>
                                            </p:txEl>
                                          </p:spTgt>
                                        </p:tgtEl>
                                        <p:attrNameLst>
                                          <p:attrName>style.visibility</p:attrName>
                                        </p:attrNameLst>
                                      </p:cBhvr>
                                      <p:to>
                                        <p:strVal val="visible"/>
                                      </p:to>
                                    </p:set>
                                    <p:anim calcmode="lin" valueType="num">
                                      <p:cBhvr additive="base">
                                        <p:cTn id="37" dur="500" fill="hold"/>
                                        <p:tgtEl>
                                          <p:spTgt spid="5">
                                            <p:txEl>
                                              <p:pRg st="12" end="1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14" end="14"/>
                                            </p:txEl>
                                          </p:spTgt>
                                        </p:tgtEl>
                                        <p:attrNameLst>
                                          <p:attrName>style.visibility</p:attrName>
                                        </p:attrNameLst>
                                      </p:cBhvr>
                                      <p:to>
                                        <p:strVal val="visible"/>
                                      </p:to>
                                    </p:set>
                                    <p:anim calcmode="lin" valueType="num">
                                      <p:cBhvr additive="base">
                                        <p:cTn id="43" dur="500" fill="hold"/>
                                        <p:tgtEl>
                                          <p:spTgt spid="5">
                                            <p:txEl>
                                              <p:pRg st="14" end="14"/>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
                                            <p:txEl>
                                              <p:pRg st="16" end="16"/>
                                            </p:txEl>
                                          </p:spTgt>
                                        </p:tgtEl>
                                        <p:attrNameLst>
                                          <p:attrName>style.visibility</p:attrName>
                                        </p:attrNameLst>
                                      </p:cBhvr>
                                      <p:to>
                                        <p:strVal val="visible"/>
                                      </p:to>
                                    </p:set>
                                    <p:anim calcmode="lin" valueType="num">
                                      <p:cBhvr additive="base">
                                        <p:cTn id="49" dur="500" fill="hold"/>
                                        <p:tgtEl>
                                          <p:spTgt spid="5">
                                            <p:txEl>
                                              <p:pRg st="16" end="1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16" end="16"/>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5">
                                            <p:txEl>
                                              <p:pRg st="18" end="18"/>
                                            </p:txEl>
                                          </p:spTgt>
                                        </p:tgtEl>
                                        <p:attrNameLst>
                                          <p:attrName>style.visibility</p:attrName>
                                        </p:attrNameLst>
                                      </p:cBhvr>
                                      <p:to>
                                        <p:strVal val="visible"/>
                                      </p:to>
                                    </p:set>
                                    <p:anim calcmode="lin" valueType="num">
                                      <p:cBhvr additive="base">
                                        <p:cTn id="55" dur="500" fill="hold"/>
                                        <p:tgtEl>
                                          <p:spTgt spid="5">
                                            <p:txEl>
                                              <p:pRg st="18" end="1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
                                            <p:txEl>
                                              <p:pRg st="18" end="1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5">
                                            <p:txEl>
                                              <p:pRg st="20" end="20"/>
                                            </p:txEl>
                                          </p:spTgt>
                                        </p:tgtEl>
                                        <p:attrNameLst>
                                          <p:attrName>style.visibility</p:attrName>
                                        </p:attrNameLst>
                                      </p:cBhvr>
                                      <p:to>
                                        <p:strVal val="visible"/>
                                      </p:to>
                                    </p:set>
                                    <p:anim calcmode="lin" valueType="num">
                                      <p:cBhvr additive="base">
                                        <p:cTn id="61" dur="500" fill="hold"/>
                                        <p:tgtEl>
                                          <p:spTgt spid="5">
                                            <p:txEl>
                                              <p:pRg st="20" end="2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5">
                                            <p:txEl>
                                              <p:pRg st="20" end="2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2670823" y="-7767"/>
            <a:ext cx="6266704" cy="422433"/>
          </a:xfrm>
        </p:spPr>
        <p:txBody>
          <a:bodyPr/>
          <a:lstStyle/>
          <a:p>
            <a:r>
              <a:rPr lang="en-US" sz="4000" dirty="0"/>
              <a:t>Internship and Job Preparation</a:t>
            </a:r>
          </a:p>
        </p:txBody>
      </p:sp>
      <p:sp>
        <p:nvSpPr>
          <p:cNvPr id="5" name="Rectangle 4"/>
          <p:cNvSpPr/>
          <p:nvPr/>
        </p:nvSpPr>
        <p:spPr>
          <a:xfrm>
            <a:off x="207264" y="793806"/>
            <a:ext cx="11777472" cy="5632311"/>
          </a:xfrm>
          <a:prstGeom prst="rect">
            <a:avLst/>
          </a:prstGeom>
          <a:solidFill>
            <a:srgbClr val="FFFFFF"/>
          </a:solidFill>
          <a:ln w="55000" cap="flat" cmpd="thickThin" algn="ctr">
            <a:solidFill>
              <a:srgbClr val="FFC000"/>
            </a:solidFill>
            <a:prstDash val="solid"/>
          </a:ln>
          <a:effectLst/>
        </p:spPr>
        <p:txBody>
          <a:bodyPr wrap="square">
            <a:spAutoFit/>
          </a:bodyPr>
          <a:lstStyle/>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To aid in your landing an internship and a job, the following Canvas course titled 'CSE Majors’ has been developed to help your progress through various levels of </a:t>
            </a:r>
            <a:r>
              <a:rPr kumimoji="0" lang="en-US" sz="1800" b="0" i="0" u="none" strike="noStrike" kern="1200" cap="none" spc="0" normalizeH="0" baseline="0" noProof="0" dirty="0" err="1">
                <a:ln>
                  <a:noFill/>
                </a:ln>
                <a:solidFill>
                  <a:srgbClr val="000000"/>
                </a:solidFill>
                <a:effectLst/>
                <a:uLnTx/>
                <a:uFillTx/>
                <a:latin typeface="Cambria" panose="02040503050406030204"/>
                <a:ea typeface="+mn-ea"/>
                <a:cs typeface="+mn-cs"/>
              </a:rPr>
              <a:t>rediness</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a:t>
            </a:r>
            <a:r>
              <a:rPr kumimoji="0" lang="en-US" sz="1800" b="0" i="0" u="none" strike="noStrike" kern="1200" cap="none" spc="0" normalizeH="0" baseline="0" noProof="0" dirty="0">
                <a:ln>
                  <a:noFill/>
                </a:ln>
                <a:solidFill>
                  <a:srgbClr val="FFFFFF"/>
                </a:solidFill>
                <a:effectLst/>
                <a:uLnTx/>
                <a:uFillTx/>
                <a:latin typeface="Cambria" panose="02040503050406030204"/>
                <a:ea typeface="+mn-ea"/>
                <a:cs typeface="+mn-cs"/>
              </a:rPr>
              <a:t>at: </a:t>
            </a:r>
            <a:r>
              <a:rPr kumimoji="0" lang="en-US" sz="1800" b="0" i="0" u="sng" strike="noStrike" kern="1200" cap="none" spc="0" normalizeH="0" baseline="0" noProof="0" dirty="0">
                <a:ln>
                  <a:noFill/>
                </a:ln>
                <a:solidFill>
                  <a:srgbClr val="FFFFFF"/>
                </a:solidFill>
                <a:effectLst/>
                <a:uLnTx/>
                <a:uFillTx/>
                <a:latin typeface="Cambria" panose="02040503050406030204"/>
                <a:ea typeface="+mn-ea"/>
                <a:cs typeface="+mn-cs"/>
                <a:hlinkClick r:id="rId3" tooltip="https://byui.instructure.com/courses/48558/modules"/>
              </a:rPr>
              <a:t>https://byui.instructure.com/courses/48558/modules</a:t>
            </a:r>
            <a:r>
              <a:rPr kumimoji="0" lang="en-US" sz="1800" b="0" i="0" u="none" strike="noStrike" kern="1200" cap="none" spc="0" normalizeH="0" baseline="0" noProof="0" dirty="0">
                <a:ln>
                  <a:noFill/>
                </a:ln>
                <a:solidFill>
                  <a:srgbClr val="FFFFFF"/>
                </a:solidFill>
                <a:effectLst/>
                <a:uLnTx/>
                <a:uFillTx/>
                <a:latin typeface="Cambria" panose="02040503050406030204"/>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mbria" panose="02040503050406030204"/>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The levels correspond to where you should be based on your year in school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(i.e., you should be at Level 1 your freshman year, Level 2 your sophomore year,</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and so forth). You will not be graded on the completion of levels and tasks in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this course, but it is in your best interest to make steady progress.</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This course encourages the development of a Portfolio, in addition to a Resume.</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Portfolios include Presentations and Projects that you have completed that distinguishes you from other applicants.</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The slides for your In-Class Teaching Topic for this course would be a good item to add to your Portfolio, assuming you put together a good quality presentation.</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lang="en-US" dirty="0">
              <a:solidFill>
                <a:srgbClr val="000000"/>
              </a:solidFill>
              <a:latin typeface="Cambria" panose="02040503050406030204"/>
            </a:endParaRPr>
          </a:p>
          <a:p>
            <a:pPr marL="285750" indent="-285750" fontAlgn="base">
              <a:spcBef>
                <a:spcPct val="0"/>
              </a:spcBef>
              <a:spcAft>
                <a:spcPct val="0"/>
              </a:spcAft>
              <a:buFont typeface="Arial" panose="020B0604020202020204" pitchFamily="34" charset="0"/>
              <a:buChar char="•"/>
              <a:defRPr/>
            </a:pPr>
            <a:r>
              <a:rPr lang="en-US" dirty="0">
                <a:solidFill>
                  <a:srgbClr val="000000"/>
                </a:solidFill>
                <a:latin typeface="Cambria" panose="02040503050406030204"/>
              </a:rPr>
              <a:t>Also, your </a:t>
            </a:r>
            <a:r>
              <a:rPr lang="en-US" dirty="0">
                <a:solidFill>
                  <a:schemeClr val="bg1"/>
                </a:solidFill>
              </a:rPr>
              <a:t>Power Supply Project Report to be submitted at the end of this semester for this course would be a good item to add to your Portfolio, assuming you do good quality work on that project and the accompanying report.</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p:txBody>
      </p:sp>
      <p:pic>
        <p:nvPicPr>
          <p:cNvPr id="2" name="Picture 1" descr="A screenshot of a job search&#10;&#10;Description automatically generated">
            <a:extLst>
              <a:ext uri="{FF2B5EF4-FFF2-40B4-BE49-F238E27FC236}">
                <a16:creationId xmlns:a16="http://schemas.microsoft.com/office/drawing/2014/main" id="{80D8E277-CFA6-3113-13BB-3BFF78596C2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045682" y="1262880"/>
            <a:ext cx="2255520" cy="2712720"/>
          </a:xfrm>
          <a:prstGeom prst="rect">
            <a:avLst/>
          </a:prstGeom>
          <a:noFill/>
          <a:ln>
            <a:noFill/>
          </a:ln>
        </p:spPr>
      </p:pic>
    </p:spTree>
    <p:extLst>
      <p:ext uri="{BB962C8B-B14F-4D97-AF65-F5344CB8AC3E}">
        <p14:creationId xmlns:p14="http://schemas.microsoft.com/office/powerpoint/2010/main" val="3985364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9" end="9"/>
                                            </p:txEl>
                                          </p:spTgt>
                                        </p:tgtEl>
                                        <p:attrNameLst>
                                          <p:attrName>style.visibility</p:attrName>
                                        </p:attrNameLst>
                                      </p:cBhvr>
                                      <p:to>
                                        <p:strVal val="visible"/>
                                      </p:to>
                                    </p:set>
                                    <p:anim calcmode="lin" valueType="num">
                                      <p:cBhvr additive="base">
                                        <p:cTn id="7"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9" end="9"/>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11" end="11"/>
                                            </p:txEl>
                                          </p:spTgt>
                                        </p:tgtEl>
                                        <p:attrNameLst>
                                          <p:attrName>style.visibility</p:attrName>
                                        </p:attrNameLst>
                                      </p:cBhvr>
                                      <p:to>
                                        <p:strVal val="visible"/>
                                      </p:to>
                                    </p:set>
                                    <p:anim calcmode="lin" valueType="num">
                                      <p:cBhvr additive="base">
                                        <p:cTn id="11" dur="500" fill="hold"/>
                                        <p:tgtEl>
                                          <p:spTgt spid="5">
                                            <p:txEl>
                                              <p:pRg st="11" end="1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11" end="1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xEl>
                                              <p:pRg st="13" end="13"/>
                                            </p:txEl>
                                          </p:spTgt>
                                        </p:tgtEl>
                                        <p:attrNameLst>
                                          <p:attrName>style.visibility</p:attrName>
                                        </p:attrNameLst>
                                      </p:cBhvr>
                                      <p:to>
                                        <p:strVal val="visible"/>
                                      </p:to>
                                    </p:set>
                                    <p:anim calcmode="lin" valueType="num">
                                      <p:cBhvr additive="base">
                                        <p:cTn id="15" dur="500" fill="hold"/>
                                        <p:tgtEl>
                                          <p:spTgt spid="5">
                                            <p:txEl>
                                              <p:pRg st="13" end="1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13" end="1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
                                            <p:txEl>
                                              <p:pRg st="15" end="15"/>
                                            </p:txEl>
                                          </p:spTgt>
                                        </p:tgtEl>
                                        <p:attrNameLst>
                                          <p:attrName>style.visibility</p:attrName>
                                        </p:attrNameLst>
                                      </p:cBhvr>
                                      <p:to>
                                        <p:strVal val="visible"/>
                                      </p:to>
                                    </p:set>
                                    <p:anim calcmode="lin" valueType="num">
                                      <p:cBhvr additive="base">
                                        <p:cTn id="19" dur="500" fill="hold"/>
                                        <p:tgtEl>
                                          <p:spTgt spid="5">
                                            <p:txEl>
                                              <p:pRg st="15" end="1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930877" y="105237"/>
            <a:ext cx="8966464" cy="553998"/>
          </a:xfrm>
        </p:spPr>
        <p:txBody>
          <a:bodyPr/>
          <a:lstStyle/>
          <a:p>
            <a:pPr algn="ctr"/>
            <a:r>
              <a:rPr lang="en-US" sz="4000"/>
              <a:t>ECEN 390 – Electromagnetics Topics</a:t>
            </a:r>
          </a:p>
        </p:txBody>
      </p:sp>
      <p:sp>
        <p:nvSpPr>
          <p:cNvPr id="4" name="Title 6"/>
          <p:cNvSpPr txBox="1">
            <a:spLocks/>
          </p:cNvSpPr>
          <p:nvPr/>
        </p:nvSpPr>
        <p:spPr>
          <a:xfrm>
            <a:off x="4448874" y="1086228"/>
            <a:ext cx="1212094" cy="423219"/>
          </a:xfrm>
          <a:prstGeom prst="rect">
            <a:avLst/>
          </a:prstGeom>
          <a:solidFill>
            <a:schemeClr val="tx1"/>
          </a:solidFill>
          <a:ln w="25400" cap="flat" cmpd="sng" algn="ctr">
            <a:solidFill>
              <a:sysClr val="windowText" lastClr="000000"/>
            </a:solidFill>
            <a:prstDash val="solid"/>
          </a:ln>
          <a:effec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Waves and Phasors  </a:t>
            </a:r>
          </a:p>
        </p:txBody>
      </p:sp>
      <p:sp>
        <p:nvSpPr>
          <p:cNvPr id="5" name="Title 6"/>
          <p:cNvSpPr txBox="1">
            <a:spLocks/>
          </p:cNvSpPr>
          <p:nvPr/>
        </p:nvSpPr>
        <p:spPr>
          <a:xfrm>
            <a:off x="4448873" y="2544732"/>
            <a:ext cx="1212095" cy="333632"/>
          </a:xfrm>
          <a:prstGeom prst="rect">
            <a:avLst/>
          </a:prstGeom>
          <a:solidFill>
            <a:schemeClr val="tx1"/>
          </a:solidFill>
          <a:ln w="25400" cap="flat" cmpd="sng" algn="ctr">
            <a:solidFill>
              <a:sysClr val="windowText" lastClr="000000"/>
            </a:solidFill>
            <a:prstDash val="solid"/>
          </a:ln>
          <a:effectLst/>
        </p:spPr>
        <p:txBody>
          <a:bodyPr vert="horz" lIns="68580" tIns="34290" rIns="68580" bIns="3429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Electrostatics</a:t>
            </a:r>
          </a:p>
        </p:txBody>
      </p:sp>
      <p:cxnSp>
        <p:nvCxnSpPr>
          <p:cNvPr id="19" name="Straight Arrow Connector 18"/>
          <p:cNvCxnSpPr>
            <a:cxnSpLocks/>
            <a:stCxn id="34" idx="2"/>
          </p:cNvCxnSpPr>
          <p:nvPr/>
        </p:nvCxnSpPr>
        <p:spPr>
          <a:xfrm>
            <a:off x="6981689" y="2487095"/>
            <a:ext cx="3469" cy="1058090"/>
          </a:xfrm>
          <a:prstGeom prst="straightConnector1">
            <a:avLst/>
          </a:prstGeom>
          <a:noFill/>
          <a:ln w="38100" cap="flat" cmpd="sng" algn="ctr">
            <a:solidFill>
              <a:sysClr val="windowText" lastClr="000000"/>
            </a:solidFill>
            <a:prstDash val="dash"/>
            <a:tailEnd type="triangle"/>
          </a:ln>
          <a:effectLst>
            <a:outerShdw blurRad="40000" dist="23000" dir="5400000" rotWithShape="0">
              <a:srgbClr val="000000">
                <a:alpha val="35000"/>
              </a:srgbClr>
            </a:outerShdw>
          </a:effectLst>
        </p:spPr>
      </p:cxnSp>
      <p:cxnSp>
        <p:nvCxnSpPr>
          <p:cNvPr id="20" name="Straight Arrow Connector 19"/>
          <p:cNvCxnSpPr/>
          <p:nvPr/>
        </p:nvCxnSpPr>
        <p:spPr>
          <a:xfrm flipH="1">
            <a:off x="5656205" y="4749241"/>
            <a:ext cx="1328953" cy="4763"/>
          </a:xfrm>
          <a:prstGeom prst="straightConnector1">
            <a:avLst/>
          </a:prstGeom>
          <a:noFill/>
          <a:ln w="38100" cap="flat" cmpd="sng" algn="ctr">
            <a:solidFill>
              <a:sysClr val="windowText" lastClr="000000"/>
            </a:solidFill>
            <a:prstDash val="dash"/>
            <a:tailEnd type="triangle"/>
          </a:ln>
          <a:effectLst>
            <a:outerShdw blurRad="40000" dist="23000" dir="5400000" rotWithShape="0">
              <a:srgbClr val="000000">
                <a:alpha val="35000"/>
              </a:srgbClr>
            </a:outerShdw>
          </a:effectLst>
        </p:spPr>
      </p:cxnSp>
      <p:cxnSp>
        <p:nvCxnSpPr>
          <p:cNvPr id="22" name="Straight Arrow Connector 21"/>
          <p:cNvCxnSpPr>
            <a:endCxn id="4" idx="3"/>
          </p:cNvCxnSpPr>
          <p:nvPr/>
        </p:nvCxnSpPr>
        <p:spPr>
          <a:xfrm flipH="1">
            <a:off x="5660968" y="1297837"/>
            <a:ext cx="712748" cy="1"/>
          </a:xfrm>
          <a:prstGeom prst="straightConnector1">
            <a:avLst/>
          </a:prstGeom>
          <a:noFill/>
          <a:ln w="38100" cap="flat" cmpd="sng" algn="ctr">
            <a:solidFill>
              <a:sysClr val="windowText" lastClr="000000"/>
            </a:solidFill>
            <a:prstDash val="solid"/>
            <a:headEnd type="triangle"/>
            <a:tailEnd type="none"/>
          </a:ln>
          <a:effectLst>
            <a:outerShdw blurRad="40000" dist="23000" dir="5400000" rotWithShape="0">
              <a:srgbClr val="000000">
                <a:alpha val="35000"/>
              </a:srgbClr>
            </a:outerShdw>
          </a:effectLst>
        </p:spPr>
      </p:cxnSp>
      <p:sp>
        <p:nvSpPr>
          <p:cNvPr id="34" name="Title 6"/>
          <p:cNvSpPr txBox="1">
            <a:spLocks/>
          </p:cNvSpPr>
          <p:nvPr/>
        </p:nvSpPr>
        <p:spPr>
          <a:xfrm>
            <a:off x="6365478" y="1037268"/>
            <a:ext cx="1232421" cy="1449827"/>
          </a:xfrm>
          <a:prstGeom prst="rect">
            <a:avLst/>
          </a:prstGeom>
          <a:solidFill>
            <a:schemeClr val="tx1"/>
          </a:solidFill>
          <a:ln w="25400" cap="flat" cmpd="sng" algn="ctr">
            <a:solidFill>
              <a:sysClr val="windowText" lastClr="000000"/>
            </a:solidFill>
            <a:prstDash val="solid"/>
          </a:ln>
          <a:effec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Transmission Lines  </a:t>
            </a:r>
          </a:p>
        </p:txBody>
      </p:sp>
      <p:sp>
        <p:nvSpPr>
          <p:cNvPr id="35" name="Title 6"/>
          <p:cNvSpPr txBox="1">
            <a:spLocks/>
          </p:cNvSpPr>
          <p:nvPr/>
        </p:nvSpPr>
        <p:spPr>
          <a:xfrm>
            <a:off x="4448873" y="1805648"/>
            <a:ext cx="1212095" cy="423219"/>
          </a:xfrm>
          <a:prstGeom prst="rect">
            <a:avLst/>
          </a:prstGeom>
          <a:solidFill>
            <a:schemeClr val="tx1"/>
          </a:solidFill>
          <a:ln w="25400" cap="flat" cmpd="sng" algn="ctr">
            <a:solidFill>
              <a:sysClr val="windowText" lastClr="000000"/>
            </a:solidFill>
            <a:prstDash val="solid"/>
          </a:ln>
          <a:effec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Vector Calculus</a:t>
            </a:r>
          </a:p>
        </p:txBody>
      </p:sp>
      <p:sp>
        <p:nvSpPr>
          <p:cNvPr id="36" name="Title 6"/>
          <p:cNvSpPr txBox="1">
            <a:spLocks/>
          </p:cNvSpPr>
          <p:nvPr/>
        </p:nvSpPr>
        <p:spPr>
          <a:xfrm>
            <a:off x="4448873" y="3159595"/>
            <a:ext cx="1212095" cy="333632"/>
          </a:xfrm>
          <a:prstGeom prst="rect">
            <a:avLst/>
          </a:prstGeom>
          <a:solidFill>
            <a:schemeClr val="tx1"/>
          </a:solidFill>
          <a:ln w="25400" cap="flat" cmpd="sng" algn="ctr">
            <a:solidFill>
              <a:sysClr val="windowText" lastClr="000000"/>
            </a:solidFill>
            <a:prstDash val="solid"/>
          </a:ln>
          <a:effectLst/>
        </p:spPr>
        <p:txBody>
          <a:bodyPr vert="horz" lIns="68580" tIns="34290" rIns="68580" bIns="3429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Magnetostatics</a:t>
            </a:r>
          </a:p>
        </p:txBody>
      </p:sp>
      <p:sp>
        <p:nvSpPr>
          <p:cNvPr id="37" name="Title 6"/>
          <p:cNvSpPr txBox="1">
            <a:spLocks/>
          </p:cNvSpPr>
          <p:nvPr/>
        </p:nvSpPr>
        <p:spPr>
          <a:xfrm>
            <a:off x="4448874" y="3795192"/>
            <a:ext cx="1212094" cy="423219"/>
          </a:xfrm>
          <a:prstGeom prst="rect">
            <a:avLst/>
          </a:prstGeom>
          <a:solidFill>
            <a:schemeClr val="tx1"/>
          </a:solidFill>
          <a:ln w="25400" cap="flat" cmpd="sng" algn="ctr">
            <a:solidFill>
              <a:sysClr val="windowText" lastClr="000000"/>
            </a:solidFill>
            <a:prstDash val="solid"/>
          </a:ln>
          <a:effec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Time Varying Fields   </a:t>
            </a:r>
          </a:p>
        </p:txBody>
      </p:sp>
      <p:sp>
        <p:nvSpPr>
          <p:cNvPr id="38" name="Title 6"/>
          <p:cNvSpPr txBox="1">
            <a:spLocks/>
          </p:cNvSpPr>
          <p:nvPr/>
        </p:nvSpPr>
        <p:spPr>
          <a:xfrm>
            <a:off x="4448874" y="4537632"/>
            <a:ext cx="1212094" cy="423219"/>
          </a:xfrm>
          <a:prstGeom prst="rect">
            <a:avLst/>
          </a:prstGeom>
          <a:solidFill>
            <a:schemeClr val="tx1"/>
          </a:solidFill>
          <a:ln w="25400" cap="flat" cmpd="sng" algn="ctr">
            <a:solidFill>
              <a:sysClr val="windowText" lastClr="000000"/>
            </a:solidFill>
            <a:prstDash val="solid"/>
          </a:ln>
          <a:effec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Plane Wave Propagation   </a:t>
            </a:r>
          </a:p>
        </p:txBody>
      </p:sp>
      <p:sp>
        <p:nvSpPr>
          <p:cNvPr id="39" name="Title 6"/>
          <p:cNvSpPr txBox="1">
            <a:spLocks/>
          </p:cNvSpPr>
          <p:nvPr/>
        </p:nvSpPr>
        <p:spPr>
          <a:xfrm>
            <a:off x="4448873" y="5289598"/>
            <a:ext cx="1212094" cy="423219"/>
          </a:xfrm>
          <a:prstGeom prst="rect">
            <a:avLst/>
          </a:prstGeom>
          <a:solidFill>
            <a:schemeClr val="tx1"/>
          </a:solidFill>
          <a:ln w="25400" cap="flat" cmpd="sng" algn="ctr">
            <a:solidFill>
              <a:sysClr val="windowText" lastClr="000000"/>
            </a:solidFill>
            <a:prstDash val="solid"/>
          </a:ln>
          <a:effec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Radiation and Antennas   </a:t>
            </a:r>
          </a:p>
        </p:txBody>
      </p:sp>
      <p:cxnSp>
        <p:nvCxnSpPr>
          <p:cNvPr id="45" name="Straight Arrow Connector 44"/>
          <p:cNvCxnSpPr/>
          <p:nvPr/>
        </p:nvCxnSpPr>
        <p:spPr>
          <a:xfrm flipH="1">
            <a:off x="5054920" y="2233630"/>
            <a:ext cx="1" cy="315865"/>
          </a:xfrm>
          <a:prstGeom prst="straightConnector1">
            <a:avLst/>
          </a:prstGeom>
          <a:noFill/>
          <a:ln w="38100" cap="flat" cmpd="sng" algn="ctr">
            <a:solidFill>
              <a:sysClr val="windowText" lastClr="000000"/>
            </a:solidFill>
            <a:prstDash val="solid"/>
            <a:tailEnd type="triangle"/>
          </a:ln>
          <a:effectLst>
            <a:outerShdw blurRad="40000" dist="23000" dir="5400000" rotWithShape="0">
              <a:srgbClr val="000000">
                <a:alpha val="35000"/>
              </a:srgbClr>
            </a:outerShdw>
          </a:effectLst>
        </p:spPr>
      </p:cxnSp>
      <p:cxnSp>
        <p:nvCxnSpPr>
          <p:cNvPr id="47" name="Straight Arrow Connector 46"/>
          <p:cNvCxnSpPr>
            <a:stCxn id="5" idx="2"/>
            <a:endCxn id="36" idx="0"/>
          </p:cNvCxnSpPr>
          <p:nvPr/>
        </p:nvCxnSpPr>
        <p:spPr>
          <a:xfrm>
            <a:off x="5054921" y="2878364"/>
            <a:ext cx="0" cy="281231"/>
          </a:xfrm>
          <a:prstGeom prst="straightConnector1">
            <a:avLst/>
          </a:prstGeom>
          <a:noFill/>
          <a:ln w="38100" cap="flat" cmpd="sng" algn="ctr">
            <a:solidFill>
              <a:sysClr val="windowText" lastClr="000000"/>
            </a:solidFill>
            <a:prstDash val="solid"/>
            <a:tailEnd type="triangle"/>
          </a:ln>
          <a:effectLst>
            <a:outerShdw blurRad="40000" dist="23000" dir="5400000" rotWithShape="0">
              <a:srgbClr val="000000">
                <a:alpha val="35000"/>
              </a:srgbClr>
            </a:outerShdw>
          </a:effectLst>
        </p:spPr>
      </p:cxnSp>
      <p:cxnSp>
        <p:nvCxnSpPr>
          <p:cNvPr id="48" name="Straight Arrow Connector 47"/>
          <p:cNvCxnSpPr/>
          <p:nvPr/>
        </p:nvCxnSpPr>
        <p:spPr>
          <a:xfrm flipH="1">
            <a:off x="5054914" y="3486193"/>
            <a:ext cx="1" cy="315865"/>
          </a:xfrm>
          <a:prstGeom prst="straightConnector1">
            <a:avLst/>
          </a:prstGeom>
          <a:noFill/>
          <a:ln w="38100" cap="flat" cmpd="sng" algn="ctr">
            <a:solidFill>
              <a:sysClr val="windowText" lastClr="000000"/>
            </a:solidFill>
            <a:prstDash val="solid"/>
            <a:tailEnd type="triangle"/>
          </a:ln>
          <a:effectLst>
            <a:outerShdw blurRad="40000" dist="23000" dir="5400000" rotWithShape="0">
              <a:srgbClr val="000000">
                <a:alpha val="35000"/>
              </a:srgbClr>
            </a:outerShdw>
          </a:effectLst>
        </p:spPr>
      </p:cxnSp>
      <p:cxnSp>
        <p:nvCxnSpPr>
          <p:cNvPr id="55" name="Straight Arrow Connector 54"/>
          <p:cNvCxnSpPr/>
          <p:nvPr/>
        </p:nvCxnSpPr>
        <p:spPr>
          <a:xfrm flipH="1">
            <a:off x="5050151" y="4224711"/>
            <a:ext cx="1" cy="315865"/>
          </a:xfrm>
          <a:prstGeom prst="straightConnector1">
            <a:avLst/>
          </a:prstGeom>
          <a:noFill/>
          <a:ln w="38100" cap="flat" cmpd="sng" algn="ctr">
            <a:solidFill>
              <a:sysClr val="windowText" lastClr="000000"/>
            </a:solidFill>
            <a:prstDash val="solid"/>
            <a:tailEnd type="triangle"/>
          </a:ln>
          <a:effectLst>
            <a:outerShdw blurRad="40000" dist="23000" dir="5400000" rotWithShape="0">
              <a:srgbClr val="000000">
                <a:alpha val="35000"/>
              </a:srgbClr>
            </a:outerShdw>
          </a:effectLst>
        </p:spPr>
      </p:cxnSp>
      <p:cxnSp>
        <p:nvCxnSpPr>
          <p:cNvPr id="69" name="Straight Arrow Connector 68"/>
          <p:cNvCxnSpPr>
            <a:cxnSpLocks/>
          </p:cNvCxnSpPr>
          <p:nvPr/>
        </p:nvCxnSpPr>
        <p:spPr>
          <a:xfrm>
            <a:off x="6985158" y="3429000"/>
            <a:ext cx="0" cy="1338589"/>
          </a:xfrm>
          <a:prstGeom prst="straightConnector1">
            <a:avLst/>
          </a:prstGeom>
          <a:noFill/>
          <a:ln w="38100" cap="flat" cmpd="sng" algn="ctr">
            <a:solidFill>
              <a:sysClr val="windowText" lastClr="000000"/>
            </a:solidFill>
            <a:prstDash val="dash"/>
            <a:tailEnd type="none"/>
          </a:ln>
          <a:effectLst>
            <a:outerShdw blurRad="40000" dist="23000" dir="5400000" rotWithShape="0">
              <a:srgbClr val="000000">
                <a:alpha val="35000"/>
              </a:srgbClr>
            </a:outerShdw>
          </a:effectLst>
        </p:spPr>
      </p:cxnSp>
      <p:cxnSp>
        <p:nvCxnSpPr>
          <p:cNvPr id="78" name="Straight Arrow Connector 77"/>
          <p:cNvCxnSpPr/>
          <p:nvPr/>
        </p:nvCxnSpPr>
        <p:spPr>
          <a:xfrm flipH="1">
            <a:off x="5054914" y="4972055"/>
            <a:ext cx="1" cy="315865"/>
          </a:xfrm>
          <a:prstGeom prst="straightConnector1">
            <a:avLst/>
          </a:prstGeom>
          <a:noFill/>
          <a:ln w="38100" cap="flat" cmpd="sng" algn="ctr">
            <a:solidFill>
              <a:sysClr val="windowText" lastClr="000000"/>
            </a:solidFill>
            <a:prstDash val="solid"/>
            <a:tailEnd type="triangle"/>
          </a:ln>
          <a:effectLst>
            <a:outerShdw blurRad="40000" dist="23000" dir="5400000" rotWithShape="0">
              <a:srgbClr val="000000">
                <a:alpha val="35000"/>
              </a:srgbClr>
            </a:outerShdw>
          </a:effectLst>
        </p:spPr>
      </p:cxnSp>
      <p:cxnSp>
        <p:nvCxnSpPr>
          <p:cNvPr id="23" name="Straight Arrow Connector 22">
            <a:extLst>
              <a:ext uri="{FF2B5EF4-FFF2-40B4-BE49-F238E27FC236}">
                <a16:creationId xmlns:a16="http://schemas.microsoft.com/office/drawing/2014/main" id="{0BC03239-5649-4BBB-9014-A398957A3BC0}"/>
              </a:ext>
            </a:extLst>
          </p:cNvPr>
          <p:cNvCxnSpPr/>
          <p:nvPr/>
        </p:nvCxnSpPr>
        <p:spPr>
          <a:xfrm flipH="1">
            <a:off x="5050002" y="5714389"/>
            <a:ext cx="1" cy="315865"/>
          </a:xfrm>
          <a:prstGeom prst="straightConnector1">
            <a:avLst/>
          </a:prstGeom>
          <a:noFill/>
          <a:ln w="38100" cap="flat" cmpd="sng" algn="ctr">
            <a:solidFill>
              <a:sysClr val="windowText" lastClr="000000"/>
            </a:solidFill>
            <a:prstDash val="solid"/>
            <a:tailEnd type="triangle"/>
          </a:ln>
          <a:effectLst>
            <a:outerShdw blurRad="40000" dist="23000" dir="5400000" rotWithShape="0">
              <a:srgbClr val="000000">
                <a:alpha val="35000"/>
              </a:srgbClr>
            </a:outerShdw>
          </a:effectLst>
        </p:spPr>
      </p:cxnSp>
      <p:sp>
        <p:nvSpPr>
          <p:cNvPr id="24" name="Title 6">
            <a:extLst>
              <a:ext uri="{FF2B5EF4-FFF2-40B4-BE49-F238E27FC236}">
                <a16:creationId xmlns:a16="http://schemas.microsoft.com/office/drawing/2014/main" id="{B14ED993-41B6-465F-B235-FEB48A32E55D}"/>
              </a:ext>
            </a:extLst>
          </p:cNvPr>
          <p:cNvSpPr txBox="1">
            <a:spLocks/>
          </p:cNvSpPr>
          <p:nvPr/>
        </p:nvSpPr>
        <p:spPr>
          <a:xfrm>
            <a:off x="4453787" y="6024193"/>
            <a:ext cx="1212094" cy="423219"/>
          </a:xfrm>
          <a:prstGeom prst="rect">
            <a:avLst/>
          </a:prstGeom>
          <a:solidFill>
            <a:schemeClr val="tx1"/>
          </a:solidFill>
          <a:ln w="25400" cap="flat" cmpd="sng" algn="ctr">
            <a:solidFill>
              <a:sysClr val="windowText" lastClr="000000"/>
            </a:solidFill>
            <a:prstDash val="solid"/>
          </a:ln>
          <a:effec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Satellites and Radar  </a:t>
            </a:r>
          </a:p>
        </p:txBody>
      </p:sp>
      <p:cxnSp>
        <p:nvCxnSpPr>
          <p:cNvPr id="3" name="Straight Arrow Connector 2">
            <a:extLst>
              <a:ext uri="{FF2B5EF4-FFF2-40B4-BE49-F238E27FC236}">
                <a16:creationId xmlns:a16="http://schemas.microsoft.com/office/drawing/2014/main" id="{90EAA305-C05A-B6B2-91CD-5C3E53E29CFB}"/>
              </a:ext>
            </a:extLst>
          </p:cNvPr>
          <p:cNvCxnSpPr>
            <a:cxnSpLocks/>
          </p:cNvCxnSpPr>
          <p:nvPr/>
        </p:nvCxnSpPr>
        <p:spPr>
          <a:xfrm>
            <a:off x="5648640" y="2017257"/>
            <a:ext cx="725076" cy="0"/>
          </a:xfrm>
          <a:prstGeom prst="straightConnector1">
            <a:avLst/>
          </a:prstGeom>
          <a:noFill/>
          <a:ln w="38100" cap="flat" cmpd="sng" algn="ctr">
            <a:solidFill>
              <a:sysClr val="windowText" lastClr="000000"/>
            </a:solidFill>
            <a:prstDash val="solid"/>
            <a:headEnd type="triangle"/>
            <a:tailEnd type="none"/>
          </a:ln>
          <a:effectLst>
            <a:outerShdw blurRad="40000" dist="23000" dir="5400000" rotWithShape="0">
              <a:srgbClr val="000000">
                <a:alpha val="35000"/>
              </a:srgbClr>
            </a:outerShdw>
          </a:effectLst>
        </p:spPr>
      </p:cxnSp>
    </p:spTree>
    <p:extLst>
      <p:ext uri="{BB962C8B-B14F-4D97-AF65-F5344CB8AC3E}">
        <p14:creationId xmlns:p14="http://schemas.microsoft.com/office/powerpoint/2010/main" val="2372806092"/>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ctrTitle"/>
          </p:nvPr>
        </p:nvSpPr>
        <p:spPr>
          <a:xfrm>
            <a:off x="1544027" y="-74674"/>
            <a:ext cx="9336494" cy="923132"/>
          </a:xfrm>
        </p:spPr>
        <p:txBody>
          <a:bodyPr/>
          <a:lstStyle/>
          <a:p>
            <a:r>
              <a:rPr lang="en-US"/>
              <a:t> </a:t>
            </a:r>
            <a:r>
              <a:rPr lang="en-US" sz="4000"/>
              <a:t>Electromagnetics Development Time Line</a:t>
            </a:r>
          </a:p>
        </p:txBody>
      </p:sp>
      <p:sp>
        <p:nvSpPr>
          <p:cNvPr id="7" name="Rectangle 6"/>
          <p:cNvSpPr/>
          <p:nvPr/>
        </p:nvSpPr>
        <p:spPr>
          <a:xfrm>
            <a:off x="117231" y="848458"/>
            <a:ext cx="11980984" cy="590931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900 BC – Shephard named Magnus felt magnetic attraction due to magnetite attracting iron nails in his shoes (Legend).</a:t>
            </a:r>
          </a:p>
          <a:p>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1000 – Magnetic Compass used for navigation.</a:t>
            </a:r>
          </a:p>
          <a:p>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1600 – William Gilbert realized compass needle points north-south because of earth being a large bar magnet.</a:t>
            </a:r>
          </a:p>
          <a:p>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1671 – Isaac Newton demonstrated white light was a mixture of colors.</a:t>
            </a:r>
          </a:p>
          <a:p>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1733 – Charles-Francois du Fay discovers two types of  electrical charges, later referred to a positive and negative.</a:t>
            </a:r>
          </a:p>
          <a:p>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1745 – Pieter van </a:t>
            </a:r>
            <a:r>
              <a:rPr lang="en-US" dirty="0" err="1">
                <a:solidFill>
                  <a:schemeClr val="bg1"/>
                </a:solidFill>
                <a:latin typeface="Cambria Math" panose="02040503050406030204" pitchFamily="18" charset="0"/>
                <a:ea typeface="Cambria Math" panose="02040503050406030204" pitchFamily="18" charset="0"/>
                <a:cs typeface="Arial" panose="020B0604020202020204" pitchFamily="34" charset="0"/>
              </a:rPr>
              <a:t>Musschenbroek</a:t>
            </a:r>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 invents capacitor (Leyden Jar).</a:t>
            </a:r>
          </a:p>
          <a:p>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1752 – Benjamin Franklin invents the lightning rod and demonstrates that lightning is electricity.</a:t>
            </a:r>
          </a:p>
          <a:p>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1785 – Charles-Augustin de Coulomb formulates Coulombs law describing the forces between electrical charges.</a:t>
            </a:r>
          </a:p>
          <a:p>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1800 – Alessandro Volta develops first electric battery.</a:t>
            </a:r>
          </a:p>
          <a:p>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1820 – Andre-Marie Ampere observes that parallel current carrying wires induce forces on each other.</a:t>
            </a:r>
          </a:p>
          <a:p>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1820 – Georg Ohm formulates Ohm’s law.</a:t>
            </a:r>
          </a:p>
          <a:p>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1827 – Joseph Henry introduces the concept of inductance. </a:t>
            </a:r>
          </a:p>
          <a:p>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1831 – Michael Faraday discovers that changing magnetic flux can induce an electromotive force (emf).</a:t>
            </a:r>
          </a:p>
          <a:p>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1835 – Carl Friedrich Gauss formulates Gauss’s law relating electric flux to enclosed charge.</a:t>
            </a:r>
          </a:p>
          <a:p>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1873 – James Clerk Maxwell combines the discoveries of Coulomb, Oersted, Ampere, and Faraday into the now famous Maxwell’s Equations.</a:t>
            </a:r>
          </a:p>
          <a:p>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1887 – Heinrich Hertz Generates Radio Waves.</a:t>
            </a:r>
          </a:p>
          <a:p>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1888 – Nikola Tesla invents the alternating current (ac) motor.</a:t>
            </a:r>
          </a:p>
          <a:p>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1897 – Joseph Thomson discovers the electron and measures its charge-to-mass ratio.</a:t>
            </a:r>
          </a:p>
          <a:p>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1905 – Albert Einstein explains the photoelectric effect. (emission or ejection of electrons from metals by means of incident light).</a:t>
            </a:r>
          </a:p>
        </p:txBody>
      </p:sp>
    </p:spTree>
    <p:extLst>
      <p:ext uri="{BB962C8B-B14F-4D97-AF65-F5344CB8AC3E}">
        <p14:creationId xmlns:p14="http://schemas.microsoft.com/office/powerpoint/2010/main" val="241744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ctrTitle"/>
          </p:nvPr>
        </p:nvSpPr>
        <p:spPr>
          <a:xfrm>
            <a:off x="965424" y="0"/>
            <a:ext cx="10468695" cy="923132"/>
          </a:xfrm>
        </p:spPr>
        <p:txBody>
          <a:bodyPr/>
          <a:lstStyle/>
          <a:p>
            <a:r>
              <a:rPr lang="en-US" dirty="0"/>
              <a:t> </a:t>
            </a:r>
            <a:r>
              <a:rPr lang="en-US" sz="4000" dirty="0"/>
              <a:t>Telecommunications Development Time Line</a:t>
            </a:r>
          </a:p>
        </p:txBody>
      </p:sp>
      <p:sp>
        <p:nvSpPr>
          <p:cNvPr id="7" name="Rectangle 6"/>
          <p:cNvSpPr/>
          <p:nvPr/>
        </p:nvSpPr>
        <p:spPr>
          <a:xfrm>
            <a:off x="218557" y="1184360"/>
            <a:ext cx="11771280" cy="535531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1825 – Electromagnet.</a:t>
            </a:r>
          </a:p>
          <a:p>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1837 – Telegraph.</a:t>
            </a:r>
          </a:p>
          <a:p>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1876 – Telephone.</a:t>
            </a:r>
          </a:p>
          <a:p>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1887 – Heinrich Hertz Generates Radio Waves.</a:t>
            </a:r>
          </a:p>
          <a:p>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1893 – Valdemar Poulsen invents Magnetic Sound Recording.</a:t>
            </a:r>
          </a:p>
          <a:p>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1897 – Karl Braun invents Cathode Ray Tube.</a:t>
            </a:r>
          </a:p>
          <a:p>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1902. – Reginald Fessenden invents Amplitude Modulation.</a:t>
            </a:r>
          </a:p>
          <a:p>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1912 – Lee de Forest invents the triode vacuum tube.</a:t>
            </a:r>
          </a:p>
          <a:p>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1919 – Edwin Armstrong invents the Superheterodyne Radio Receiver.</a:t>
            </a:r>
          </a:p>
          <a:p>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1920 – Birth of Commercial Radio Broadcasting.</a:t>
            </a:r>
          </a:p>
          <a:p>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1923 – Vladimir </a:t>
            </a:r>
            <a:r>
              <a:rPr lang="en-US" dirty="0" err="1">
                <a:solidFill>
                  <a:schemeClr val="bg1"/>
                </a:solidFill>
                <a:latin typeface="Cambria Math" panose="02040503050406030204" pitchFamily="18" charset="0"/>
                <a:ea typeface="Cambria Math" panose="02040503050406030204" pitchFamily="18" charset="0"/>
                <a:cs typeface="Arial" panose="020B0604020202020204" pitchFamily="34" charset="0"/>
              </a:rPr>
              <a:t>Zworkykin</a:t>
            </a:r>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 invents Television Camera (iconoscope). Some credit this as invention of TV, but is controversial.</a:t>
            </a:r>
          </a:p>
          <a:p>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1927 – Philo Farnsworth achieves successful transmission of Television signals.</a:t>
            </a:r>
          </a:p>
          <a:p>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1933 – Edwin Armstrong invents Frequency Modulation.</a:t>
            </a:r>
          </a:p>
          <a:p>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1935 – Robert Watson-Watt invents radar (</a:t>
            </a:r>
            <a:r>
              <a:rPr lang="en-US" b="1" dirty="0">
                <a:solidFill>
                  <a:schemeClr val="bg1"/>
                </a:solidFill>
                <a:latin typeface="Cambria Math" panose="02040503050406030204" pitchFamily="18" charset="0"/>
                <a:ea typeface="Cambria Math" panose="02040503050406030204" pitchFamily="18" charset="0"/>
                <a:cs typeface="Arial" panose="020B0604020202020204" pitchFamily="34" charset="0"/>
              </a:rPr>
              <a:t>ra</a:t>
            </a:r>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dio </a:t>
            </a:r>
            <a:r>
              <a:rPr lang="en-US" b="1" dirty="0">
                <a:solidFill>
                  <a:schemeClr val="bg1"/>
                </a:solidFill>
                <a:latin typeface="Cambria Math" panose="02040503050406030204" pitchFamily="18" charset="0"/>
                <a:ea typeface="Cambria Math" panose="02040503050406030204" pitchFamily="18" charset="0"/>
                <a:cs typeface="Arial" panose="020B0604020202020204" pitchFamily="34" charset="0"/>
              </a:rPr>
              <a:t>d</a:t>
            </a:r>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etection </a:t>
            </a:r>
            <a:r>
              <a:rPr lang="en-US" b="1" dirty="0">
                <a:solidFill>
                  <a:schemeClr val="bg1"/>
                </a:solidFill>
                <a:latin typeface="Cambria Math" panose="02040503050406030204" pitchFamily="18" charset="0"/>
                <a:ea typeface="Cambria Math" panose="02040503050406030204" pitchFamily="18" charset="0"/>
                <a:cs typeface="Arial" panose="020B0604020202020204" pitchFamily="34" charset="0"/>
              </a:rPr>
              <a:t>a</a:t>
            </a:r>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nd </a:t>
            </a:r>
            <a:r>
              <a:rPr lang="en-US" b="1" dirty="0">
                <a:solidFill>
                  <a:schemeClr val="bg1"/>
                </a:solidFill>
                <a:latin typeface="Cambria Math" panose="02040503050406030204" pitchFamily="18" charset="0"/>
                <a:ea typeface="Cambria Math" panose="02040503050406030204" pitchFamily="18" charset="0"/>
                <a:cs typeface="Arial" panose="020B0604020202020204" pitchFamily="34" charset="0"/>
              </a:rPr>
              <a:t>r</a:t>
            </a:r>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anging).</a:t>
            </a:r>
          </a:p>
          <a:p>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1947 – Shockley, Brattain and Bardeen invent the bipolar junction transistor.</a:t>
            </a:r>
          </a:p>
          <a:p>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1958 – Jack Kilby credited for building the first Integrated Circuit.</a:t>
            </a:r>
          </a:p>
          <a:p>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1983 – Cellular phone networks start in the US.</a:t>
            </a:r>
          </a:p>
          <a:p>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1984 – Worldwide Internet become operational.</a:t>
            </a:r>
          </a:p>
        </p:txBody>
      </p:sp>
    </p:spTree>
    <p:extLst>
      <p:ext uri="{BB962C8B-B14F-4D97-AF65-F5344CB8AC3E}">
        <p14:creationId xmlns:p14="http://schemas.microsoft.com/office/powerpoint/2010/main" val="1599150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ctrTitle"/>
          </p:nvPr>
        </p:nvSpPr>
        <p:spPr>
          <a:xfrm>
            <a:off x="3382268" y="103699"/>
            <a:ext cx="7374732" cy="923132"/>
          </a:xfrm>
        </p:spPr>
        <p:txBody>
          <a:bodyPr/>
          <a:lstStyle/>
          <a:p>
            <a:r>
              <a:rPr lang="en-US" sz="4000"/>
              <a:t>Notational Summary</a:t>
            </a:r>
          </a:p>
        </p:txBody>
      </p:sp>
      <mc:AlternateContent xmlns:mc="http://schemas.openxmlformats.org/markup-compatibility/2006" xmlns:a14="http://schemas.microsoft.com/office/drawing/2010/main">
        <mc:Choice Requires="a14">
          <p:sp>
            <p:nvSpPr>
              <p:cNvPr id="7" name="Rectangle 6"/>
              <p:cNvSpPr/>
              <p:nvPr/>
            </p:nvSpPr>
            <p:spPr>
              <a:xfrm>
                <a:off x="395838" y="1165698"/>
                <a:ext cx="11343082" cy="433734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a:buFont typeface="Arial" panose="020B0604020202020204" pitchFamily="34" charset="0"/>
                  <a:buChar char="•"/>
                </a:pPr>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Vector Quantity: Boldface such as </a:t>
                </a:r>
                <a:r>
                  <a:rPr lang="en-US" b="1" dirty="0">
                    <a:solidFill>
                      <a:schemeClr val="bg1"/>
                    </a:solidFill>
                    <a:latin typeface="Cambria Math" panose="02040503050406030204" pitchFamily="18" charset="0"/>
                    <a:ea typeface="Cambria Math" panose="02040503050406030204" pitchFamily="18" charset="0"/>
                    <a:cs typeface="Arial" panose="020B0604020202020204" pitchFamily="34" charset="0"/>
                  </a:rPr>
                  <a:t>E</a:t>
                </a:r>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 versus E for scalar quantities.</a:t>
                </a:r>
              </a:p>
              <a:p>
                <a:pPr marL="285750" indent="-285750">
                  <a:buFont typeface="Arial" panose="020B0604020202020204" pitchFamily="34" charset="0"/>
                  <a:buChar char="•"/>
                </a:pPr>
                <a:endPar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pPr>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Unit Vectors: </a:t>
                </a:r>
                <a14:m>
                  <m:oMath xmlns:m="http://schemas.openxmlformats.org/officeDocument/2006/math">
                    <m:acc>
                      <m:accPr>
                        <m:chr m:val="̂"/>
                        <m:ctrlPr>
                          <a:rPr lang="en-US"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ctrlPr>
                      </m:accPr>
                      <m:e>
                        <m:r>
                          <a:rPr lang="en-US" b="1"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𝐱</m:t>
                        </m:r>
                      </m:e>
                    </m:acc>
                  </m:oMath>
                </a14:m>
                <a:endPar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pPr>
                <a:endPar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pPr>
                <a:r>
                  <a:rPr lang="en-US" dirty="0">
                    <a:solidFill>
                      <a:schemeClr val="bg1"/>
                    </a:solidFill>
                    <a:latin typeface="Cambria Math" panose="02040503050406030204" pitchFamily="18" charset="0"/>
                    <a:ea typeface="Cambria Math" panose="02040503050406030204" pitchFamily="18" charset="0"/>
                  </a:rPr>
                  <a:t>Phasor Notation: </a:t>
                </a:r>
                <a14:m>
                  <m:oMath xmlns:m="http://schemas.openxmlformats.org/officeDocument/2006/math">
                    <m:acc>
                      <m:accPr>
                        <m:chr m:val="̃"/>
                        <m:ctrlPr>
                          <a:rPr lang="en-US" i="1">
                            <a:solidFill>
                              <a:schemeClr val="bg1"/>
                            </a:solidFill>
                            <a:latin typeface="Cambria Math" panose="02040503050406030204" pitchFamily="18" charset="0"/>
                          </a:rPr>
                        </m:ctrlPr>
                      </m:accPr>
                      <m:e>
                        <m:r>
                          <m:rPr>
                            <m:sty m:val="p"/>
                          </m:rPr>
                          <a:rPr lang="en-US">
                            <a:solidFill>
                              <a:schemeClr val="bg1"/>
                            </a:solidFill>
                            <a:latin typeface="Cambria Math" panose="02040503050406030204" pitchFamily="18" charset="0"/>
                          </a:rPr>
                          <m:t>V</m:t>
                        </m:r>
                      </m:e>
                    </m:acc>
                  </m:oMath>
                </a14:m>
                <a:endParaRPr lang="en-US" dirty="0">
                  <a:solidFill>
                    <a:schemeClr val="bg1"/>
                  </a:solidFill>
                  <a:latin typeface="Arial" panose="020B0604020202020204" pitchFamily="34" charset="0"/>
                  <a:cs typeface="Arial" panose="020B0604020202020204" pitchFamily="34" charset="0"/>
                </a:endParaRPr>
              </a:p>
              <a:p>
                <a:endPar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pPr>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Scalar Multiplication</a:t>
                </a:r>
                <a:r>
                  <a:rPr lang="en-US">
                    <a:solidFill>
                      <a:schemeClr val="bg1"/>
                    </a:solidFill>
                    <a:latin typeface="Cambria Math" panose="02040503050406030204" pitchFamily="18" charset="0"/>
                    <a:ea typeface="Cambria Math" panose="02040503050406030204" pitchFamily="18" charset="0"/>
                    <a:cs typeface="Arial" panose="020B0604020202020204" pitchFamily="34" charset="0"/>
                  </a:rPr>
                  <a:t>: µ</a:t>
                </a:r>
                <a:r>
                  <a:rPr lang="en-US" b="1">
                    <a:solidFill>
                      <a:schemeClr val="bg1"/>
                    </a:solidFill>
                    <a:latin typeface="Cambria Math" panose="02040503050406030204" pitchFamily="18" charset="0"/>
                    <a:ea typeface="Cambria Math" panose="02040503050406030204" pitchFamily="18" charset="0"/>
                    <a:cs typeface="Arial" panose="020B0604020202020204" pitchFamily="34" charset="0"/>
                  </a:rPr>
                  <a:t>B</a:t>
                </a:r>
                <a:r>
                  <a:rPr lang="en-US">
                    <a:solidFill>
                      <a:schemeClr val="bg1"/>
                    </a:solidFill>
                    <a:latin typeface="Cambria Math" panose="02040503050406030204" pitchFamily="18" charset="0"/>
                    <a:ea typeface="Cambria Math" panose="02040503050406030204" pitchFamily="18" charset="0"/>
                    <a:cs typeface="Arial" panose="020B0604020202020204" pitchFamily="34" charset="0"/>
                  </a:rPr>
                  <a:t>.</a:t>
                </a:r>
                <a:endPar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pPr>
                <a:endPar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pPr>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Vector Dot Product: </a:t>
                </a:r>
                <a14:m>
                  <m:oMath xmlns:m="http://schemas.openxmlformats.org/officeDocument/2006/math">
                    <m:r>
                      <m:rPr>
                        <m:nor/>
                      </m:rPr>
                      <a:rPr lang="en-US">
                        <a:latin typeface="Cambria Math" panose="02040503050406030204" pitchFamily="18" charset="0"/>
                        <a:ea typeface="Cambria Math" panose="02040503050406030204" pitchFamily="18" charset="0"/>
                      </a:rPr>
                      <m:t>∇</m:t>
                    </m:r>
                    <m:r>
                      <m:rPr>
                        <m:nor/>
                      </m:rPr>
                      <a:rPr lang="en-US">
                        <a:latin typeface="Cambria Math" panose="02040503050406030204" pitchFamily="18" charset="0"/>
                        <a:ea typeface="Cambria Math" panose="02040503050406030204" pitchFamily="18" charset="0"/>
                      </a:rPr>
                      <m:t>∙</m:t>
                    </m:r>
                    <m:r>
                      <m:rPr>
                        <m:nor/>
                      </m:rPr>
                      <a:rPr lang="en-US" b="1">
                        <a:latin typeface="Cambria Math" panose="02040503050406030204" pitchFamily="18" charset="0"/>
                        <a:ea typeface="Cambria Math" panose="02040503050406030204" pitchFamily="18" charset="0"/>
                      </a:rPr>
                      <m:t>D</m:t>
                    </m:r>
                  </m:oMath>
                </a14:m>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a:t>
                </a:r>
              </a:p>
              <a:p>
                <a:pPr marL="285750" indent="-285750">
                  <a:buFont typeface="Arial" panose="020B0604020202020204" pitchFamily="34" charset="0"/>
                  <a:buChar char="•"/>
                </a:pPr>
                <a:endPar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pPr>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Vector Cross Product: </a:t>
                </a:r>
                <a14:m>
                  <m:oMath xmlns:m="http://schemas.openxmlformats.org/officeDocument/2006/math">
                    <m:r>
                      <m:rPr>
                        <m:nor/>
                      </m:rPr>
                      <a:rPr lang="en-US">
                        <a:latin typeface="Cambria Math" panose="02040503050406030204" pitchFamily="18" charset="0"/>
                        <a:ea typeface="Cambria Math" panose="02040503050406030204" pitchFamily="18" charset="0"/>
                      </a:rPr>
                      <m:t>∇</m:t>
                    </m:r>
                    <m:r>
                      <m:rPr>
                        <m:nor/>
                      </m:rPr>
                      <a:rPr lang="en-US">
                        <a:latin typeface="Cambria Math" panose="02040503050406030204" pitchFamily="18" charset="0"/>
                        <a:ea typeface="Cambria Math" panose="02040503050406030204" pitchFamily="18" charset="0"/>
                      </a:rPr>
                      <m:t>×</m:t>
                    </m:r>
                    <m:r>
                      <m:rPr>
                        <m:nor/>
                      </m:rPr>
                      <a:rPr lang="en-US" b="1">
                        <a:latin typeface="Cambria Math" panose="02040503050406030204" pitchFamily="18" charset="0"/>
                        <a:ea typeface="Cambria Math" panose="02040503050406030204" pitchFamily="18" charset="0"/>
                      </a:rPr>
                      <m:t>E</m:t>
                    </m:r>
                    <m:r>
                      <m:rPr>
                        <m:nor/>
                      </m:rPr>
                      <a:rPr lang="en-US">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m:t>
                    </m:r>
                  </m:oMath>
                </a14:m>
                <a:endPar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pPr>
                <a:endPar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endParaRPr>
              </a:p>
              <a:p>
                <a:pPr marL="214313" indent="-214313">
                  <a:spcAft>
                    <a:spcPts val="1800"/>
                  </a:spcAft>
                  <a:buFont typeface="Arial" panose="020B0604020202020204" pitchFamily="34" charset="0"/>
                  <a:buChar char="•"/>
                </a:pPr>
                <a:r>
                  <a:rPr lang="en-US" dirty="0">
                    <a:solidFill>
                      <a:srgbClr val="000000"/>
                    </a:solidFill>
                    <a:ea typeface="Cambria Math" panose="02040503050406030204" pitchFamily="18" charset="0"/>
                    <a:cs typeface="Arial" panose="020B0604020202020204" pitchFamily="34" charset="0"/>
                  </a:rPr>
                  <a:t>i.e., </a:t>
                </a:r>
                <a:r>
                  <a:rPr lang="en-US" sz="1400" dirty="0">
                    <a:solidFill>
                      <a:srgbClr val="000000"/>
                    </a:solidFill>
                    <a:ea typeface="Cambria Math" panose="02040503050406030204" pitchFamily="18" charset="0"/>
                    <a:cs typeface="Arial" panose="020B0604020202020204" pitchFamily="34" charset="0"/>
                    <a:sym typeface="Wingdings" panose="05000000000000000000" pitchFamily="2" charset="2"/>
                  </a:rPr>
                  <a:t></a:t>
                </a:r>
                <a:r>
                  <a:rPr lang="en-US" dirty="0">
                    <a:solidFill>
                      <a:srgbClr val="000000"/>
                    </a:solidFill>
                    <a:ea typeface="Cambria Math" panose="02040503050406030204" pitchFamily="18" charset="0"/>
                    <a:cs typeface="Arial" panose="020B0604020202020204" pitchFamily="34" charset="0"/>
                    <a:sym typeface="Wingdings" panose="05000000000000000000" pitchFamily="2" charset="2"/>
                  </a:rPr>
                  <a:t> that is. For example, the current through resistor R2, i.e., i</a:t>
                </a:r>
                <a:r>
                  <a:rPr lang="en-US" baseline="-25000" dirty="0">
                    <a:solidFill>
                      <a:srgbClr val="000000"/>
                    </a:solidFill>
                    <a:ea typeface="Cambria Math" panose="02040503050406030204" pitchFamily="18" charset="0"/>
                    <a:cs typeface="Arial" panose="020B0604020202020204" pitchFamily="34" charset="0"/>
                    <a:sym typeface="Wingdings" panose="05000000000000000000" pitchFamily="2" charset="2"/>
                  </a:rPr>
                  <a:t>R2</a:t>
                </a:r>
                <a:r>
                  <a:rPr lang="en-US" dirty="0">
                    <a:solidFill>
                      <a:srgbClr val="000000"/>
                    </a:solidFill>
                    <a:ea typeface="Cambria Math" panose="02040503050406030204" pitchFamily="18" charset="0"/>
                    <a:cs typeface="Arial" panose="020B0604020202020204" pitchFamily="34" charset="0"/>
                    <a:sym typeface="Wingdings" panose="05000000000000000000" pitchFamily="2" charset="2"/>
                  </a:rPr>
                  <a:t>.</a:t>
                </a:r>
              </a:p>
              <a:p>
                <a:pPr marL="214313" indent="-214313">
                  <a:buFont typeface="Arial" panose="020B0604020202020204" pitchFamily="34" charset="0"/>
                  <a:buChar char="•"/>
                </a:pPr>
                <a14:m>
                  <m:oMath xmlns:m="http://schemas.openxmlformats.org/officeDocument/2006/math">
                    <m:r>
                      <a:rPr lang="en-US">
                        <a:solidFill>
                          <a:srgbClr val="000000"/>
                        </a:solidFill>
                        <a:latin typeface="Cambria Math" panose="02040503050406030204" pitchFamily="18" charset="0"/>
                        <a:ea typeface="Cambria Math" panose="02040503050406030204" pitchFamily="18" charset="0"/>
                      </a:rPr>
                      <m:t>≜</m:t>
                    </m:r>
                  </m:oMath>
                </a14:m>
                <a:r>
                  <a:rPr lang="en-US" dirty="0">
                    <a:solidFill>
                      <a:srgbClr val="000000"/>
                    </a:solidFill>
                    <a:ea typeface="Cambria Math" panose="02040503050406030204" pitchFamily="18" charset="0"/>
                    <a:cs typeface="Arial" panose="020B0604020202020204" pitchFamily="34" charset="0"/>
                    <a:sym typeface="Wingdings" panose="05000000000000000000" pitchFamily="2" charset="2"/>
                  </a:rPr>
                  <a:t>  </a:t>
                </a:r>
                <a:r>
                  <a:rPr lang="en-US" sz="1400" dirty="0">
                    <a:solidFill>
                      <a:srgbClr val="000000"/>
                    </a:solidFill>
                    <a:ea typeface="Cambria Math" panose="02040503050406030204" pitchFamily="18" charset="0"/>
                    <a:cs typeface="Arial" panose="020B0604020202020204" pitchFamily="34" charset="0"/>
                    <a:sym typeface="Wingdings" panose="05000000000000000000" pitchFamily="2" charset="2"/>
                  </a:rPr>
                  <a:t></a:t>
                </a:r>
                <a:r>
                  <a:rPr lang="en-US" dirty="0">
                    <a:solidFill>
                      <a:srgbClr val="000000"/>
                    </a:solidFill>
                    <a:ea typeface="Cambria Math" panose="02040503050406030204" pitchFamily="18" charset="0"/>
                    <a:cs typeface="Arial" panose="020B0604020202020204" pitchFamily="34" charset="0"/>
                    <a:sym typeface="Wingdings" panose="05000000000000000000" pitchFamily="2" charset="2"/>
                  </a:rPr>
                  <a:t> Mathematical definition. For example, </a:t>
                </a:r>
                <a14:m>
                  <m:oMath xmlns:m="http://schemas.openxmlformats.org/officeDocument/2006/math">
                    <m:r>
                      <m:rPr>
                        <m:sty m:val="p"/>
                      </m:rPr>
                      <a:rPr lang="en-US">
                        <a:solidFill>
                          <a:schemeClr val="bg1"/>
                        </a:solidFill>
                        <a:latin typeface="Cambria Math" panose="02040503050406030204" pitchFamily="18" charset="0"/>
                        <a:ea typeface="Cambria Math" panose="02040503050406030204" pitchFamily="18" charset="0"/>
                      </a:rPr>
                      <m:t>p</m:t>
                    </m:r>
                    <m:r>
                      <a:rPr lang="en-US">
                        <a:solidFill>
                          <a:schemeClr val="bg1"/>
                        </a:solidFill>
                        <a:latin typeface="Cambria Math" panose="02040503050406030204" pitchFamily="18" charset="0"/>
                        <a:ea typeface="Cambria Math" panose="02040503050406030204" pitchFamily="18" charset="0"/>
                      </a:rPr>
                      <m:t>≜</m:t>
                    </m:r>
                    <m:f>
                      <m:fPr>
                        <m:ctrlPr>
                          <a:rPr lang="en-US" i="1">
                            <a:solidFill>
                              <a:schemeClr val="bg1"/>
                            </a:solidFill>
                            <a:latin typeface="Cambria Math" panose="02040503050406030204" pitchFamily="18" charset="0"/>
                            <a:ea typeface="Cambria Math" panose="02040503050406030204" pitchFamily="18" charset="0"/>
                          </a:rPr>
                        </m:ctrlPr>
                      </m:fPr>
                      <m:num>
                        <m:r>
                          <m:rPr>
                            <m:sty m:val="p"/>
                          </m:rPr>
                          <a:rPr lang="en-US">
                            <a:solidFill>
                              <a:schemeClr val="bg1"/>
                            </a:solidFill>
                            <a:latin typeface="Cambria Math" panose="02040503050406030204" pitchFamily="18" charset="0"/>
                            <a:ea typeface="Cambria Math" panose="02040503050406030204" pitchFamily="18" charset="0"/>
                          </a:rPr>
                          <m:t>dw</m:t>
                        </m:r>
                      </m:num>
                      <m:den>
                        <m:r>
                          <m:rPr>
                            <m:sty m:val="p"/>
                          </m:rPr>
                          <a:rPr lang="en-US">
                            <a:solidFill>
                              <a:schemeClr val="bg1"/>
                            </a:solidFill>
                            <a:latin typeface="Cambria Math" panose="02040503050406030204" pitchFamily="18" charset="0"/>
                            <a:ea typeface="Cambria Math" panose="02040503050406030204" pitchFamily="18" charset="0"/>
                          </a:rPr>
                          <m:t>dt</m:t>
                        </m:r>
                      </m:den>
                    </m:f>
                    <m:r>
                      <a:rPr lang="en-US" b="0" i="0" smtClean="0">
                        <a:solidFill>
                          <a:schemeClr val="bg1"/>
                        </a:solidFill>
                        <a:latin typeface="Cambria Math" panose="02040503050406030204" pitchFamily="18" charset="0"/>
                        <a:ea typeface="Cambria Math" panose="02040503050406030204" pitchFamily="18" charset="0"/>
                      </a:rPr>
                      <m:t>, </m:t>
                    </m:r>
                    <m:r>
                      <m:rPr>
                        <m:sty m:val="p"/>
                      </m:rPr>
                      <a:rPr lang="en-US">
                        <a:solidFill>
                          <a:schemeClr val="bg1"/>
                        </a:solidFill>
                        <a:latin typeface="Cambria Math" panose="02040503050406030204" pitchFamily="18" charset="0"/>
                        <a:ea typeface="Cambria Math" panose="02040503050406030204" pitchFamily="18" charset="0"/>
                      </a:rPr>
                      <m:t>where</m:t>
                    </m:r>
                    <m:r>
                      <a:rPr lang="en-US">
                        <a:solidFill>
                          <a:schemeClr val="bg1"/>
                        </a:solidFill>
                        <a:latin typeface="Cambria Math" panose="02040503050406030204" pitchFamily="18" charset="0"/>
                        <a:ea typeface="Cambria Math" panose="02040503050406030204" pitchFamily="18" charset="0"/>
                      </a:rPr>
                      <m:t> </m:t>
                    </m:r>
                    <m:r>
                      <m:rPr>
                        <m:sty m:val="p"/>
                      </m:rPr>
                      <a:rPr lang="en-US">
                        <a:solidFill>
                          <a:schemeClr val="bg1"/>
                        </a:solidFill>
                        <a:latin typeface="Cambria Math" panose="02040503050406030204" pitchFamily="18" charset="0"/>
                        <a:ea typeface="Cambria Math" panose="02040503050406030204" pitchFamily="18" charset="0"/>
                      </a:rPr>
                      <m:t>w</m:t>
                    </m:r>
                    <m:r>
                      <a:rPr lang="en-US">
                        <a:solidFill>
                          <a:schemeClr val="bg1"/>
                        </a:solidFill>
                        <a:latin typeface="Cambria Math" panose="02040503050406030204" pitchFamily="18" charset="0"/>
                        <a:ea typeface="Cambria Math" panose="02040503050406030204" pitchFamily="18" charset="0"/>
                      </a:rPr>
                      <m:t> </m:t>
                    </m:r>
                    <m:r>
                      <m:rPr>
                        <m:sty m:val="p"/>
                      </m:rPr>
                      <a:rPr lang="en-US">
                        <a:solidFill>
                          <a:schemeClr val="bg1"/>
                        </a:solidFill>
                        <a:latin typeface="Cambria Math" panose="02040503050406030204" pitchFamily="18" charset="0"/>
                        <a:ea typeface="Cambria Math" panose="02040503050406030204" pitchFamily="18" charset="0"/>
                      </a:rPr>
                      <m:t>is</m:t>
                    </m:r>
                    <m:r>
                      <a:rPr lang="en-US">
                        <a:solidFill>
                          <a:schemeClr val="bg1"/>
                        </a:solidFill>
                        <a:latin typeface="Cambria Math" panose="02040503050406030204" pitchFamily="18" charset="0"/>
                        <a:ea typeface="Cambria Math" panose="02040503050406030204" pitchFamily="18" charset="0"/>
                      </a:rPr>
                      <m:t> </m:t>
                    </m:r>
                    <m:r>
                      <m:rPr>
                        <m:sty m:val="p"/>
                      </m:rPr>
                      <a:rPr lang="en-US">
                        <a:solidFill>
                          <a:schemeClr val="bg1"/>
                        </a:solidFill>
                        <a:latin typeface="Cambria Math" panose="02040503050406030204" pitchFamily="18" charset="0"/>
                        <a:ea typeface="Cambria Math" panose="02040503050406030204" pitchFamily="18" charset="0"/>
                      </a:rPr>
                      <m:t>work</m:t>
                    </m:r>
                    <m:r>
                      <a:rPr lang="en-US">
                        <a:solidFill>
                          <a:schemeClr val="bg1"/>
                        </a:solidFill>
                        <a:latin typeface="Cambria Math" panose="02040503050406030204" pitchFamily="18" charset="0"/>
                        <a:ea typeface="Cambria Math" panose="02040503050406030204" pitchFamily="18" charset="0"/>
                      </a:rPr>
                      <m:t> </m:t>
                    </m:r>
                    <m:r>
                      <m:rPr>
                        <m:sty m:val="p"/>
                      </m:rPr>
                      <a:rPr lang="en-US">
                        <a:solidFill>
                          <a:schemeClr val="bg1"/>
                        </a:solidFill>
                        <a:latin typeface="Cambria Math" panose="02040503050406030204" pitchFamily="18" charset="0"/>
                        <a:ea typeface="Cambria Math" panose="02040503050406030204" pitchFamily="18" charset="0"/>
                      </a:rPr>
                      <m:t>and</m:t>
                    </m:r>
                    <m:r>
                      <a:rPr lang="en-US">
                        <a:solidFill>
                          <a:schemeClr val="bg1"/>
                        </a:solidFill>
                        <a:latin typeface="Cambria Math" panose="02040503050406030204" pitchFamily="18" charset="0"/>
                        <a:ea typeface="Cambria Math" panose="02040503050406030204" pitchFamily="18" charset="0"/>
                      </a:rPr>
                      <m:t> </m:t>
                    </m:r>
                    <m:r>
                      <m:rPr>
                        <m:sty m:val="p"/>
                      </m:rPr>
                      <a:rPr lang="en-US">
                        <a:solidFill>
                          <a:schemeClr val="bg1"/>
                        </a:solidFill>
                        <a:latin typeface="Cambria Math" panose="02040503050406030204" pitchFamily="18" charset="0"/>
                        <a:ea typeface="Cambria Math" panose="02040503050406030204" pitchFamily="18" charset="0"/>
                      </a:rPr>
                      <m:t>t</m:t>
                    </m:r>
                    <m:r>
                      <a:rPr lang="en-US">
                        <a:solidFill>
                          <a:schemeClr val="bg1"/>
                        </a:solidFill>
                        <a:latin typeface="Cambria Math" panose="02040503050406030204" pitchFamily="18" charset="0"/>
                        <a:ea typeface="Cambria Math" panose="02040503050406030204" pitchFamily="18" charset="0"/>
                      </a:rPr>
                      <m:t> </m:t>
                    </m:r>
                    <m:r>
                      <m:rPr>
                        <m:sty m:val="p"/>
                      </m:rPr>
                      <a:rPr lang="en-US">
                        <a:solidFill>
                          <a:schemeClr val="bg1"/>
                        </a:solidFill>
                        <a:latin typeface="Cambria Math" panose="02040503050406030204" pitchFamily="18" charset="0"/>
                        <a:ea typeface="Cambria Math" panose="02040503050406030204" pitchFamily="18" charset="0"/>
                      </a:rPr>
                      <m:t>is</m:t>
                    </m:r>
                    <m:r>
                      <a:rPr lang="en-US">
                        <a:solidFill>
                          <a:schemeClr val="bg1"/>
                        </a:solidFill>
                        <a:latin typeface="Cambria Math" panose="02040503050406030204" pitchFamily="18" charset="0"/>
                        <a:ea typeface="Cambria Math" panose="02040503050406030204" pitchFamily="18" charset="0"/>
                      </a:rPr>
                      <m:t> </m:t>
                    </m:r>
                    <m:r>
                      <m:rPr>
                        <m:sty m:val="p"/>
                      </m:rPr>
                      <a:rPr lang="en-US">
                        <a:solidFill>
                          <a:schemeClr val="bg1"/>
                        </a:solidFill>
                        <a:latin typeface="Cambria Math" panose="02040503050406030204" pitchFamily="18" charset="0"/>
                        <a:ea typeface="Cambria Math" panose="02040503050406030204" pitchFamily="18" charset="0"/>
                      </a:rPr>
                      <m:t>time</m:t>
                    </m:r>
                    <m:r>
                      <a:rPr lang="en-US">
                        <a:solidFill>
                          <a:schemeClr val="bg1"/>
                        </a:solidFill>
                        <a:latin typeface="Cambria Math" panose="02040503050406030204" pitchFamily="18" charset="0"/>
                        <a:ea typeface="Cambria Math" panose="02040503050406030204" pitchFamily="18" charset="0"/>
                      </a:rPr>
                      <m:t>.</m:t>
                    </m:r>
                  </m:oMath>
                </a14:m>
                <a:endParaRPr lang="en-US" dirty="0">
                  <a:solidFill>
                    <a:srgbClr val="000000"/>
                  </a:solidFill>
                  <a:ea typeface="Cambria Math" panose="02040503050406030204" pitchFamily="18" charset="0"/>
                  <a:cs typeface="Arial" panose="020B0604020202020204" pitchFamily="34"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395838" y="1165698"/>
                <a:ext cx="11343082" cy="4337341"/>
              </a:xfrm>
              <a:prstGeom prst="rect">
                <a:avLst/>
              </a:prstGeom>
              <a:blipFill>
                <a:blip r:embed="rId3"/>
                <a:stretch>
                  <a:fillRect l="-160" t="-277"/>
                </a:stretch>
              </a:blipFill>
            </p:spPr>
            <p:txBody>
              <a:bodyPr/>
              <a:lstStyle/>
              <a:p>
                <a:r>
                  <a:rPr lang="en-US">
                    <a:noFill/>
                  </a:rPr>
                  <a:t> </a:t>
                </a:r>
              </a:p>
            </p:txBody>
          </p:sp>
        </mc:Fallback>
      </mc:AlternateContent>
    </p:spTree>
    <p:extLst>
      <p:ext uri="{BB962C8B-B14F-4D97-AF65-F5344CB8AC3E}">
        <p14:creationId xmlns:p14="http://schemas.microsoft.com/office/powerpoint/2010/main" val="2240843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12" end="12"/>
                                            </p:txEl>
                                          </p:spTgt>
                                        </p:tgtEl>
                                        <p:attrNameLst>
                                          <p:attrName>style.visibility</p:attrName>
                                        </p:attrNameLst>
                                      </p:cBhvr>
                                      <p:to>
                                        <p:strVal val="visible"/>
                                      </p:to>
                                    </p:set>
                                    <p:anim calcmode="lin" valueType="num">
                                      <p:cBhvr additive="base">
                                        <p:cTn id="7" dur="500" fill="hold"/>
                                        <p:tgtEl>
                                          <p:spTgt spid="7">
                                            <p:txEl>
                                              <p:pRg st="12" end="1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12" end="1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13" end="13"/>
                                            </p:txEl>
                                          </p:spTgt>
                                        </p:tgtEl>
                                        <p:attrNameLst>
                                          <p:attrName>style.visibility</p:attrName>
                                        </p:attrNameLst>
                                      </p:cBhvr>
                                      <p:to>
                                        <p:strVal val="visible"/>
                                      </p:to>
                                    </p:set>
                                    <p:anim calcmode="lin" valueType="num">
                                      <p:cBhvr additive="base">
                                        <p:cTn id="11" dur="500" fill="hold"/>
                                        <p:tgtEl>
                                          <p:spTgt spid="7">
                                            <p:txEl>
                                              <p:pRg st="13" end="1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2421923" y="66978"/>
            <a:ext cx="6506851" cy="553998"/>
          </a:xfrm>
        </p:spPr>
        <p:txBody>
          <a:bodyPr/>
          <a:lstStyle/>
          <a:p>
            <a:pPr algn="ctr"/>
            <a:r>
              <a:rPr lang="en-US" sz="4000"/>
              <a:t>Dimensions and Units</a:t>
            </a:r>
          </a:p>
        </p:txBody>
      </p:sp>
      <p:sp>
        <p:nvSpPr>
          <p:cNvPr id="5" name="Rectangle 4"/>
          <p:cNvSpPr/>
          <p:nvPr/>
        </p:nvSpPr>
        <p:spPr>
          <a:xfrm>
            <a:off x="316089" y="858590"/>
            <a:ext cx="11525955" cy="563231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a:t>Primary (Basic) </a:t>
            </a:r>
            <a: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a:t>Dimensions</a:t>
            </a:r>
            <a: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a:t> are mass, length, time, temperature, electric current , luminous intensity, and amount of substance.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a:t>A </a:t>
            </a:r>
            <a: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a:t>unit</a:t>
            </a:r>
            <a: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a:t> is a way to assign a numerical value to a dimension, such as feet or meters for length.</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a:t>SI (International System) Units, i.e., metric units, are commonly used in science and engineering, although English units such as feet and miles also use.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a:t>For example, the Coulomb is a unit of charge having dimensions of (Current)(Time).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a:t>Dimensionless Quantity </a:t>
            </a:r>
            <a: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a:t>– No physical dimensions such as the ratio of two lengths in which the dimension length cancels out in the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a:t>Unit-less Quantity </a:t>
            </a:r>
            <a: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a:t>– No associated units, such as the ratio of two resistors.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a:t>Sometimes units are assigned to dimensionless quantities such as radians for angles. The unit radian is defined as the angle formed by an arc length equal to the radius of a circle, i.e., a dimensionless quantity, yet having specific defined units.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a:t>So all unit-less quantities are also dimensionless, but not all dimensionless quantities are unit-less.</a:t>
            </a:r>
          </a:p>
        </p:txBody>
      </p:sp>
    </p:spTree>
    <p:extLst>
      <p:ext uri="{BB962C8B-B14F-4D97-AF65-F5344CB8AC3E}">
        <p14:creationId xmlns:p14="http://schemas.microsoft.com/office/powerpoint/2010/main" val="20719831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 calcmode="lin" valueType="num">
                                      <p:cBhvr additive="base">
                                        <p:cTn id="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anim calcmode="lin" valueType="num">
                                      <p:cBhvr additive="base">
                                        <p:cTn id="1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anim calcmode="lin" valueType="num">
                                      <p:cBhvr additive="base">
                                        <p:cTn id="15"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5">
                                            <p:txEl>
                                              <p:pRg st="8" end="8"/>
                                            </p:txEl>
                                          </p:spTgt>
                                        </p:tgtEl>
                                        <p:attrNameLst>
                                          <p:attrName>style.visibility</p:attrName>
                                        </p:attrNameLst>
                                      </p:cBhvr>
                                      <p:to>
                                        <p:strVal val="visible"/>
                                      </p:to>
                                    </p:set>
                                    <p:anim calcmode="lin" valueType="num">
                                      <p:cBhvr additive="base">
                                        <p:cTn id="21"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
                                            <p:txEl>
                                              <p:pRg st="10" end="10"/>
                                            </p:txEl>
                                          </p:spTgt>
                                        </p:tgtEl>
                                        <p:attrNameLst>
                                          <p:attrName>style.visibility</p:attrName>
                                        </p:attrNameLst>
                                      </p:cBhvr>
                                      <p:to>
                                        <p:strVal val="visible"/>
                                      </p:to>
                                    </p:set>
                                    <p:anim calcmode="lin" valueType="num">
                                      <p:cBhvr additive="base">
                                        <p:cTn id="27"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5">
                                            <p:txEl>
                                              <p:pRg st="12" end="12"/>
                                            </p:txEl>
                                          </p:spTgt>
                                        </p:tgtEl>
                                        <p:attrNameLst>
                                          <p:attrName>style.visibility</p:attrName>
                                        </p:attrNameLst>
                                      </p:cBhvr>
                                      <p:to>
                                        <p:strVal val="visible"/>
                                      </p:to>
                                    </p:set>
                                    <p:anim calcmode="lin" valueType="num">
                                      <p:cBhvr additive="base">
                                        <p:cTn id="33" dur="500" fill="hold"/>
                                        <p:tgtEl>
                                          <p:spTgt spid="5">
                                            <p:txEl>
                                              <p:pRg st="12" end="12"/>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
                                            <p:txEl>
                                              <p:pRg st="12" end="12"/>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5">
                                            <p:txEl>
                                              <p:pRg st="14" end="14"/>
                                            </p:txEl>
                                          </p:spTgt>
                                        </p:tgtEl>
                                        <p:attrNameLst>
                                          <p:attrName>style.visibility</p:attrName>
                                        </p:attrNameLst>
                                      </p:cBhvr>
                                      <p:to>
                                        <p:strVal val="visible"/>
                                      </p:to>
                                    </p:set>
                                    <p:anim calcmode="lin" valueType="num">
                                      <p:cBhvr additive="base">
                                        <p:cTn id="37" dur="500" fill="hold"/>
                                        <p:tgtEl>
                                          <p:spTgt spid="5">
                                            <p:txEl>
                                              <p:pRg st="14" end="1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ctrTitle"/>
          </p:nvPr>
        </p:nvSpPr>
        <p:spPr>
          <a:xfrm>
            <a:off x="2755148" y="36710"/>
            <a:ext cx="6409567" cy="604007"/>
          </a:xfrm>
        </p:spPr>
        <p:txBody>
          <a:bodyPr/>
          <a:lstStyle/>
          <a:p>
            <a:r>
              <a:rPr lang="en-US" sz="4000"/>
              <a:t>Fundamental Forces of Nature</a:t>
            </a:r>
          </a:p>
        </p:txBody>
      </p:sp>
      <mc:AlternateContent xmlns:mc="http://schemas.openxmlformats.org/markup-compatibility/2006" xmlns:a14="http://schemas.microsoft.com/office/drawing/2010/main">
        <mc:Choice Requires="a14">
          <p:sp>
            <p:nvSpPr>
              <p:cNvPr id="7" name="Rectangle 6"/>
              <p:cNvSpPr/>
              <p:nvPr/>
            </p:nvSpPr>
            <p:spPr>
              <a:xfrm>
                <a:off x="149774" y="765790"/>
                <a:ext cx="11620316" cy="594008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a:buFont typeface="Arial" panose="020B0604020202020204" pitchFamily="34" charset="0"/>
                  <a:buChar char="•"/>
                </a:pPr>
                <a14:m>
                  <m:oMath xmlns:m="http://schemas.openxmlformats.org/officeDocument/2006/math">
                    <m:d>
                      <m:dPr>
                        <m:ctrlPr>
                          <a:rPr lang="en-US" sz="20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ctrlPr>
                      </m:dPr>
                      <m:e>
                        <m:r>
                          <m:rPr>
                            <m:sty m:val="p"/>
                          </m:rPr>
                          <a:rPr lang="en-US" sz="20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Strong</m:t>
                        </m:r>
                      </m:e>
                    </m:d>
                    <m:r>
                      <a:rPr lang="en-US" sz="20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 </m:t>
                    </m:r>
                    <m:r>
                      <m:rPr>
                        <m:sty m:val="p"/>
                      </m:rPr>
                      <a:rPr lang="en-US" sz="20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Nuclear</m:t>
                    </m:r>
                    <m:r>
                      <a:rPr lang="en-US" sz="20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 </m:t>
                    </m:r>
                    <m:r>
                      <m:rPr>
                        <m:sty m:val="p"/>
                      </m:rPr>
                      <a:rPr lang="en-US" sz="20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Force</m:t>
                    </m:r>
                    <m:r>
                      <a:rPr lang="en-US" sz="20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m:t>
                    </m:r>
                    <m:r>
                      <m:rPr>
                        <m:sty m:val="p"/>
                      </m:rPr>
                      <a:rPr lang="en-US" sz="20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Strong</m:t>
                    </m:r>
                    <m:r>
                      <a:rPr lang="en-US" sz="20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 </m:t>
                    </m:r>
                    <m:r>
                      <m:rPr>
                        <m:sty m:val="p"/>
                      </m:rPr>
                      <a:rPr lang="en-US" sz="20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short</m:t>
                    </m:r>
                    <m:r>
                      <a:rPr lang="en-US" sz="20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 </m:t>
                    </m:r>
                    <m:r>
                      <m:rPr>
                        <m:sty m:val="p"/>
                      </m:rPr>
                      <a:rPr lang="en-US" sz="20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range</m:t>
                    </m:r>
                    <m:r>
                      <a:rPr lang="en-US" sz="20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 </m:t>
                    </m:r>
                    <m:r>
                      <m:rPr>
                        <m:sty m:val="p"/>
                      </m:rPr>
                      <a:rPr lang="en-US" sz="20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attactive</m:t>
                    </m:r>
                    <m:r>
                      <a:rPr lang="en-US" sz="20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 </m:t>
                    </m:r>
                    <m:r>
                      <m:rPr>
                        <m:sty m:val="p"/>
                      </m:rPr>
                      <a:rPr lang="en-US" sz="20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force</m:t>
                    </m:r>
                    <m:r>
                      <a:rPr lang="en-US" sz="20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 </m:t>
                    </m:r>
                    <m:r>
                      <m:rPr>
                        <m:sty m:val="p"/>
                      </m:rPr>
                      <a:rPr lang="en-US" sz="20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holding</m:t>
                    </m:r>
                    <m:r>
                      <a:rPr lang="en-US" sz="20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 </m:t>
                    </m:r>
                    <m:r>
                      <m:rPr>
                        <m:sty m:val="p"/>
                      </m:rPr>
                      <a:rPr lang="en-US" sz="20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atomic</m:t>
                    </m:r>
                    <m:r>
                      <a:rPr lang="en-US" sz="20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 </m:t>
                    </m:r>
                    <m:r>
                      <m:rPr>
                        <m:sty m:val="p"/>
                      </m:rPr>
                      <a:rPr lang="en-US" sz="20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nuclei</m:t>
                    </m:r>
                    <m:r>
                      <a:rPr lang="en-US" sz="20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 </m:t>
                    </m:r>
                    <m:r>
                      <m:rPr>
                        <m:sty m:val="p"/>
                      </m:rPr>
                      <a:rPr lang="en-US" sz="20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together</m:t>
                    </m:r>
                    <m:r>
                      <a:rPr lang="en-US" sz="20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m:t>
                    </m:r>
                  </m:oMath>
                </a14:m>
                <a:r>
                  <a:rPr lang="en-US" sz="2000" dirty="0">
                    <a:solidFill>
                      <a:schemeClr val="bg1"/>
                    </a:solidFill>
                    <a:latin typeface="Cambria Math" panose="02040503050406030204" pitchFamily="18" charset="0"/>
                    <a:ea typeface="Cambria Math" panose="02040503050406030204" pitchFamily="18" charset="0"/>
                    <a:cs typeface="Arial" panose="020B0604020202020204" pitchFamily="34" charset="0"/>
                  </a:rPr>
                  <a:t> Both fusion and fission are based on this powerful, very short-range force.</a:t>
                </a:r>
              </a:p>
              <a:p>
                <a:endParaRPr lang="en-US" sz="2000" dirty="0">
                  <a:solidFill>
                    <a:schemeClr val="bg1"/>
                  </a:solidFill>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pPr>
                <a:r>
                  <a:rPr lang="en-US" sz="2000" dirty="0">
                    <a:solidFill>
                      <a:schemeClr val="bg1"/>
                    </a:solidFill>
                    <a:latin typeface="Cambria Math" panose="02040503050406030204" pitchFamily="18" charset="0"/>
                    <a:ea typeface="Cambria Math" panose="02040503050406030204" pitchFamily="18" charset="0"/>
                    <a:cs typeface="Arial" panose="020B0604020202020204" pitchFamily="34" charset="0"/>
                  </a:rPr>
                  <a:t>Electromagnetic Force (Both attractive and repulsive forces exist): Longer range force than nuclear force. Forces associated with both electric and magnetic fields. 10</a:t>
                </a:r>
                <a:r>
                  <a:rPr lang="en-US" sz="2000" baseline="30000" dirty="0">
                    <a:solidFill>
                      <a:schemeClr val="bg1"/>
                    </a:solidFill>
                    <a:latin typeface="Cambria Math" panose="02040503050406030204" pitchFamily="18" charset="0"/>
                    <a:ea typeface="Cambria Math" panose="02040503050406030204" pitchFamily="18" charset="0"/>
                    <a:cs typeface="Arial" panose="020B0604020202020204" pitchFamily="34" charset="0"/>
                  </a:rPr>
                  <a:t>-2</a:t>
                </a:r>
                <a:r>
                  <a:rPr lang="en-US" sz="2000" dirty="0">
                    <a:solidFill>
                      <a:schemeClr val="bg1"/>
                    </a:solidFill>
                    <a:latin typeface="Cambria Math" panose="02040503050406030204" pitchFamily="18" charset="0"/>
                    <a:ea typeface="Cambria Math" panose="02040503050406030204" pitchFamily="18" charset="0"/>
                    <a:cs typeface="Arial" panose="020B0604020202020204" pitchFamily="34" charset="0"/>
                  </a:rPr>
                  <a:t> = 1/100 the strength of the nuclear force.</a:t>
                </a:r>
              </a:p>
              <a:p>
                <a:pPr marL="285750" indent="-285750">
                  <a:buFont typeface="Arial" panose="020B0604020202020204" pitchFamily="34" charset="0"/>
                  <a:buChar char="•"/>
                </a:pPr>
                <a:endParaRPr lang="en-US" sz="2000" dirty="0">
                  <a:solidFill>
                    <a:schemeClr val="bg1"/>
                  </a:solidFill>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pPr>
                <a:r>
                  <a:rPr lang="en-US" sz="2000" dirty="0">
                    <a:solidFill>
                      <a:schemeClr val="bg1"/>
                    </a:solidFill>
                    <a:latin typeface="Cambria Math" panose="02040503050406030204" pitchFamily="18" charset="0"/>
                    <a:ea typeface="Cambria Math" panose="02040503050406030204" pitchFamily="18" charset="0"/>
                    <a:cs typeface="Arial" panose="020B0604020202020204" pitchFamily="34" charset="0"/>
                  </a:rPr>
                  <a:t>Electrostatic Forces are responsible for many everyday forces including tension, elasticity, friction, and adhesives.</a:t>
                </a:r>
              </a:p>
              <a:p>
                <a:pPr lvl="1"/>
                <a:endParaRPr lang="en-US" sz="2000" dirty="0">
                  <a:solidFill>
                    <a:schemeClr val="bg1"/>
                  </a:solidFill>
                  <a:latin typeface="Cambria Math" panose="02040503050406030204" pitchFamily="18" charset="0"/>
                  <a:ea typeface="Cambria Math" panose="02040503050406030204" pitchFamily="18" charset="0"/>
                  <a:cs typeface="Arial" panose="020B0604020202020204" pitchFamily="34" charset="0"/>
                </a:endParaRPr>
              </a:p>
              <a:p>
                <a:pPr marL="800100" lvl="1" indent="-342900">
                  <a:buFont typeface="Wingdings" panose="05000000000000000000" pitchFamily="2" charset="2"/>
                  <a:buChar char="Ø"/>
                </a:pPr>
                <a:r>
                  <a:rPr lang="en-US" sz="2000" dirty="0">
                    <a:solidFill>
                      <a:schemeClr val="bg1"/>
                    </a:solidFill>
                    <a:latin typeface="Cambria Math" panose="02040503050406030204" pitchFamily="18" charset="0"/>
                    <a:ea typeface="Cambria Math" panose="02040503050406030204" pitchFamily="18" charset="0"/>
                    <a:cs typeface="Arial" panose="020B0604020202020204" pitchFamily="34" charset="0"/>
                  </a:rPr>
                  <a:t>Moving charge produces a magnetic field and a magnet field induces a force on a moving charge.</a:t>
                </a:r>
              </a:p>
              <a:p>
                <a:pPr marL="800100" lvl="1" indent="-342900">
                  <a:buFont typeface="Wingdings" panose="05000000000000000000" pitchFamily="2" charset="2"/>
                  <a:buChar char="Ø"/>
                </a:pPr>
                <a:endParaRPr lang="en-US" sz="2000" dirty="0">
                  <a:solidFill>
                    <a:schemeClr val="bg1"/>
                  </a:solidFill>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pPr>
                <a:r>
                  <a:rPr lang="en-US" sz="2000" dirty="0">
                    <a:solidFill>
                      <a:schemeClr val="bg1"/>
                    </a:solidFill>
                    <a:latin typeface="Cambria Math" panose="02040503050406030204" pitchFamily="18" charset="0"/>
                    <a:ea typeface="Cambria Math" panose="02040503050406030204" pitchFamily="18" charset="0"/>
                    <a:cs typeface="Arial" panose="020B0604020202020204" pitchFamily="34" charset="0"/>
                  </a:rPr>
                  <a:t>Strong Nuclear Force overpowers the electromagnetic force when protons are very close together.</a:t>
                </a:r>
              </a:p>
              <a:p>
                <a:pPr marL="285750" indent="-285750">
                  <a:buFont typeface="Arial" panose="020B0604020202020204" pitchFamily="34" charset="0"/>
                  <a:buChar char="•"/>
                </a:pPr>
                <a:endParaRPr lang="en-US" sz="2000" dirty="0">
                  <a:solidFill>
                    <a:schemeClr val="bg1"/>
                  </a:solidFill>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pPr>
                <a:r>
                  <a:rPr lang="en-US" sz="2000" dirty="0">
                    <a:solidFill>
                      <a:schemeClr val="bg1"/>
                    </a:solidFill>
                    <a:latin typeface="Cambria Math" panose="02040503050406030204" pitchFamily="18" charset="0"/>
                    <a:ea typeface="Cambria Math" panose="02040503050406030204" pitchFamily="18" charset="0"/>
                    <a:cs typeface="Arial" panose="020B0604020202020204" pitchFamily="34" charset="0"/>
                  </a:rPr>
                  <a:t>Weak-interaction (Nuclear) Force: Affects interactions between certain radioactive particles during radioactive decay. 10</a:t>
                </a:r>
                <a:r>
                  <a:rPr lang="en-US" sz="2000" baseline="30000" dirty="0">
                    <a:solidFill>
                      <a:schemeClr val="bg1"/>
                    </a:solidFill>
                    <a:latin typeface="Cambria Math" panose="02040503050406030204" pitchFamily="18" charset="0"/>
                    <a:ea typeface="Cambria Math" panose="02040503050406030204" pitchFamily="18" charset="0"/>
                    <a:cs typeface="Arial" panose="020B0604020202020204" pitchFamily="34" charset="0"/>
                  </a:rPr>
                  <a:t>-14</a:t>
                </a:r>
                <a:r>
                  <a:rPr lang="en-US" sz="2000" dirty="0">
                    <a:solidFill>
                      <a:schemeClr val="bg1"/>
                    </a:solidFill>
                    <a:latin typeface="Cambria Math" panose="02040503050406030204" pitchFamily="18" charset="0"/>
                    <a:ea typeface="Cambria Math" panose="02040503050406030204" pitchFamily="18" charset="0"/>
                    <a:cs typeface="Arial" panose="020B0604020202020204" pitchFamily="34" charset="0"/>
                  </a:rPr>
                  <a:t> the strength of the nuclear force.</a:t>
                </a:r>
              </a:p>
              <a:p>
                <a:pPr marL="285750" indent="-285750">
                  <a:buFont typeface="Arial" panose="020B0604020202020204" pitchFamily="34" charset="0"/>
                  <a:buChar char="•"/>
                </a:pPr>
                <a:endParaRPr lang="en-US" sz="2000" dirty="0">
                  <a:solidFill>
                    <a:schemeClr val="bg1"/>
                  </a:solidFill>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pPr>
                <a:r>
                  <a:rPr lang="en-US" sz="2000" dirty="0">
                    <a:solidFill>
                      <a:schemeClr val="bg1"/>
                    </a:solidFill>
                    <a:latin typeface="Cambria Math" panose="02040503050406030204" pitchFamily="18" charset="0"/>
                    <a:ea typeface="Cambria Math" panose="02040503050406030204" pitchFamily="18" charset="0"/>
                    <a:cs typeface="Arial" panose="020B0604020202020204" pitchFamily="34" charset="0"/>
                  </a:rPr>
                  <a:t>Gravitational Force (Attractive force): Force between objects possessing mass. 10</a:t>
                </a:r>
                <a:r>
                  <a:rPr lang="en-US" sz="2000" baseline="30000" dirty="0">
                    <a:solidFill>
                      <a:schemeClr val="bg1"/>
                    </a:solidFill>
                    <a:latin typeface="Cambria Math" panose="02040503050406030204" pitchFamily="18" charset="0"/>
                    <a:ea typeface="Cambria Math" panose="02040503050406030204" pitchFamily="18" charset="0"/>
                    <a:cs typeface="Arial" panose="020B0604020202020204" pitchFamily="34" charset="0"/>
                  </a:rPr>
                  <a:t>-41</a:t>
                </a:r>
                <a:r>
                  <a:rPr lang="en-US" sz="2000" dirty="0">
                    <a:solidFill>
                      <a:schemeClr val="bg1"/>
                    </a:solidFill>
                    <a:latin typeface="Cambria Math" panose="02040503050406030204" pitchFamily="18" charset="0"/>
                    <a:ea typeface="Cambria Math" panose="02040503050406030204" pitchFamily="18" charset="0"/>
                    <a:cs typeface="Arial" panose="020B0604020202020204" pitchFamily="34" charset="0"/>
                  </a:rPr>
                  <a:t> the strength of the nuclear force.</a:t>
                </a:r>
              </a:p>
            </p:txBody>
          </p:sp>
        </mc:Choice>
        <mc:Fallback xmlns="">
          <p:sp>
            <p:nvSpPr>
              <p:cNvPr id="7" name="Rectangle 6"/>
              <p:cNvSpPr>
                <a:spLocks noRot="1" noChangeAspect="1" noMove="1" noResize="1" noEditPoints="1" noAdjustHandles="1" noChangeArrowheads="1" noChangeShapeType="1" noTextEdit="1"/>
              </p:cNvSpPr>
              <p:nvPr/>
            </p:nvSpPr>
            <p:spPr>
              <a:xfrm>
                <a:off x="149774" y="765790"/>
                <a:ext cx="11620316" cy="5940088"/>
              </a:xfrm>
              <a:prstGeom prst="rect">
                <a:avLst/>
              </a:prstGeom>
              <a:blipFill>
                <a:blip r:embed="rId3"/>
                <a:stretch>
                  <a:fillRect l="-261" t="-203" r="-418" b="-407"/>
                </a:stretch>
              </a:blipFill>
            </p:spPr>
            <p:txBody>
              <a:bodyPr/>
              <a:lstStyle/>
              <a:p>
                <a:r>
                  <a:rPr lang="en-US">
                    <a:noFill/>
                  </a:rPr>
                  <a:t> </a:t>
                </a:r>
              </a:p>
            </p:txBody>
          </p:sp>
        </mc:Fallback>
      </mc:AlternateContent>
    </p:spTree>
    <p:extLst>
      <p:ext uri="{BB962C8B-B14F-4D97-AF65-F5344CB8AC3E}">
        <p14:creationId xmlns:p14="http://schemas.microsoft.com/office/powerpoint/2010/main" val="150983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 calcmode="lin" valueType="num">
                                      <p:cBhvr additive="base">
                                        <p:cTn id="7"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anim calcmode="lin" valueType="num">
                                      <p:cBhvr additive="base">
                                        <p:cTn id="13"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4" end="4"/>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7">
                                            <p:txEl>
                                              <p:pRg st="6" end="6"/>
                                            </p:txEl>
                                          </p:spTgt>
                                        </p:tgtEl>
                                        <p:attrNameLst>
                                          <p:attrName>style.visibility</p:attrName>
                                        </p:attrNameLst>
                                      </p:cBhvr>
                                      <p:to>
                                        <p:strVal val="visible"/>
                                      </p:to>
                                    </p:set>
                                    <p:anim calcmode="lin" valueType="num">
                                      <p:cBhvr additive="base">
                                        <p:cTn id="17"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
                                            <p:txEl>
                                              <p:pRg st="8" end="8"/>
                                            </p:txEl>
                                          </p:spTgt>
                                        </p:tgtEl>
                                        <p:attrNameLst>
                                          <p:attrName>style.visibility</p:attrName>
                                        </p:attrNameLst>
                                      </p:cBhvr>
                                      <p:to>
                                        <p:strVal val="visible"/>
                                      </p:to>
                                    </p:set>
                                    <p:anim calcmode="lin" valueType="num">
                                      <p:cBhvr additive="base">
                                        <p:cTn id="23"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7">
                                            <p:txEl>
                                              <p:pRg st="10" end="10"/>
                                            </p:txEl>
                                          </p:spTgt>
                                        </p:tgtEl>
                                        <p:attrNameLst>
                                          <p:attrName>style.visibility</p:attrName>
                                        </p:attrNameLst>
                                      </p:cBhvr>
                                      <p:to>
                                        <p:strVal val="visible"/>
                                      </p:to>
                                    </p:set>
                                    <p:anim calcmode="lin" valueType="num">
                                      <p:cBhvr additive="base">
                                        <p:cTn id="29" dur="500" fill="hold"/>
                                        <p:tgtEl>
                                          <p:spTgt spid="7">
                                            <p:txEl>
                                              <p:pRg st="10" end="1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7">
                                            <p:txEl>
                                              <p:pRg st="12" end="12"/>
                                            </p:txEl>
                                          </p:spTgt>
                                        </p:tgtEl>
                                        <p:attrNameLst>
                                          <p:attrName>style.visibility</p:attrName>
                                        </p:attrNameLst>
                                      </p:cBhvr>
                                      <p:to>
                                        <p:strVal val="visible"/>
                                      </p:to>
                                    </p:set>
                                    <p:anim calcmode="lin" valueType="num">
                                      <p:cBhvr additive="base">
                                        <p:cTn id="35" dur="500" fill="hold"/>
                                        <p:tgtEl>
                                          <p:spTgt spid="7">
                                            <p:txEl>
                                              <p:pRg st="12" end="1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7">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ctrTitle"/>
          </p:nvPr>
        </p:nvSpPr>
        <p:spPr>
          <a:xfrm>
            <a:off x="3010423" y="-45720"/>
            <a:ext cx="7035452" cy="923132"/>
          </a:xfrm>
        </p:spPr>
        <p:txBody>
          <a:bodyPr/>
          <a:lstStyle/>
          <a:p>
            <a:r>
              <a:rPr lang="en-US" sz="4000" dirty="0"/>
              <a:t>Newton’s and Coulomb’s Law</a:t>
            </a:r>
          </a:p>
        </p:txBody>
      </p:sp>
      <mc:AlternateContent xmlns:mc="http://schemas.openxmlformats.org/markup-compatibility/2006" xmlns:a14="http://schemas.microsoft.com/office/drawing/2010/main">
        <mc:Choice Requires="a14">
          <p:sp>
            <p:nvSpPr>
              <p:cNvPr id="7" name="Rectangle 6"/>
              <p:cNvSpPr/>
              <p:nvPr/>
            </p:nvSpPr>
            <p:spPr>
              <a:xfrm>
                <a:off x="292213" y="588241"/>
                <a:ext cx="11620316" cy="594034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Newto</m:t>
                      </m:r>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p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n</m:t>
                          </m:r>
                        </m:e>
                        <m:sup>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sup>
                      </m:sSup>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Gravitational</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Law</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𝐅</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g</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21</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sSub>
                        <m:sSubPr>
                          <m:ctrlPr>
                            <a:rPr kumimoji="0" 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acc>
                            <m:accPr>
                              <m:chr m:val="̂"/>
                              <m:ctrlPr>
                                <a:rPr kumimoji="0" 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accPr>
                            <m:e>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e>
                          </m:acc>
                        </m:e>
                        <m:sub>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𝟏𝟐</m:t>
                          </m:r>
                        </m:sub>
                      </m:sSub>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fPr>
                        <m:num>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G</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m:t>
                              </m:r>
                            </m:sub>
                          </m:sSub>
                        </m:num>
                        <m:den>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R</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12</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m:t>
                              </m:r>
                            </m:sup>
                          </m:sSubSup>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N</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𝐅</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g</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21</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is the force exerted on mass m</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2</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 due to the presence of mass m</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1</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a:t>
                </a:r>
              </a:p>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Notice that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𝐅</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g</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21</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is oppositely directed from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𝐅</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g</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12</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 </a:t>
                </a:r>
              </a:p>
              <a:p>
                <a:pPr marL="285750" marR="0" lvl="0" indent="-285750" algn="l" defTabSz="914400" rtl="0" eaLnBrk="1" fontAlgn="auto" latinLnBrk="0" hangingPunct="1">
                  <a:lnSpc>
                    <a:spcPct val="100000"/>
                  </a:lnSpc>
                  <a:spcBef>
                    <a:spcPts val="0"/>
                  </a:spcBef>
                  <a:spcAft>
                    <a:spcPts val="1800"/>
                  </a:spcAft>
                  <a:buClrTx/>
                  <a:buSzTx/>
                  <a:buFont typeface="Wingdings" panose="05000000000000000000" pitchFamily="2" charset="2"/>
                  <a:buChar char="Ø"/>
                  <a:tabLst/>
                  <a:defRPr/>
                </a:pPr>
                <a14:m>
                  <m:oMath xmlns:m="http://schemas.openxmlformats.org/officeDocument/2006/math">
                    <m:sSub>
                      <m:sSubPr>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acc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e>
                        </m:acc>
                      </m:e>
                      <m:sub>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𝟏𝟐</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 is a unit vector pointing radially from mass m</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1</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 to mass m</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2</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a:t>
                </a:r>
              </a:p>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Ø"/>
                  <a:tabLst/>
                  <a:defRPr/>
                </a:pPr>
                <a14:m>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G</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is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the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universal</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gravitational</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constant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G</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6.67 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x</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p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10</m:t>
                        </m:r>
                      </m:e>
                      <m: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−11</m:t>
                        </m:r>
                      </m:sup>
                    </m:s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fPr>
                      <m:num>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N</m:t>
                        </m:r>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p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m:t>
                            </m:r>
                          </m:e>
                          <m:sup>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m:t>
                            </m:r>
                          </m:sup>
                        </m:sSup>
                      </m:num>
                      <m:den>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p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kg</m:t>
                            </m:r>
                          </m:e>
                          <m:sup>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m:t>
                            </m:r>
                          </m:sup>
                        </m:sSup>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oMath>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The negative sign in Newton’s gravitational law indicates that m</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2</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 is always attracted to m</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1</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a:t>
                </a:r>
              </a:p>
              <a:p>
                <a:pPr marL="0" marR="0" lvl="0" indent="0" algn="l" defTabSz="914400" rtl="0" eaLnBrk="1" fontAlgn="auto" latinLnBrk="0" hangingPunct="1">
                  <a:lnSpc>
                    <a:spcPct val="100000"/>
                  </a:lnSpc>
                  <a:spcBef>
                    <a:spcPts val="0"/>
                  </a:spcBef>
                  <a:spcAft>
                    <a:spcPts val="120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Coulombs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Law</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𝐅</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21</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sSub>
                        <m:sSubPr>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acc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e>
                          </m:acc>
                        </m:e>
                        <m:sub>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𝟏𝟐</m:t>
                          </m:r>
                        </m:sub>
                      </m:sSub>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fPr>
                        <m:num>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q</m:t>
                              </m:r>
                            </m:e>
                            <m: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m:t>
                              </m:r>
                            </m:sub>
                          </m:sSub>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q</m:t>
                              </m:r>
                            </m:e>
                            <m: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m:t>
                              </m:r>
                            </m:sub>
                          </m:sSub>
                        </m:num>
                        <m:den>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4</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πε</m:t>
                          </m:r>
                          <m:sSubSup>
                            <m:sSub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Sup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R</m:t>
                              </m:r>
                            </m:e>
                            <m: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12</m:t>
                              </m:r>
                            </m:sub>
                            <m:sup>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m:t>
                              </m:r>
                            </m:sup>
                          </m:sSubSup>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d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N</m:t>
                          </m:r>
                        </m:e>
                      </m:d>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1800"/>
                  </a:spcAft>
                  <a:buClrTx/>
                  <a:buSzTx/>
                  <a:buFont typeface="Wingdings" panose="05000000000000000000" pitchFamily="2" charset="2"/>
                  <a:buChar char="Ø"/>
                  <a:tabLst/>
                  <a:defRPr/>
                </a:pP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𝐅</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21</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is the force exerted on charge q</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2</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 due to the presence of charge q</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1</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a:t>
                </a:r>
              </a:p>
              <a:p>
                <a:pPr marL="285750" marR="0" lvl="0" indent="-285750" algn="l" defTabSz="914400" rtl="0" eaLnBrk="1" fontAlgn="auto" latinLnBrk="0" hangingPunct="1">
                  <a:lnSpc>
                    <a:spcPct val="100000"/>
                  </a:lnSpc>
                  <a:spcBef>
                    <a:spcPts val="0"/>
                  </a:spcBef>
                  <a:spcAft>
                    <a:spcPts val="1800"/>
                  </a:spcAft>
                  <a:buClrTx/>
                  <a:buSzTx/>
                  <a:buFont typeface="Wingdings" panose="05000000000000000000" pitchFamily="2" charset="2"/>
                  <a:buChar char="Ø"/>
                  <a:tabLst/>
                  <a:defRPr/>
                </a:pPr>
                <a14:m>
                  <m:oMath xmlns:m="http://schemas.openxmlformats.org/officeDocument/2006/math">
                    <m:sSub>
                      <m:sSubPr>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acc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e>
                        </m:acc>
                      </m:e>
                      <m:sub>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𝟏𝟐</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 is a unit vector pointing radially from charge q</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1</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 to charge q</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2</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a:t>
                </a:r>
              </a:p>
              <a:p>
                <a:pPr marL="285750" lvl="0" indent="-285750">
                  <a:buFont typeface="Arial" panose="020B0604020202020204" pitchFamily="34" charset="0"/>
                  <a:buChar char="•"/>
                </a:pPr>
                <a14:m>
                  <m:oMath xmlns:m="http://schemas.openxmlformats.org/officeDocument/2006/math">
                    <m:r>
                      <m:rPr>
                        <m:sty m:val="p"/>
                      </m:rPr>
                      <a:rPr lang="el-GR">
                        <a:solidFill>
                          <a:srgbClr val="000000"/>
                        </a:solidFill>
                        <a:latin typeface="Cambria Math" panose="02040503050406030204" pitchFamily="18" charset="0"/>
                        <a:ea typeface="Cambria Math" panose="02040503050406030204" pitchFamily="18" charset="0"/>
                        <a:cs typeface="Arial" panose="020B0604020202020204" pitchFamily="34" charset="0"/>
                      </a:rPr>
                      <m:t>ε</m:t>
                    </m:r>
                    <m: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i="1">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ε</m:t>
                        </m:r>
                      </m:e>
                      <m:sub>
                        <m:r>
                          <m:rPr>
                            <m:sty m:val="p"/>
                          </m:rP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r</m:t>
                        </m:r>
                      </m:sub>
                    </m:sSub>
                    <m:sSub>
                      <m:sSubPr>
                        <m:ctrlPr>
                          <a:rPr lang="en-US" i="1">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ε</m:t>
                        </m:r>
                      </m:e>
                      <m:sub>
                        <m: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0</m:t>
                        </m:r>
                      </m:sub>
                    </m:sSub>
                    <m: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 </m:t>
                    </m:r>
                    <m:r>
                      <m:rPr>
                        <m:sty m:val="p"/>
                      </m:rP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where</m:t>
                    </m:r>
                    <m: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 </m:t>
                    </m:r>
                    <m:sSub>
                      <m:sSubPr>
                        <m:ctrlPr>
                          <a:rPr lang="en-US" i="1">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ε</m:t>
                        </m:r>
                      </m:e>
                      <m:sub>
                        <m:r>
                          <m:rPr>
                            <m:sty m:val="p"/>
                          </m:rP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r</m:t>
                        </m:r>
                      </m:sub>
                    </m:sSub>
                    <m: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 </m:t>
                    </m:r>
                    <m:r>
                      <m:rPr>
                        <m:sty m:val="p"/>
                      </m:rP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is</m:t>
                    </m:r>
                    <m: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 </m:t>
                    </m:r>
                    <m:r>
                      <m:rPr>
                        <m:sty m:val="p"/>
                      </m:rP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the</m:t>
                    </m:r>
                    <m: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 </m:t>
                    </m:r>
                    <m:r>
                      <m:rPr>
                        <m:sty m:val="p"/>
                      </m:rP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relative</m:t>
                    </m:r>
                    <m: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 </m:t>
                    </m:r>
                    <m:r>
                      <m:rPr>
                        <m:sty m:val="p"/>
                      </m:rP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permittivity</m:t>
                    </m:r>
                    <m: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 </m:t>
                    </m:r>
                    <m:r>
                      <m:rPr>
                        <m:sty m:val="p"/>
                      </m:rP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and</m:t>
                    </m:r>
                    <m: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 </m:t>
                    </m:r>
                    <m:sSub>
                      <m:sSubPr>
                        <m:ctrlPr>
                          <a:rPr lang="en-US" i="1">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ε</m:t>
                        </m:r>
                      </m:e>
                      <m:sub>
                        <m: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0</m:t>
                        </m:r>
                      </m:sub>
                    </m:sSub>
                    <m: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 </m:t>
                    </m:r>
                    <m:r>
                      <m:rPr>
                        <m:sty m:val="p"/>
                      </m:rP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is</m:t>
                    </m:r>
                    <m: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 </m:t>
                    </m:r>
                    <m:r>
                      <m:rPr>
                        <m:sty m:val="p"/>
                      </m:rP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the</m:t>
                    </m:r>
                    <m: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 </m:t>
                    </m:r>
                  </m:oMath>
                </a14:m>
                <a:endParaRPr lang="en-US" dirty="0">
                  <a:solidFill>
                    <a:srgbClr val="000000"/>
                  </a:solidFill>
                  <a:latin typeface="Cambria Math" panose="02040503050406030204" pitchFamily="18" charset="0"/>
                  <a:ea typeface="Cambria Math" panose="02040503050406030204" pitchFamily="18" charset="0"/>
                  <a:cs typeface="Arial" panose="020B0604020202020204" pitchFamily="34" charset="0"/>
                </a:endParaRPr>
              </a:p>
              <a:p>
                <a:pPr lvl="0">
                  <a:spcAft>
                    <a:spcPts val="1800"/>
                  </a:spcAft>
                  <a:defRPr/>
                </a:pPr>
                <a14:m>
                  <m:oMathPara xmlns:m="http://schemas.openxmlformats.org/officeDocument/2006/math">
                    <m:oMathParaPr>
                      <m:jc m:val="left"/>
                    </m:oMathParaPr>
                    <m:oMath xmlns:m="http://schemas.openxmlformats.org/officeDocument/2006/math">
                      <m:r>
                        <m:rPr>
                          <m:sty m:val="p"/>
                        </m:rP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permittivity</m:t>
                      </m:r>
                      <m: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 </m:t>
                      </m:r>
                      <m:r>
                        <m:rPr>
                          <m:sty m:val="p"/>
                        </m:rP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of</m:t>
                      </m:r>
                      <m: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 </m:t>
                      </m:r>
                      <m:r>
                        <m:rPr>
                          <m:sty m:val="p"/>
                        </m:rP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free</m:t>
                      </m:r>
                      <m: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 </m:t>
                      </m:r>
                      <m:r>
                        <m:rPr>
                          <m:sty m:val="p"/>
                        </m:rP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space</m:t>
                      </m:r>
                      <m: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 </m:t>
                      </m:r>
                      <m:r>
                        <m:rPr>
                          <m:sty m:val="p"/>
                        </m:rP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equal</m:t>
                      </m:r>
                      <m: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 </m:t>
                      </m:r>
                      <m:r>
                        <m:rPr>
                          <m:sty m:val="p"/>
                        </m:rP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to</m:t>
                      </m:r>
                      <m: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 </m:t>
                      </m:r>
                      <m:r>
                        <a:rPr lang="en-US" i="1" dirty="0">
                          <a:solidFill>
                            <a:srgbClr val="000000"/>
                          </a:solidFill>
                          <a:latin typeface="Cambria Math" panose="02040503050406030204" pitchFamily="18" charset="0"/>
                          <a:ea typeface="Cambria Math" panose="02040503050406030204" pitchFamily="18" charset="0"/>
                        </a:rPr>
                        <m:t>8.85 </m:t>
                      </m:r>
                      <m:r>
                        <m:rPr>
                          <m:sty m:val="p"/>
                        </m:rPr>
                        <a:rPr lang="en-US" dirty="0">
                          <a:solidFill>
                            <a:srgbClr val="000000"/>
                          </a:solidFill>
                          <a:latin typeface="Cambria Math" panose="02040503050406030204" pitchFamily="18" charset="0"/>
                          <a:ea typeface="Cambria Math" panose="02040503050406030204" pitchFamily="18" charset="0"/>
                        </a:rPr>
                        <m:t>x</m:t>
                      </m:r>
                      <m:r>
                        <a:rPr lang="en-US" i="1" dirty="0">
                          <a:solidFill>
                            <a:srgbClr val="000000"/>
                          </a:solidFill>
                          <a:latin typeface="Cambria Math" panose="02040503050406030204" pitchFamily="18" charset="0"/>
                          <a:ea typeface="Cambria Math" panose="02040503050406030204" pitchFamily="18" charset="0"/>
                        </a:rPr>
                        <m:t> </m:t>
                      </m:r>
                      <m:sSup>
                        <m:sSupPr>
                          <m:ctrlPr>
                            <a:rPr lang="en-US" i="1" dirty="0">
                              <a:solidFill>
                                <a:srgbClr val="000000"/>
                              </a:solidFill>
                              <a:latin typeface="Cambria Math" panose="02040503050406030204" pitchFamily="18" charset="0"/>
                              <a:ea typeface="Cambria Math" panose="02040503050406030204" pitchFamily="18" charset="0"/>
                            </a:rPr>
                          </m:ctrlPr>
                        </m:sSupPr>
                        <m:e>
                          <m:r>
                            <a:rPr lang="en-US" i="1" dirty="0">
                              <a:solidFill>
                                <a:srgbClr val="000000"/>
                              </a:solidFill>
                              <a:latin typeface="Cambria Math" panose="02040503050406030204" pitchFamily="18" charset="0"/>
                              <a:ea typeface="Cambria Math" panose="02040503050406030204" pitchFamily="18" charset="0"/>
                            </a:rPr>
                            <m:t>10</m:t>
                          </m:r>
                        </m:e>
                        <m:sup>
                          <m:r>
                            <a:rPr lang="en-US" i="1" dirty="0">
                              <a:solidFill>
                                <a:srgbClr val="000000"/>
                              </a:solidFill>
                              <a:latin typeface="Cambria Math" panose="02040503050406030204" pitchFamily="18" charset="0"/>
                              <a:ea typeface="Cambria Math" panose="02040503050406030204" pitchFamily="18" charset="0"/>
                            </a:rPr>
                            <m:t>−12</m:t>
                          </m:r>
                        </m:sup>
                      </m:sSup>
                      <m:f>
                        <m:fPr>
                          <m:type m:val="lin"/>
                          <m:ctrlPr>
                            <a:rPr lang="en-US" i="1" dirty="0">
                              <a:solidFill>
                                <a:srgbClr val="000000"/>
                              </a:solidFill>
                              <a:latin typeface="Cambria Math" panose="02040503050406030204" pitchFamily="18" charset="0"/>
                              <a:ea typeface="Cambria Math" panose="02040503050406030204" pitchFamily="18" charset="0"/>
                            </a:rPr>
                          </m:ctrlPr>
                        </m:fPr>
                        <m:num>
                          <m:r>
                            <m:rPr>
                              <m:sty m:val="p"/>
                            </m:rPr>
                            <a:rPr lang="en-US" dirty="0">
                              <a:solidFill>
                                <a:srgbClr val="000000"/>
                              </a:solidFill>
                              <a:latin typeface="Cambria Math" panose="02040503050406030204" pitchFamily="18" charset="0"/>
                              <a:ea typeface="Cambria Math" panose="02040503050406030204" pitchFamily="18" charset="0"/>
                            </a:rPr>
                            <m:t>F</m:t>
                          </m:r>
                        </m:num>
                        <m:den>
                          <m:r>
                            <m:rPr>
                              <m:sty m:val="p"/>
                            </m:rPr>
                            <a:rPr lang="en-US" dirty="0">
                              <a:solidFill>
                                <a:srgbClr val="000000"/>
                              </a:solidFill>
                              <a:latin typeface="Cambria Math" panose="02040503050406030204" pitchFamily="18" charset="0"/>
                              <a:ea typeface="Cambria Math" panose="02040503050406030204" pitchFamily="18" charset="0"/>
                            </a:rPr>
                            <m:t>m</m:t>
                          </m:r>
                        </m:den>
                      </m:f>
                      <m: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285750" lvl="0" indent="-285750">
                  <a:buFont typeface="Arial" panose="020B0604020202020204" pitchFamily="34" charset="0"/>
                  <a:buChar char="•"/>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There is no negative sign in Coulombs law because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because</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 unlike masses, like charges repel.</a:t>
                </a:r>
              </a:p>
            </p:txBody>
          </p:sp>
        </mc:Choice>
        <mc:Fallback xmlns="">
          <p:sp>
            <p:nvSpPr>
              <p:cNvPr id="7" name="Rectangle 6"/>
              <p:cNvSpPr>
                <a:spLocks noRot="1" noChangeAspect="1" noMove="1" noResize="1" noEditPoints="1" noAdjustHandles="1" noChangeArrowheads="1" noChangeShapeType="1" noTextEdit="1"/>
              </p:cNvSpPr>
              <p:nvPr/>
            </p:nvSpPr>
            <p:spPr>
              <a:xfrm>
                <a:off x="292213" y="588241"/>
                <a:ext cx="11620316" cy="5940344"/>
              </a:xfrm>
              <a:prstGeom prst="rect">
                <a:avLst/>
              </a:prstGeom>
              <a:blipFill>
                <a:blip r:embed="rId3"/>
                <a:stretch>
                  <a:fillRect l="-261" b="-102"/>
                </a:stretch>
              </a:blipFill>
            </p:spPr>
            <p:txBody>
              <a:bodyPr/>
              <a:lstStyle/>
              <a:p>
                <a:r>
                  <a:rPr lang="en-US">
                    <a:noFill/>
                  </a:rPr>
                  <a:t> </a:t>
                </a:r>
              </a:p>
            </p:txBody>
          </p:sp>
        </mc:Fallback>
      </mc:AlternateContent>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16246" y="643487"/>
            <a:ext cx="3827974" cy="2298376"/>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66389" y="3575824"/>
            <a:ext cx="4346140" cy="2241172"/>
          </a:xfrm>
          <a:prstGeom prst="rect">
            <a:avLst/>
          </a:prstGeom>
        </p:spPr>
      </p:pic>
    </p:spTree>
    <p:extLst>
      <p:ext uri="{BB962C8B-B14F-4D97-AF65-F5344CB8AC3E}">
        <p14:creationId xmlns:p14="http://schemas.microsoft.com/office/powerpoint/2010/main" val="3134515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5" end="5"/>
                                            </p:txEl>
                                          </p:spTgt>
                                        </p:tgtEl>
                                        <p:attrNameLst>
                                          <p:attrName>style.visibility</p:attrName>
                                        </p:attrNameLst>
                                      </p:cBhvr>
                                      <p:to>
                                        <p:strVal val="visible"/>
                                      </p:to>
                                    </p:set>
                                    <p:anim calcmode="lin" valueType="num">
                                      <p:cBhvr additive="base">
                                        <p:cTn id="7"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anim calcmode="lin" valueType="num">
                                      <p:cBhvr additive="base">
                                        <p:cTn id="19"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xEl>
                                              <p:pRg st="7" end="7"/>
                                            </p:txEl>
                                          </p:spTgt>
                                        </p:tgtEl>
                                        <p:attrNameLst>
                                          <p:attrName>style.visibility</p:attrName>
                                        </p:attrNameLst>
                                      </p:cBhvr>
                                      <p:to>
                                        <p:strVal val="visible"/>
                                      </p:to>
                                    </p:set>
                                    <p:anim calcmode="lin" valueType="num">
                                      <p:cBhvr additive="base">
                                        <p:cTn id="25"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7" end="7"/>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7">
                                            <p:txEl>
                                              <p:pRg st="8" end="8"/>
                                            </p:txEl>
                                          </p:spTgt>
                                        </p:tgtEl>
                                        <p:attrNameLst>
                                          <p:attrName>style.visibility</p:attrName>
                                        </p:attrNameLst>
                                      </p:cBhvr>
                                      <p:to>
                                        <p:strVal val="visible"/>
                                      </p:to>
                                    </p:set>
                                    <p:anim calcmode="lin" valueType="num">
                                      <p:cBhvr additive="base">
                                        <p:cTn id="29"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
                                            <p:txEl>
                                              <p:pRg st="8" end="8"/>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7">
                                            <p:txEl>
                                              <p:pRg st="9" end="9"/>
                                            </p:txEl>
                                          </p:spTgt>
                                        </p:tgtEl>
                                        <p:attrNameLst>
                                          <p:attrName>style.visibility</p:attrName>
                                        </p:attrNameLst>
                                      </p:cBhvr>
                                      <p:to>
                                        <p:strVal val="visible"/>
                                      </p:to>
                                    </p:set>
                                    <p:anim calcmode="lin" valueType="num">
                                      <p:cBhvr additive="base">
                                        <p:cTn id="33"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7">
                                            <p:txEl>
                                              <p:pRg st="9" end="9"/>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7">
                                            <p:txEl>
                                              <p:pRg st="10" end="10"/>
                                            </p:txEl>
                                          </p:spTgt>
                                        </p:tgtEl>
                                        <p:attrNameLst>
                                          <p:attrName>style.visibility</p:attrName>
                                        </p:attrNameLst>
                                      </p:cBhvr>
                                      <p:to>
                                        <p:strVal val="visible"/>
                                      </p:to>
                                    </p:set>
                                    <p:anim calcmode="lin" valueType="num">
                                      <p:cBhvr additive="base">
                                        <p:cTn id="37" dur="500" fill="hold"/>
                                        <p:tgtEl>
                                          <p:spTgt spid="7">
                                            <p:txEl>
                                              <p:pRg st="10" end="1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
                                            <p:txEl>
                                              <p:pRg st="10" end="10"/>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7">
                                            <p:txEl>
                                              <p:pRg st="11" end="11"/>
                                            </p:txEl>
                                          </p:spTgt>
                                        </p:tgtEl>
                                        <p:attrNameLst>
                                          <p:attrName>style.visibility</p:attrName>
                                        </p:attrNameLst>
                                      </p:cBhvr>
                                      <p:to>
                                        <p:strVal val="visible"/>
                                      </p:to>
                                    </p:set>
                                    <p:anim calcmode="lin" valueType="num">
                                      <p:cBhvr additive="base">
                                        <p:cTn id="41" dur="500" fill="hold"/>
                                        <p:tgtEl>
                                          <p:spTgt spid="7">
                                            <p:txEl>
                                              <p:pRg st="11" end="11"/>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7">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ctrTitle"/>
          </p:nvPr>
        </p:nvSpPr>
        <p:spPr>
          <a:xfrm>
            <a:off x="3010423" y="-45720"/>
            <a:ext cx="6609065" cy="548640"/>
          </a:xfrm>
        </p:spPr>
        <p:txBody>
          <a:bodyPr/>
          <a:lstStyle/>
          <a:p>
            <a:r>
              <a:rPr lang="en-US" sz="4000" dirty="0"/>
              <a:t>Coulomb’s Law (Continued)</a:t>
            </a:r>
          </a:p>
        </p:txBody>
      </p:sp>
      <mc:AlternateContent xmlns:mc="http://schemas.openxmlformats.org/markup-compatibility/2006" xmlns:a14="http://schemas.microsoft.com/office/drawing/2010/main">
        <mc:Choice Requires="a14">
          <p:sp>
            <p:nvSpPr>
              <p:cNvPr id="7" name="Rectangle 6"/>
              <p:cNvSpPr/>
              <p:nvPr/>
            </p:nvSpPr>
            <p:spPr>
              <a:xfrm>
                <a:off x="292213" y="588241"/>
                <a:ext cx="11620316" cy="593925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Coulombs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Law</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𝐅</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21</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sSub>
                        <m:sSubPr>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acc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e>
                          </m:acc>
                        </m:e>
                        <m:sub>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𝟏𝟐</m:t>
                          </m:r>
                        </m:sub>
                      </m:sSub>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fPr>
                        <m:num>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q</m:t>
                              </m:r>
                            </m:e>
                            <m: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m:t>
                              </m:r>
                            </m:sub>
                          </m:sSub>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q</m:t>
                              </m:r>
                            </m:e>
                            <m: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m:t>
                              </m:r>
                            </m:sub>
                          </m:sSub>
                        </m:num>
                        <m:den>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4</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πε</m:t>
                          </m:r>
                          <m:sSubSup>
                            <m:sSub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Sup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R</m:t>
                              </m:r>
                            </m:e>
                            <m: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12</m:t>
                              </m:r>
                            </m:sub>
                            <m:sup>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m:t>
                              </m:r>
                            </m:sup>
                          </m:sSubSup>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d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N</m:t>
                          </m:r>
                        </m:e>
                      </m:d>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1800"/>
                  </a:spcAft>
                  <a:buClrTx/>
                  <a:buSzTx/>
                  <a:buFont typeface="Wingdings" panose="05000000000000000000" pitchFamily="2" charset="2"/>
                  <a:buChar char="Ø"/>
                  <a:tabLst/>
                  <a:defRPr/>
                </a:pP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𝐅</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21</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is the force exerted on charge q</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2</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 due to the presence of charge q</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1</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a:t>
                </a:r>
              </a:p>
              <a:p>
                <a:pPr marL="285750" marR="0" lvl="0" indent="-285750" algn="l" defTabSz="914400" rtl="0" eaLnBrk="1" fontAlgn="auto" latinLnBrk="0" hangingPunct="1">
                  <a:lnSpc>
                    <a:spcPct val="100000"/>
                  </a:lnSpc>
                  <a:spcBef>
                    <a:spcPts val="0"/>
                  </a:spcBef>
                  <a:spcAft>
                    <a:spcPts val="1800"/>
                  </a:spcAft>
                  <a:buClrTx/>
                  <a:buSzTx/>
                  <a:buFont typeface="Wingdings" panose="05000000000000000000" pitchFamily="2" charset="2"/>
                  <a:buChar char="Ø"/>
                  <a:tabLst/>
                  <a:defRPr/>
                </a:pPr>
                <a14:m>
                  <m:oMath xmlns:m="http://schemas.openxmlformats.org/officeDocument/2006/math">
                    <m:sSub>
                      <m:sSubPr>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acc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e>
                        </m:acc>
                      </m:e>
                      <m:sub>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𝟏𝟐</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 is a unit vector pointing radially from charge q</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1</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 to charge q</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2</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a:t>
                </a:r>
              </a:p>
              <a:p>
                <a:pPr marL="285750" marR="0" lvl="0" indent="-285750" algn="l" defTabSz="914400" rtl="0" eaLnBrk="1" fontAlgn="auto" latinLnBrk="0" hangingPunct="1">
                  <a:lnSpc>
                    <a:spcPct val="100000"/>
                  </a:lnSpc>
                  <a:spcBef>
                    <a:spcPts val="0"/>
                  </a:spcBef>
                  <a:spcAft>
                    <a:spcPts val="1800"/>
                  </a:spcAft>
                  <a:buClrTx/>
                  <a:buSzTx/>
                  <a:buFont typeface="Wingdings" panose="05000000000000000000" pitchFamily="2" charset="2"/>
                  <a:buChar char="Ø"/>
                  <a:tabLst/>
                  <a:defRPr/>
                </a:pPr>
                <a:r>
                  <a:rPr lang="en-US" dirty="0">
                    <a:solidFill>
                      <a:srgbClr val="FF0000"/>
                    </a:solidFill>
                    <a:latin typeface="Cambria Math" panose="02040503050406030204" pitchFamily="18" charset="0"/>
                    <a:ea typeface="Cambria Math" panose="02040503050406030204" pitchFamily="18" charset="0"/>
                    <a:cs typeface="Arial" panose="020B0604020202020204" pitchFamily="34" charset="0"/>
                  </a:rPr>
                  <a:t>The unit vector points towards the charge in question</a:t>
                </a:r>
                <a:r>
                  <a:rPr lang="en-US" dirty="0">
                    <a:solidFill>
                      <a:srgbClr val="000000"/>
                    </a:solidFill>
                    <a:latin typeface="Cambria Math" panose="02040503050406030204" pitchFamily="18" charset="0"/>
                    <a:ea typeface="Cambria Math" panose="02040503050406030204" pitchFamily="18" charset="0"/>
                    <a:cs typeface="Arial" panose="020B0604020202020204" pitchFamily="34" charset="0"/>
                  </a:rPr>
                  <a:t>.</a:t>
                </a: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1800"/>
                  </a:spcAft>
                  <a:buClrTx/>
                  <a:buSzTx/>
                  <a:buFont typeface="Wingdings" panose="05000000000000000000" pitchFamily="2" charset="2"/>
                  <a:buChar char="Ø"/>
                  <a:tabLst/>
                  <a:defRPr/>
                </a:pPr>
                <a:r>
                  <a:rPr kumimoji="0" lang="el-GR"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ε</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  is the permittivity of the material separating the charges.</a:t>
                </a:r>
              </a:p>
              <a:p>
                <a:pPr marL="285750" marR="0" lvl="0" indent="-28575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The charge q is positive for a positive charge and negative for a negative charge.</a:t>
                </a:r>
              </a:p>
              <a:p>
                <a:pPr marL="285750" marR="0" lvl="0" indent="-28575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Notice that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𝐅</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21</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is oppositely directed from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𝐅</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12</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 in the above graphic, indicating repulsion between charges.</a:t>
                </a:r>
              </a:p>
              <a:p>
                <a:pPr marL="457200" marR="0" lvl="1" indent="0" algn="l" defTabSz="914400" rtl="0" eaLnBrk="1" fontAlgn="auto" latinLnBrk="0" hangingPunct="1">
                  <a:lnSpc>
                    <a:spcPct val="100000"/>
                  </a:lnSpc>
                  <a:spcBef>
                    <a:spcPts val="0"/>
                  </a:spcBef>
                  <a:spcAft>
                    <a:spcPts val="180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If</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q</m:t>
                          </m:r>
                        </m:e>
                        <m: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and</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q</m:t>
                          </m:r>
                        </m:e>
                        <m: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have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the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same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sign</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then</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𝐅</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21</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sSub>
                        <m:sSubPr>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acc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e>
                          </m:acc>
                        </m:e>
                        <m:sub>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𝟏𝟐</m:t>
                          </m:r>
                        </m:sub>
                      </m:sSub>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fPr>
                        <m:num>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q</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q</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m:t>
                              </m:r>
                            </m:sub>
                          </m:sSub>
                        </m:num>
                        <m:den>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4</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πε</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R</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12</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m:t>
                              </m:r>
                            </m:sup>
                          </m:sSubSup>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which</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is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a</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repulsive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force</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457200" marR="0" lvl="1" indent="0" algn="l" defTabSz="914400" rtl="0" eaLnBrk="1" fontAlgn="auto" latinLnBrk="0" hangingPunct="1">
                  <a:lnSpc>
                    <a:spcPct val="100000"/>
                  </a:lnSpc>
                  <a:spcBef>
                    <a:spcPts val="0"/>
                  </a:spcBef>
                  <a:spcAft>
                    <a:spcPts val="180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If</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q</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and</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q</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have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opposite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signs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then</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𝐅</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21</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sSub>
                        <m:sSubPr>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acc>
                            <m:accPr>
                              <m:chr m:val="̂"/>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acc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e>
                          </m:acc>
                        </m:e>
                        <m:sub>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𝟏𝟐</m:t>
                          </m:r>
                        </m:sub>
                      </m:sSub>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fPr>
                        <m:num>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q</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q</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m:t>
                              </m:r>
                            </m:sub>
                          </m:sSub>
                        </m:num>
                        <m:den>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4</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πε</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R</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12</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m:t>
                              </m:r>
                            </m:sup>
                          </m:sSubSup>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which</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is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an</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attractive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force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Unlike masses, there are both positive and negative electrical charges, with like charges repelling each other and unlike charges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attacted</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 to each other.</a:t>
                </a:r>
              </a:p>
            </p:txBody>
          </p:sp>
        </mc:Choice>
        <mc:Fallback xmlns="">
          <p:sp>
            <p:nvSpPr>
              <p:cNvPr id="7" name="Rectangle 6"/>
              <p:cNvSpPr>
                <a:spLocks noRot="1" noChangeAspect="1" noMove="1" noResize="1" noEditPoints="1" noAdjustHandles="1" noChangeArrowheads="1" noChangeShapeType="1" noTextEdit="1"/>
              </p:cNvSpPr>
              <p:nvPr/>
            </p:nvSpPr>
            <p:spPr>
              <a:xfrm>
                <a:off x="292213" y="588241"/>
                <a:ext cx="11620316" cy="5939255"/>
              </a:xfrm>
              <a:prstGeom prst="rect">
                <a:avLst/>
              </a:prstGeom>
              <a:blipFill>
                <a:blip r:embed="rId3"/>
                <a:stretch>
                  <a:fillRect l="-157"/>
                </a:stretch>
              </a:blipFill>
            </p:spPr>
            <p:txBody>
              <a:bodyPr/>
              <a:lstStyle/>
              <a:p>
                <a:r>
                  <a:rPr lang="en-US">
                    <a:noFill/>
                  </a:rPr>
                  <a:t> </a:t>
                </a:r>
              </a:p>
            </p:txBody>
          </p:sp>
        </mc:Fallback>
      </mc:AlternateContent>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64706" y="656245"/>
            <a:ext cx="4346140" cy="2241172"/>
          </a:xfrm>
          <a:prstGeom prst="rect">
            <a:avLst/>
          </a:prstGeom>
        </p:spPr>
      </p:pic>
    </p:spTree>
    <p:extLst>
      <p:ext uri="{BB962C8B-B14F-4D97-AF65-F5344CB8AC3E}">
        <p14:creationId xmlns:p14="http://schemas.microsoft.com/office/powerpoint/2010/main" val="809342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6" end="6"/>
                                            </p:txEl>
                                          </p:spTgt>
                                        </p:tgtEl>
                                        <p:attrNameLst>
                                          <p:attrName>style.visibility</p:attrName>
                                        </p:attrNameLst>
                                      </p:cBhvr>
                                      <p:to>
                                        <p:strVal val="visible"/>
                                      </p:to>
                                    </p:set>
                                    <p:anim calcmode="lin" valueType="num">
                                      <p:cBhvr additive="base">
                                        <p:cTn id="7"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7" end="7"/>
                                            </p:txEl>
                                          </p:spTgt>
                                        </p:tgtEl>
                                        <p:attrNameLst>
                                          <p:attrName>style.visibility</p:attrName>
                                        </p:attrNameLst>
                                      </p:cBhvr>
                                      <p:to>
                                        <p:strVal val="visible"/>
                                      </p:to>
                                    </p:set>
                                    <p:anim calcmode="lin" valueType="num">
                                      <p:cBhvr additive="base">
                                        <p:cTn id="13"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xEl>
                                              <p:pRg st="8" end="8"/>
                                            </p:txEl>
                                          </p:spTgt>
                                        </p:tgtEl>
                                        <p:attrNameLst>
                                          <p:attrName>style.visibility</p:attrName>
                                        </p:attrNameLst>
                                      </p:cBhvr>
                                      <p:to>
                                        <p:strVal val="visible"/>
                                      </p:to>
                                    </p:set>
                                    <p:anim calcmode="lin" valueType="num">
                                      <p:cBhvr additive="base">
                                        <p:cTn id="19"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xEl>
                                              <p:pRg st="9" end="9"/>
                                            </p:txEl>
                                          </p:spTgt>
                                        </p:tgtEl>
                                        <p:attrNameLst>
                                          <p:attrName>style.visibility</p:attrName>
                                        </p:attrNameLst>
                                      </p:cBhvr>
                                      <p:to>
                                        <p:strVal val="visible"/>
                                      </p:to>
                                    </p:set>
                                    <p:anim calcmode="lin" valueType="num">
                                      <p:cBhvr additive="base">
                                        <p:cTn id="25"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ctrTitle"/>
          </p:nvPr>
        </p:nvSpPr>
        <p:spPr>
          <a:xfrm>
            <a:off x="996778" y="0"/>
            <a:ext cx="11442672" cy="923132"/>
          </a:xfrm>
        </p:spPr>
        <p:txBody>
          <a:bodyPr/>
          <a:lstStyle/>
          <a:p>
            <a:r>
              <a:rPr lang="en-US" sz="4000" dirty="0"/>
              <a:t>Newton’s and Coulomb’s Law (Continued)</a:t>
            </a:r>
          </a:p>
        </p:txBody>
      </p:sp>
      <mc:AlternateContent xmlns:mc="http://schemas.openxmlformats.org/markup-compatibility/2006" xmlns:a14="http://schemas.microsoft.com/office/drawing/2010/main">
        <mc:Choice Requires="a14">
          <p:sp>
            <p:nvSpPr>
              <p:cNvPr id="7" name="Rectangle 6"/>
              <p:cNvSpPr/>
              <p:nvPr/>
            </p:nvSpPr>
            <p:spPr>
              <a:xfrm>
                <a:off x="187645" y="2889507"/>
                <a:ext cx="11620316" cy="389311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Newto</m:t>
                      </m:r>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p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n</m:t>
                          </m:r>
                        </m:e>
                        <m:sup>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sup>
                      </m:sSup>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Gravitational</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Law</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𝐅</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g</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21</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sSub>
                        <m:sSubPr>
                          <m:ctrlPr>
                            <a:rPr kumimoji="0" 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acc>
                            <m:accPr>
                              <m:chr m:val="̂"/>
                              <m:ctrlPr>
                                <a:rPr kumimoji="0" 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accPr>
                            <m:e>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e>
                          </m:acc>
                        </m:e>
                        <m:sub>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𝟏𝟐</m:t>
                          </m:r>
                        </m:sub>
                      </m:sSub>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fPr>
                        <m:num>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G</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m:t>
                              </m:r>
                            </m:sub>
                          </m:sSub>
                        </m:num>
                        <m:den>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R</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12</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m:t>
                              </m:r>
                            </m:sup>
                          </m:sSubSup>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N</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457200" marR="0" lvl="1"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Define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a</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gravitational</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field</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emanating</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from</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mass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m:t>
                          </m:r>
                        </m:e>
                        <m: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as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sSub>
                        <m:sSubPr>
                          <m:ctrlPr>
                            <a:rPr kumimoji="0" 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l-GR"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𝛙</m:t>
                          </m:r>
                        </m:e>
                        <m:sub>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𝟏</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sSub>
                        <m:sSubPr>
                          <m:ctrlPr>
                            <a:rPr kumimoji="0" 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acc>
                            <m:accPr>
                              <m:chr m:val="̂"/>
                              <m:ctrlPr>
                                <a:rPr kumimoji="0" 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accPr>
                            <m:e>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e>
                          </m:acc>
                        </m:e>
                        <m:sub>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𝟏𝟐</m:t>
                          </m:r>
                        </m:sub>
                      </m:sSub>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fPr>
                        <m:num>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G</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m:t>
                              </m:r>
                            </m:sub>
                          </m:sSub>
                        </m:num>
                        <m:den>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p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R</m:t>
                              </m:r>
                            </m:e>
                            <m:sup>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m:t>
                              </m:r>
                            </m:sup>
                          </m:sSup>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Then</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𝐅</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g</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21</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sSub>
                        <m:sSubPr>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l-GR"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𝛙</m:t>
                          </m:r>
                        </m:e>
                        <m:sub>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𝟏</m:t>
                          </m:r>
                        </m:sub>
                      </m:sSub>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m:t>
                          </m:r>
                        </m:e>
                        <m: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120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Coulombs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Law</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𝐅</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21</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sSub>
                        <m:sSubPr>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acc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e>
                          </m:acc>
                        </m:e>
                        <m:sub>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𝟏𝟐</m:t>
                          </m:r>
                        </m:sub>
                      </m:sSub>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fPr>
                        <m:num>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q</m:t>
                              </m:r>
                            </m:e>
                            <m: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m:t>
                              </m:r>
                            </m:sub>
                          </m:sSub>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q</m:t>
                              </m:r>
                            </m:e>
                            <m: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m:t>
                              </m:r>
                            </m:sub>
                          </m:sSub>
                        </m:num>
                        <m:den>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4</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πε</m:t>
                          </m:r>
                          <m:sSubSup>
                            <m:sSub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Sup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R</m:t>
                              </m:r>
                            </m:e>
                            <m: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12</m:t>
                              </m:r>
                            </m:sub>
                            <m:sup>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m:t>
                              </m:r>
                            </m:sup>
                          </m:sSubSup>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d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N</m:t>
                          </m:r>
                        </m:e>
                      </m:d>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lvl="1">
                  <a:defRPr/>
                </a:pPr>
                <a14:m>
                  <m:oMathPara xmlns:m="http://schemas.openxmlformats.org/officeDocument/2006/math">
                    <m:oMathParaPr>
                      <m:jc m:val="left"/>
                    </m:oMathParaPr>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Define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an</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electric</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field</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emanating</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from</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charge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q</m:t>
                          </m:r>
                        </m:e>
                        <m: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as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sSub>
                        <m:sSubPr>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𝐄</m:t>
                          </m:r>
                        </m:e>
                        <m:sub>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𝟏</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sSub>
                        <m:sSubPr>
                          <m:ctrlPr>
                            <a:rPr kumimoji="0" 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acc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e>
                          </m:acc>
                        </m:e>
                        <m:sub>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𝟏𝟐</m:t>
                          </m:r>
                        </m:sub>
                      </m:sSub>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fPr>
                        <m:num>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q</m:t>
                              </m:r>
                            </m:e>
                            <m: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m:t>
                              </m:r>
                            </m:sub>
                          </m:sSub>
                        </m:num>
                        <m:den>
                          <m: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4</m:t>
                          </m:r>
                          <m:r>
                            <m:rPr>
                              <m:sty m:val="p"/>
                            </m:rP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πε</m:t>
                          </m:r>
                          <m:sSubSup>
                            <m:sSubSupPr>
                              <m:ctrlPr>
                                <a:rPr lang="en-US" i="1">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SupPr>
                            <m:e>
                              <m:r>
                                <m:rPr>
                                  <m:sty m:val="p"/>
                                </m:rP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R</m:t>
                              </m:r>
                            </m:e>
                            <m:sub>
                              <m: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12</m:t>
                              </m:r>
                            </m:sub>
                            <m:sup>
                              <m: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2</m:t>
                              </m:r>
                            </m:sup>
                          </m:sSubSup>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Then</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𝐅</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21</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sSub>
                        <m:sSubPr>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𝐄</m:t>
                          </m:r>
                        </m:e>
                        <m:sub>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𝟏</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q</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lvl="1">
                  <a:defRPr/>
                </a:pPr>
                <a14:m>
                  <m:oMathPara xmlns:m="http://schemas.openxmlformats.org/officeDocument/2006/math">
                    <m:oMathParaPr>
                      <m:jc m:val="left"/>
                    </m:oMathParaPr>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The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electric</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field</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associated</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with</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a</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point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charge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is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given</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as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𝐄</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acc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e>
                      </m:acc>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fPr>
                        <m:num>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q</m:t>
                          </m:r>
                        </m:num>
                        <m:den>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p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4</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πεR</m:t>
                              </m:r>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m:t>
                              </m:r>
                            </m:sup>
                          </m:sSup>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r>
                        <m:rPr>
                          <m:nor/>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where</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acc>
                        <m:accPr>
                          <m:chr m:val="̂"/>
                          <m:ctrlPr>
                            <a:rPr lang="en-US" i="1">
                              <a:solidFill>
                                <a:srgbClr val="000000"/>
                              </a:solidFill>
                              <a:latin typeface="Cambria Math" panose="02040503050406030204" pitchFamily="18" charset="0"/>
                              <a:ea typeface="Cambria Math" panose="02040503050406030204" pitchFamily="18" charset="0"/>
                              <a:cs typeface="Arial" panose="020B0604020202020204" pitchFamily="34" charset="0"/>
                            </a:rPr>
                          </m:ctrlPr>
                        </m:accPr>
                        <m:e>
                          <m:r>
                            <a:rPr lang="en-US" b="1">
                              <a:solidFill>
                                <a:srgbClr val="000000"/>
                              </a:solidFill>
                              <a:latin typeface="Cambria Math" panose="02040503050406030204" pitchFamily="18" charset="0"/>
                              <a:ea typeface="Cambria Math" panose="02040503050406030204" pitchFamily="18" charset="0"/>
                              <a:cs typeface="Arial" panose="020B0604020202020204" pitchFamily="34" charset="0"/>
                            </a:rPr>
                            <m:t>𝐑</m:t>
                          </m:r>
                        </m:e>
                      </m:acc>
                      <m:r>
                        <m:rPr>
                          <m:nor/>
                        </m:rPr>
                        <a:rPr lang="en-US" b="0" i="0"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 </m:t>
                      </m:r>
                      <m:r>
                        <m:rPr>
                          <m:nor/>
                        </m:rPr>
                        <a:rPr lang="en-US" dirty="0">
                          <a:solidFill>
                            <a:srgbClr val="000000"/>
                          </a:solidFill>
                          <a:latin typeface="Cambria Math" panose="02040503050406030204" pitchFamily="18" charset="0"/>
                          <a:ea typeface="Cambria Math" panose="02040503050406030204" pitchFamily="18" charset="0"/>
                          <a:cs typeface="Arial" panose="020B0604020202020204" pitchFamily="34" charset="0"/>
                        </a:rPr>
                        <m:t>points</m:t>
                      </m:r>
                      <m:r>
                        <m:rPr>
                          <m:nor/>
                        </m:rPr>
                        <a:rPr lang="en-US" dirty="0">
                          <a:solidFill>
                            <a:srgbClr val="000000"/>
                          </a:solidFill>
                          <a:latin typeface="Cambria Math" panose="02040503050406030204" pitchFamily="18" charset="0"/>
                          <a:ea typeface="Cambria Math" panose="02040503050406030204" pitchFamily="18" charset="0"/>
                          <a:cs typeface="Arial" panose="020B0604020202020204" pitchFamily="34" charset="0"/>
                        </a:rPr>
                        <m:t> </m:t>
                      </m:r>
                      <m:r>
                        <m:rPr>
                          <m:nor/>
                        </m:rPr>
                        <a:rPr lang="en-US" dirty="0">
                          <a:solidFill>
                            <a:srgbClr val="000000"/>
                          </a:solidFill>
                          <a:latin typeface="Cambria Math" panose="02040503050406030204" pitchFamily="18" charset="0"/>
                          <a:ea typeface="Cambria Math" panose="02040503050406030204" pitchFamily="18" charset="0"/>
                          <a:cs typeface="Arial" panose="020B0604020202020204" pitchFamily="34" charset="0"/>
                        </a:rPr>
                        <m:t>radially</m:t>
                      </m:r>
                      <m:r>
                        <m:rPr>
                          <m:nor/>
                        </m:rPr>
                        <a:rPr lang="en-US" b="0" i="0" dirty="0"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 </m:t>
                      </m:r>
                      <m:r>
                        <m:rPr>
                          <m:nor/>
                        </m:rPr>
                        <a:rPr lang="en-US" b="0" i="0" dirty="0"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away</m:t>
                      </m:r>
                      <m:r>
                        <m:rPr>
                          <m:nor/>
                        </m:rPr>
                        <a:rPr lang="en-US" b="0" i="0" dirty="0"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 </m:t>
                      </m:r>
                      <m:r>
                        <m:rPr>
                          <m:nor/>
                        </m:rPr>
                        <a:rPr lang="en-US" b="0" i="0" dirty="0"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from</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lvl="1">
                  <a:defRPr/>
                </a:pPr>
                <a:r>
                  <a:rPr lang="en-US" dirty="0">
                    <a:solidFill>
                      <a:srgbClr val="000000"/>
                    </a:solidFill>
                    <a:latin typeface="Cambria Math" panose="02040503050406030204" pitchFamily="18" charset="0"/>
                    <a:ea typeface="Cambria Math" panose="02040503050406030204" pitchFamily="18" charset="0"/>
                    <a:cs typeface="Arial" panose="020B0604020202020204" pitchFamily="34" charset="0"/>
                  </a:rPr>
                  <a:t>charge q.</a:t>
                </a: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187645" y="2889507"/>
                <a:ext cx="11620316" cy="3893117"/>
              </a:xfrm>
              <a:prstGeom prst="rect">
                <a:avLst/>
              </a:prstGeom>
              <a:blipFill>
                <a:blip r:embed="rId3"/>
                <a:stretch>
                  <a:fillRect b="-617"/>
                </a:stretch>
              </a:blipFill>
            </p:spPr>
            <p:txBody>
              <a:bodyPr/>
              <a:lstStyle/>
              <a:p>
                <a:r>
                  <a:rPr lang="en-US">
                    <a:noFill/>
                  </a:rPr>
                  <a:t> </a:t>
                </a:r>
              </a:p>
            </p:txBody>
          </p:sp>
        </mc:Fallback>
      </mc:AlternateContent>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25368" y="923132"/>
            <a:ext cx="2932671" cy="1760822"/>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00801" y="923402"/>
            <a:ext cx="3414108" cy="1760552"/>
          </a:xfrm>
          <a:prstGeom prst="rect">
            <a:avLst/>
          </a:prstGeom>
        </p:spPr>
      </p:pic>
    </p:spTree>
    <p:extLst>
      <p:ext uri="{BB962C8B-B14F-4D97-AF65-F5344CB8AC3E}">
        <p14:creationId xmlns:p14="http://schemas.microsoft.com/office/powerpoint/2010/main" val="1533404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 calcmode="lin" valueType="num">
                                      <p:cBhvr additive="base">
                                        <p:cTn id="7"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anim calcmode="lin" valueType="num">
                                      <p:cBhvr additive="base">
                                        <p:cTn id="11"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xEl>
                                              <p:pRg st="6" end="6"/>
                                            </p:txEl>
                                          </p:spTgt>
                                        </p:tgtEl>
                                        <p:attrNameLst>
                                          <p:attrName>style.visibility</p:attrName>
                                        </p:attrNameLst>
                                      </p:cBhvr>
                                      <p:to>
                                        <p:strVal val="visible"/>
                                      </p:to>
                                    </p:set>
                                    <p:anim calcmode="lin" valueType="num">
                                      <p:cBhvr additive="base">
                                        <p:cTn id="15"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7">
                                            <p:txEl>
                                              <p:pRg st="7" end="7"/>
                                            </p:txEl>
                                          </p:spTgt>
                                        </p:tgtEl>
                                        <p:attrNameLst>
                                          <p:attrName>style.visibility</p:attrName>
                                        </p:attrNameLst>
                                      </p:cBhvr>
                                      <p:to>
                                        <p:strVal val="visible"/>
                                      </p:to>
                                    </p:set>
                                    <p:anim calcmode="lin" valueType="num">
                                      <p:cBhvr additive="base">
                                        <p:cTn id="19"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39829" y="0"/>
            <a:ext cx="3635589" cy="533400"/>
          </a:xfrm>
        </p:spPr>
        <p:txBody>
          <a:bodyPr>
            <a:noAutofit/>
          </a:bodyPr>
          <a:lstStyle/>
          <a:p>
            <a:pPr algn="ctr"/>
            <a:r>
              <a:rPr lang="en-US" sz="4000" dirty="0">
                <a:gradFill>
                  <a:gsLst>
                    <a:gs pos="14000">
                      <a:schemeClr val="accent5"/>
                    </a:gs>
                    <a:gs pos="64000">
                      <a:schemeClr val="tx2"/>
                    </a:gs>
                    <a:gs pos="100000">
                      <a:schemeClr val="tx2"/>
                    </a:gs>
                  </a:gsLst>
                  <a:lin ang="16200000" scaled="1"/>
                </a:gradFill>
                <a:cs typeface="Arial" panose="020B0604020202020204" pitchFamily="34" charset="0"/>
              </a:rPr>
              <a:t>Vector Addition</a:t>
            </a:r>
          </a:p>
        </p:txBody>
      </p:sp>
      <mc:AlternateContent xmlns:mc="http://schemas.openxmlformats.org/markup-compatibility/2006" xmlns:a14="http://schemas.microsoft.com/office/drawing/2010/main">
        <mc:Choice Requires="a14">
          <p:sp>
            <p:nvSpPr>
              <p:cNvPr id="8" name="Rectangle 7"/>
              <p:cNvSpPr/>
              <p:nvPr/>
            </p:nvSpPr>
            <p:spPr>
              <a:xfrm>
                <a:off x="192738" y="792884"/>
                <a:ext cx="11846010" cy="55806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342900" marR="0" lvl="0" indent="-342900" algn="l" defTabSz="914400" rtl="0" eaLnBrk="1" fontAlgn="auto" latinLnBrk="0" hangingPunct="1">
                  <a:lnSpc>
                    <a:spcPct val="107000"/>
                  </a:lnSpc>
                  <a:spcBef>
                    <a:spcPts val="0"/>
                  </a:spcBef>
                  <a:spcAft>
                    <a:spcPts val="800"/>
                  </a:spcAft>
                  <a:buClrTx/>
                  <a:buSzTx/>
                  <a:buFont typeface="Arial" panose="020B0604020202020204" pitchFamily="34" charset="0"/>
                  <a:buChar char="•"/>
                  <a:tabLst/>
                  <a:defRPr/>
                </a:pPr>
                <a:endParaRPr kumimoji="0" lang="en-US" sz="20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a:p>
                <a:pPr marL="457200" marR="0" lvl="1" indent="0" algn="l" defTabSz="914400" rtl="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left"/>
                    </m:oMathParaPr>
                    <m:oMath xmlns:m="http://schemas.openxmlformats.org/officeDocument/2006/math">
                      <m:r>
                        <a:rPr kumimoji="0" lang="en-US" sz="20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𝐀</m:t>
                      </m:r>
                      <m: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m:t>
                      </m:r>
                      <m:acc>
                        <m:accPr>
                          <m:chr m:val="̂"/>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accPr>
                        <m:e>
                          <m:r>
                            <a:rPr kumimoji="0" lang="en-US" sz="2000" b="1"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𝐱</m:t>
                          </m:r>
                        </m:e>
                      </m:acc>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1+</m:t>
                      </m:r>
                      <m:acc>
                        <m:accPr>
                          <m:chr m:val="̂"/>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accPr>
                        <m:e>
                          <m:r>
                            <a:rPr kumimoji="0" lang="en-US" sz="2000" b="1"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𝐲</m:t>
                          </m:r>
                        </m:e>
                      </m:acc>
                      <m: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2.</m:t>
                      </m:r>
                      <m:r>
                        <a:rPr kumimoji="0" lang="en-US" sz="2000" b="1"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   </m:t>
                      </m:r>
                      <m:r>
                        <a:rPr kumimoji="0" lang="en-US" sz="2000" b="1"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𝐁</m:t>
                      </m:r>
                      <m: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m:t>
                      </m:r>
                      <m:acc>
                        <m:accPr>
                          <m:chr m:val="̂"/>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accPr>
                        <m:e>
                          <m:r>
                            <a:rPr kumimoji="0" lang="en-US" sz="2000" b="1"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𝐱</m:t>
                          </m:r>
                        </m:e>
                      </m:acc>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3</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m:t>
                      </m:r>
                      <m:acc>
                        <m:accPr>
                          <m:chr m:val="̂"/>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accPr>
                        <m:e>
                          <m:r>
                            <a:rPr kumimoji="0" lang="en-US" sz="2000" b="1"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𝐲</m:t>
                          </m:r>
                        </m:e>
                      </m:acc>
                      <m: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1</m:t>
                      </m:r>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 </m:t>
                      </m:r>
                    </m:oMath>
                  </m:oMathPara>
                </a14:m>
                <a:endParaRPr kumimoji="0" lang="en-US" sz="2000" b="0" i="1" u="none" strike="noStrike" kern="1200" cap="none" spc="0" normalizeH="0" baseline="0" noProof="0" dirty="0">
                  <a:ln>
                    <a:noFill/>
                  </a:ln>
                  <a:solidFill>
                    <a:srgbClr val="000000"/>
                  </a:solidFill>
                  <a:effectLst/>
                  <a:uLnTx/>
                  <a:uFillTx/>
                  <a:latin typeface="Cambria Math" panose="02040503050406030204" pitchFamily="18" charset="0"/>
                  <a:ea typeface="+mn-ea"/>
                  <a:cs typeface="Times New Roman" panose="02020603050405020304" pitchFamily="18" charset="0"/>
                </a:endParaRPr>
              </a:p>
              <a:p>
                <a:pPr marL="457200" marR="0" lvl="1" indent="0" algn="l" defTabSz="914400" rtl="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left"/>
                    </m:oMathParaPr>
                    <m:oMath xmlns:m="http://schemas.openxmlformats.org/officeDocument/2006/math">
                      <m:r>
                        <a:rPr kumimoji="0" lang="en-US" sz="20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𝐂</m:t>
                      </m:r>
                      <m:r>
                        <a:rPr kumimoji="0" lang="en-US" sz="20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n-US" sz="20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𝐀</m:t>
                      </m:r>
                      <m:r>
                        <a:rPr kumimoji="0" lang="en-US" sz="20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n-US" sz="20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𝐁</m:t>
                      </m:r>
                      <m: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m:t>
                      </m:r>
                      <m:acc>
                        <m:accPr>
                          <m:chr m:val="̂"/>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accPr>
                        <m:e>
                          <m:r>
                            <a:rPr kumimoji="0" lang="en-US" sz="2000" b="1"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𝐱</m:t>
                          </m:r>
                        </m:e>
                      </m:acc>
                      <m:d>
                        <m:d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ctrlPr>
                        </m:dPr>
                        <m:e>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1+3</m:t>
                          </m:r>
                        </m:e>
                      </m:d>
                      <m: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m:t>
                      </m:r>
                      <m:acc>
                        <m:accPr>
                          <m:chr m:val="̂"/>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accPr>
                        <m:e>
                          <m:r>
                            <a:rPr kumimoji="0" lang="en-US" sz="2000" b="1"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𝐲</m:t>
                          </m:r>
                        </m:e>
                      </m:acc>
                      <m:d>
                        <m:d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ctrlPr>
                        </m:dPr>
                        <m:e>
                          <m: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2+1</m:t>
                          </m:r>
                        </m:e>
                      </m:d>
                      <m: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m:t>
                      </m:r>
                      <m:acc>
                        <m:accPr>
                          <m:chr m:val="̂"/>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accPr>
                        <m:e>
                          <m:r>
                            <a:rPr kumimoji="0" lang="en-US" sz="2000" b="1"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𝐱</m:t>
                          </m:r>
                        </m:e>
                      </m:acc>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4</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m:t>
                      </m:r>
                      <m:acc>
                        <m:accPr>
                          <m:chr m:val="̂"/>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accPr>
                        <m:e>
                          <m:r>
                            <a:rPr kumimoji="0" lang="en-US" sz="2000" b="1"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𝐲</m:t>
                          </m:r>
                        </m:e>
                      </m:acc>
                      <m: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3.</m:t>
                      </m:r>
                    </m:oMath>
                  </m:oMathPara>
                </a14:m>
                <a:endParaRPr kumimoji="0" lang="en-US" sz="20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a:p>
                <a:pPr marL="457200" marR="0" lvl="1" indent="0" algn="ctr" defTabSz="914400" rtl="0" eaLnBrk="1" fontAlgn="auto" latinLnBrk="0" hangingPunct="1">
                  <a:lnSpc>
                    <a:spcPct val="107000"/>
                  </a:lnSpc>
                  <a:spcBef>
                    <a:spcPts val="0"/>
                  </a:spcBef>
                  <a:spcAft>
                    <a:spcPts val="8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a:p>
                <a:pPr marL="457200" marR="0" lvl="1" indent="0" algn="ctr" defTabSz="914400" rtl="0" eaLnBrk="1" fontAlgn="auto" latinLnBrk="0" hangingPunct="1">
                  <a:lnSpc>
                    <a:spcPct val="107000"/>
                  </a:lnSpc>
                  <a:spcBef>
                    <a:spcPts val="0"/>
                  </a:spcBef>
                  <a:spcAft>
                    <a:spcPts val="8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a:p>
                <a:pPr marL="457200" marR="0" lvl="1" indent="0" algn="ctr" defTabSz="914400" rtl="0" eaLnBrk="1" fontAlgn="auto" latinLnBrk="0" hangingPunct="1">
                  <a:lnSpc>
                    <a:spcPct val="107000"/>
                  </a:lnSpc>
                  <a:spcBef>
                    <a:spcPts val="0"/>
                  </a:spcBef>
                  <a:spcAft>
                    <a:spcPts val="8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a:p>
                <a:pPr marL="457200" marR="0" lvl="1" indent="0" algn="ctr" defTabSz="914400" rtl="0" eaLnBrk="1" fontAlgn="auto" latinLnBrk="0" hangingPunct="1">
                  <a:lnSpc>
                    <a:spcPct val="107000"/>
                  </a:lnSpc>
                  <a:spcBef>
                    <a:spcPts val="0"/>
                  </a:spcBef>
                  <a:spcAft>
                    <a:spcPts val="8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a:p>
                <a:pPr marL="457200" marR="0" lvl="1" indent="0" algn="ctr" defTabSz="914400" rtl="0" eaLnBrk="1" fontAlgn="auto" latinLnBrk="0" hangingPunct="1">
                  <a:lnSpc>
                    <a:spcPct val="107000"/>
                  </a:lnSpc>
                  <a:spcBef>
                    <a:spcPts val="0"/>
                  </a:spcBef>
                  <a:spcAft>
                    <a:spcPts val="8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a:p>
                <a:pPr marL="457200" marR="0" lvl="1" indent="0" algn="ctr" defTabSz="914400" rtl="0" eaLnBrk="1" fontAlgn="auto" latinLnBrk="0" hangingPunct="1">
                  <a:lnSpc>
                    <a:spcPct val="107000"/>
                  </a:lnSpc>
                  <a:spcBef>
                    <a:spcPts val="0"/>
                  </a:spcBef>
                  <a:spcAft>
                    <a:spcPts val="8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a:p>
                <a:pPr marL="457200" marR="0" lvl="1" indent="0" algn="ctr" defTabSz="914400" rtl="0" eaLnBrk="1" fontAlgn="auto" latinLnBrk="0" hangingPunct="1">
                  <a:lnSpc>
                    <a:spcPct val="107000"/>
                  </a:lnSpc>
                  <a:spcBef>
                    <a:spcPts val="0"/>
                  </a:spcBef>
                  <a:spcAft>
                    <a:spcPts val="8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a:p>
                <a:pPr marL="457200" marR="0" lvl="1" indent="0" algn="ctr" defTabSz="914400" rtl="0" eaLnBrk="1" fontAlgn="auto" latinLnBrk="0" hangingPunct="1">
                  <a:lnSpc>
                    <a:spcPct val="107000"/>
                  </a:lnSpc>
                  <a:spcBef>
                    <a:spcPts val="0"/>
                  </a:spcBef>
                  <a:spcAft>
                    <a:spcPts val="8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a:p>
                <a:pPr marL="457200" marR="0" lvl="1" indent="0" algn="ctr" defTabSz="914400" rtl="0" eaLnBrk="1" fontAlgn="auto" latinLnBrk="0" hangingPunct="1">
                  <a:lnSpc>
                    <a:spcPct val="107000"/>
                  </a:lnSpc>
                  <a:spcBef>
                    <a:spcPts val="0"/>
                  </a:spcBef>
                  <a:spcAft>
                    <a:spcPts val="8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a:p>
                <a:pPr marL="457200" marR="0" lvl="1" indent="0" algn="ctr" defTabSz="914400" rtl="0" eaLnBrk="1" fontAlgn="auto" latinLnBrk="0" hangingPunct="1">
                  <a:lnSpc>
                    <a:spcPct val="107000"/>
                  </a:lnSpc>
                  <a:spcBef>
                    <a:spcPts val="0"/>
                  </a:spcBef>
                  <a:spcAft>
                    <a:spcPts val="8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8" name="Rectangle 7"/>
              <p:cNvSpPr>
                <a:spLocks noRot="1" noChangeAspect="1" noMove="1" noResize="1" noEditPoints="1" noAdjustHandles="1" noChangeArrowheads="1" noChangeShapeType="1" noTextEdit="1"/>
              </p:cNvSpPr>
              <p:nvPr/>
            </p:nvSpPr>
            <p:spPr>
              <a:xfrm>
                <a:off x="192738" y="792884"/>
                <a:ext cx="11846010" cy="5580630"/>
              </a:xfrm>
              <a:prstGeom prst="rect">
                <a:avLst/>
              </a:prstGeom>
              <a:blipFill>
                <a:blip r:embed="rId3"/>
                <a:stretch>
                  <a:fillRect/>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7E650BE7-4565-C82D-3152-940477BADB8C}"/>
              </a:ext>
            </a:extLst>
          </p:cNvPr>
          <p:cNvPicPr>
            <a:picLocks noChangeAspect="1"/>
          </p:cNvPicPr>
          <p:nvPr/>
        </p:nvPicPr>
        <p:blipFill>
          <a:blip r:embed="rId4"/>
          <a:stretch>
            <a:fillRect/>
          </a:stretch>
        </p:blipFill>
        <p:spPr>
          <a:xfrm>
            <a:off x="1754176" y="2844500"/>
            <a:ext cx="7440063" cy="3381847"/>
          </a:xfrm>
          <a:prstGeom prst="rect">
            <a:avLst/>
          </a:prstGeom>
        </p:spPr>
      </p:pic>
    </p:spTree>
    <p:extLst>
      <p:ext uri="{BB962C8B-B14F-4D97-AF65-F5344CB8AC3E}">
        <p14:creationId xmlns:p14="http://schemas.microsoft.com/office/powerpoint/2010/main" val="13943747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39829" y="8965"/>
            <a:ext cx="3911865" cy="533400"/>
          </a:xfrm>
        </p:spPr>
        <p:txBody>
          <a:bodyPr>
            <a:noAutofit/>
          </a:bodyPr>
          <a:lstStyle/>
          <a:p>
            <a:pPr algn="ctr"/>
            <a:r>
              <a:rPr lang="en-US" sz="4000" dirty="0">
                <a:gradFill>
                  <a:gsLst>
                    <a:gs pos="14000">
                      <a:schemeClr val="accent5"/>
                    </a:gs>
                    <a:gs pos="64000">
                      <a:schemeClr val="tx2"/>
                    </a:gs>
                    <a:gs pos="100000">
                      <a:schemeClr val="tx2"/>
                    </a:gs>
                  </a:gsLst>
                  <a:lin ang="16200000" scaled="1"/>
                </a:gradFill>
                <a:cs typeface="Arial" panose="020B0604020202020204" pitchFamily="34" charset="0"/>
              </a:rPr>
              <a:t>Vector Subtraction</a:t>
            </a:r>
          </a:p>
        </p:txBody>
      </p:sp>
      <mc:AlternateContent xmlns:mc="http://schemas.openxmlformats.org/markup-compatibility/2006" xmlns:a14="http://schemas.microsoft.com/office/drawing/2010/main">
        <mc:Choice Requires="a14">
          <p:sp>
            <p:nvSpPr>
              <p:cNvPr id="8" name="Rectangle 7"/>
              <p:cNvSpPr/>
              <p:nvPr/>
            </p:nvSpPr>
            <p:spPr>
              <a:xfrm>
                <a:off x="192738" y="683156"/>
                <a:ext cx="11846010" cy="601254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342900" marR="0" lvl="0" indent="-342900" algn="l" defTabSz="914400" rtl="0" eaLnBrk="1" fontAlgn="auto" latinLnBrk="0" hangingPunct="1">
                  <a:lnSpc>
                    <a:spcPct val="107000"/>
                  </a:lnSpc>
                  <a:spcBef>
                    <a:spcPts val="0"/>
                  </a:spcBef>
                  <a:spcAft>
                    <a:spcPts val="800"/>
                  </a:spcAft>
                  <a:buClrTx/>
                  <a:buSzTx/>
                  <a:buFont typeface="Arial" panose="020B0604020202020204" pitchFamily="34" charset="0"/>
                  <a:buChar char="•"/>
                  <a:tabLst/>
                  <a:defRPr/>
                </a:pPr>
                <a:endParaRPr kumimoji="0" lang="en-US" sz="20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a:p>
                <a:pPr marL="457200" marR="0" lvl="1" indent="0" algn="l" defTabSz="914400" rtl="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left"/>
                    </m:oMathParaPr>
                    <m:oMath xmlns:m="http://schemas.openxmlformats.org/officeDocument/2006/math">
                      <m:r>
                        <a:rPr kumimoji="0" lang="en-US" sz="20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𝐀</m:t>
                      </m:r>
                      <m: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m:t>
                      </m:r>
                      <m:acc>
                        <m:accPr>
                          <m:chr m:val="̂"/>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accPr>
                        <m:e>
                          <m:r>
                            <a:rPr kumimoji="0" lang="en-US" sz="2000" b="1"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𝐱</m:t>
                          </m:r>
                        </m:e>
                      </m:acc>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1+</m:t>
                      </m:r>
                      <m:acc>
                        <m:accPr>
                          <m:chr m:val="̂"/>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accPr>
                        <m:e>
                          <m:r>
                            <a:rPr kumimoji="0" lang="en-US" sz="2000" b="1"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𝐲</m:t>
                          </m:r>
                        </m:e>
                      </m:acc>
                      <m: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2.</m:t>
                      </m:r>
                      <m:r>
                        <a:rPr kumimoji="0" lang="en-US" sz="2000" b="1"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   </m:t>
                      </m:r>
                      <m:r>
                        <a:rPr kumimoji="0" lang="en-US" sz="2000" b="1"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𝐁</m:t>
                      </m:r>
                      <m: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m:t>
                      </m:r>
                      <m:acc>
                        <m:accPr>
                          <m:chr m:val="̂"/>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accPr>
                        <m:e>
                          <m:r>
                            <a:rPr kumimoji="0" lang="en-US" sz="2000" b="1"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𝐱</m:t>
                          </m:r>
                        </m:e>
                      </m:acc>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3</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m:t>
                      </m:r>
                      <m:acc>
                        <m:accPr>
                          <m:chr m:val="̂"/>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accPr>
                        <m:e>
                          <m:r>
                            <a:rPr kumimoji="0" lang="en-US" sz="2000" b="1"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𝐲</m:t>
                          </m:r>
                        </m:e>
                      </m:acc>
                      <m: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1</m:t>
                      </m:r>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 </m:t>
                      </m:r>
                    </m:oMath>
                  </m:oMathPara>
                </a14:m>
                <a:endParaRPr kumimoji="0" lang="en-US" sz="2000" b="0" i="1" u="none" strike="noStrike" kern="1200" cap="none" spc="0" normalizeH="0" baseline="0" noProof="0" dirty="0">
                  <a:ln>
                    <a:noFill/>
                  </a:ln>
                  <a:solidFill>
                    <a:srgbClr val="000000"/>
                  </a:solidFill>
                  <a:effectLst/>
                  <a:uLnTx/>
                  <a:uFillTx/>
                  <a:latin typeface="Cambria Math" panose="02040503050406030204" pitchFamily="18" charset="0"/>
                  <a:ea typeface="+mn-ea"/>
                  <a:cs typeface="Times New Roman" panose="02020603050405020304" pitchFamily="18" charset="0"/>
                </a:endParaRPr>
              </a:p>
              <a:p>
                <a:pPr marL="457200" marR="0" lvl="1" indent="0" algn="l" defTabSz="914400" rtl="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left"/>
                    </m:oMathParaPr>
                    <m:oMath xmlns:m="http://schemas.openxmlformats.org/officeDocument/2006/math">
                      <m:r>
                        <a:rPr kumimoji="0" lang="en-US" sz="20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𝐂</m:t>
                      </m:r>
                      <m:r>
                        <a:rPr kumimoji="0" lang="en-US" sz="20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n-US" sz="20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𝐀</m:t>
                      </m:r>
                      <m:r>
                        <a:rPr kumimoji="0" lang="en-US" sz="20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n-US" sz="20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𝐁</m:t>
                      </m:r>
                      <m: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m:t>
                      </m:r>
                      <m:acc>
                        <m:accPr>
                          <m:chr m:val="̂"/>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accPr>
                        <m:e>
                          <m:r>
                            <a:rPr kumimoji="0" lang="en-US" sz="2000" b="1"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𝐱</m:t>
                          </m:r>
                        </m:e>
                      </m:acc>
                      <m:d>
                        <m:d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ctrlPr>
                        </m:dPr>
                        <m:e>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1−3</m:t>
                          </m:r>
                        </m:e>
                      </m:d>
                      <m: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m:t>
                      </m:r>
                      <m:acc>
                        <m:accPr>
                          <m:chr m:val="̂"/>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accPr>
                        <m:e>
                          <m:r>
                            <a:rPr kumimoji="0" lang="en-US" sz="2000" b="1"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𝐲</m:t>
                          </m:r>
                        </m:e>
                      </m:acc>
                      <m:d>
                        <m:d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ctrlPr>
                        </m:dPr>
                        <m:e>
                          <m: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2−1</m:t>
                          </m:r>
                        </m:e>
                      </m:d>
                      <m: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m:t>
                      </m:r>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m:t>
                      </m:r>
                      <m:acc>
                        <m:accPr>
                          <m:chr m:val="̂"/>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accPr>
                        <m:e>
                          <m:r>
                            <a:rPr kumimoji="0" lang="en-US" sz="2000" b="1"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𝐱</m:t>
                          </m:r>
                        </m:e>
                      </m:acc>
                      <m:r>
                        <a:rPr kumimoji="0" lang="en-US" sz="20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𝟐</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m:t>
                      </m:r>
                      <m:acc>
                        <m:accPr>
                          <m:chr m:val="̂"/>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accPr>
                        <m:e>
                          <m:r>
                            <a:rPr kumimoji="0" lang="en-US" sz="2000" b="1"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𝐲</m:t>
                          </m:r>
                        </m:e>
                      </m:acc>
                      <m: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1.</m:t>
                      </m:r>
                    </m:oMath>
                  </m:oMathPara>
                </a14:m>
                <a:endParaRPr kumimoji="0" lang="en-US" sz="20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a:p>
                <a:pPr marL="457200" marR="0" lvl="1" indent="0" algn="ctr" defTabSz="914400" rtl="0" eaLnBrk="1" fontAlgn="auto" latinLnBrk="0" hangingPunct="1">
                  <a:lnSpc>
                    <a:spcPct val="107000"/>
                  </a:lnSpc>
                  <a:spcBef>
                    <a:spcPts val="0"/>
                  </a:spcBef>
                  <a:spcAft>
                    <a:spcPts val="8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a:p>
                <a:pPr marL="457200" marR="0" lvl="1" indent="0" algn="ctr" defTabSz="914400" rtl="0" eaLnBrk="1" fontAlgn="auto" latinLnBrk="0" hangingPunct="1">
                  <a:lnSpc>
                    <a:spcPct val="107000"/>
                  </a:lnSpc>
                  <a:spcBef>
                    <a:spcPts val="0"/>
                  </a:spcBef>
                  <a:spcAft>
                    <a:spcPts val="8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a:p>
                <a:pPr marL="457200" marR="0" lvl="1" indent="0" algn="ctr" defTabSz="914400" rtl="0" eaLnBrk="1" fontAlgn="auto" latinLnBrk="0" hangingPunct="1">
                  <a:lnSpc>
                    <a:spcPct val="107000"/>
                  </a:lnSpc>
                  <a:spcBef>
                    <a:spcPts val="0"/>
                  </a:spcBef>
                  <a:spcAft>
                    <a:spcPts val="8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a:p>
                <a:pPr marL="457200" marR="0" lvl="1" indent="0" algn="ctr" defTabSz="914400" rtl="0" eaLnBrk="1" fontAlgn="auto" latinLnBrk="0" hangingPunct="1">
                  <a:lnSpc>
                    <a:spcPct val="107000"/>
                  </a:lnSpc>
                  <a:spcBef>
                    <a:spcPts val="0"/>
                  </a:spcBef>
                  <a:spcAft>
                    <a:spcPts val="8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a:p>
                <a:pPr marL="457200" marR="0" lvl="1" indent="0" algn="ctr" defTabSz="914400" rtl="0" eaLnBrk="1" fontAlgn="auto" latinLnBrk="0" hangingPunct="1">
                  <a:lnSpc>
                    <a:spcPct val="107000"/>
                  </a:lnSpc>
                  <a:spcBef>
                    <a:spcPts val="0"/>
                  </a:spcBef>
                  <a:spcAft>
                    <a:spcPts val="8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a:p>
                <a:pPr marL="457200" marR="0" lvl="1" indent="0" algn="ctr" defTabSz="914400" rtl="0" eaLnBrk="1" fontAlgn="auto" latinLnBrk="0" hangingPunct="1">
                  <a:lnSpc>
                    <a:spcPct val="107000"/>
                  </a:lnSpc>
                  <a:spcBef>
                    <a:spcPts val="0"/>
                  </a:spcBef>
                  <a:spcAft>
                    <a:spcPts val="8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a:p>
                <a:pPr marL="457200" marR="0" lvl="1" indent="0" algn="ctr" defTabSz="914400" rtl="0" eaLnBrk="1" fontAlgn="auto" latinLnBrk="0" hangingPunct="1">
                  <a:lnSpc>
                    <a:spcPct val="107000"/>
                  </a:lnSpc>
                  <a:spcBef>
                    <a:spcPts val="0"/>
                  </a:spcBef>
                  <a:spcAft>
                    <a:spcPts val="8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a:p>
                <a:pPr marL="457200" marR="0" lvl="1" indent="0" algn="ctr" defTabSz="914400" rtl="0" eaLnBrk="1" fontAlgn="auto" latinLnBrk="0" hangingPunct="1">
                  <a:lnSpc>
                    <a:spcPct val="107000"/>
                  </a:lnSpc>
                  <a:spcBef>
                    <a:spcPts val="0"/>
                  </a:spcBef>
                  <a:spcAft>
                    <a:spcPts val="8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a:p>
                <a:pPr marL="457200" marR="0" lvl="1" indent="0" algn="ctr" defTabSz="914400" rtl="0" eaLnBrk="1" fontAlgn="auto" latinLnBrk="0" hangingPunct="1">
                  <a:lnSpc>
                    <a:spcPct val="107000"/>
                  </a:lnSpc>
                  <a:spcBef>
                    <a:spcPts val="0"/>
                  </a:spcBef>
                  <a:spcAft>
                    <a:spcPts val="8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a:p>
                <a:pPr marL="457200" marR="0" lvl="1" indent="0" algn="ctr" defTabSz="914400" rtl="0" eaLnBrk="1" fontAlgn="auto" latinLnBrk="0" hangingPunct="1">
                  <a:lnSpc>
                    <a:spcPct val="107000"/>
                  </a:lnSpc>
                  <a:spcBef>
                    <a:spcPts val="0"/>
                  </a:spcBef>
                  <a:spcAft>
                    <a:spcPts val="8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a:p>
                <a:pPr marL="457200" marR="0" lvl="1" indent="0" algn="ctr" defTabSz="914400" rtl="0" eaLnBrk="1" fontAlgn="auto" latinLnBrk="0" hangingPunct="1">
                  <a:lnSpc>
                    <a:spcPct val="107000"/>
                  </a:lnSpc>
                  <a:spcBef>
                    <a:spcPts val="0"/>
                  </a:spcBef>
                  <a:spcAft>
                    <a:spcPts val="8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8" name="Rectangle 7"/>
              <p:cNvSpPr>
                <a:spLocks noRot="1" noChangeAspect="1" noMove="1" noResize="1" noEditPoints="1" noAdjustHandles="1" noChangeArrowheads="1" noChangeShapeType="1" noTextEdit="1"/>
              </p:cNvSpPr>
              <p:nvPr/>
            </p:nvSpPr>
            <p:spPr>
              <a:xfrm>
                <a:off x="192738" y="683156"/>
                <a:ext cx="11846010" cy="6012543"/>
              </a:xfrm>
              <a:prstGeom prst="rect">
                <a:avLst/>
              </a:prstGeom>
              <a:blipFill>
                <a:blip r:embed="rId3"/>
                <a:stretch>
                  <a:fillRect/>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83B156A8-A8D8-F3F2-A87E-711AF479D208}"/>
              </a:ext>
            </a:extLst>
          </p:cNvPr>
          <p:cNvPicPr>
            <a:picLocks noChangeAspect="1"/>
          </p:cNvPicPr>
          <p:nvPr/>
        </p:nvPicPr>
        <p:blipFill>
          <a:blip r:embed="rId4"/>
          <a:stretch>
            <a:fillRect/>
          </a:stretch>
        </p:blipFill>
        <p:spPr>
          <a:xfrm>
            <a:off x="689840" y="2370095"/>
            <a:ext cx="10355120" cy="4239217"/>
          </a:xfrm>
          <a:prstGeom prst="rect">
            <a:avLst/>
          </a:prstGeom>
        </p:spPr>
      </p:pic>
    </p:spTree>
    <p:extLst>
      <p:ext uri="{BB962C8B-B14F-4D97-AF65-F5344CB8AC3E}">
        <p14:creationId xmlns:p14="http://schemas.microsoft.com/office/powerpoint/2010/main" val="40115795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ctrTitle"/>
          </p:nvPr>
        </p:nvSpPr>
        <p:spPr>
          <a:xfrm>
            <a:off x="4250972" y="0"/>
            <a:ext cx="5311470" cy="923132"/>
          </a:xfrm>
        </p:spPr>
        <p:txBody>
          <a:bodyPr/>
          <a:lstStyle/>
          <a:p>
            <a:r>
              <a:rPr lang="en-US" sz="4000"/>
              <a:t>Electric Fields</a:t>
            </a:r>
          </a:p>
        </p:txBody>
      </p:sp>
      <mc:AlternateContent xmlns:mc="http://schemas.openxmlformats.org/markup-compatibility/2006" xmlns:a14="http://schemas.microsoft.com/office/drawing/2010/main">
        <mc:Choice Requires="a14">
          <p:sp>
            <p:nvSpPr>
              <p:cNvPr id="7" name="Rectangle 6"/>
              <p:cNvSpPr/>
              <p:nvPr/>
            </p:nvSpPr>
            <p:spPr>
              <a:xfrm>
                <a:off x="80630" y="568374"/>
                <a:ext cx="12022882" cy="620823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342900" marR="0" lvl="0" indent="-342900" algn="l" defTabSz="914400" rtl="0" eaLnBrk="1" fontAlgn="auto" latinLnBrk="0" hangingPunct="1">
                  <a:lnSpc>
                    <a:spcPct val="100000"/>
                  </a:lnSpc>
                  <a:spcBef>
                    <a:spcPts val="0"/>
                  </a:spcBef>
                  <a:spcAft>
                    <a:spcPts val="24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Electric Field Intensity</a:t>
                </a:r>
                <a:r>
                  <a:rPr kumimoji="0" lang="en-US" sz="1800" b="0" i="0" u="none" strike="noStrike" kern="1200" cap="none" spc="0" normalizeH="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quantifies the</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Force per charge, i.e., </a:t>
                </a:r>
                <a14:m>
                  <m:oMath xmlns:m="http://schemas.openxmlformats.org/officeDocument/2006/math">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𝐄</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accPr>
                      <m:e>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e>
                    </m:acc>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fPr>
                      <m:num>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q</m:t>
                        </m:r>
                      </m:num>
                      <m:den>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4</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πε</m:t>
                        </m:r>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p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R</m:t>
                            </m:r>
                          </m:e>
                          <m:sup>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m:t>
                            </m:r>
                          </m:sup>
                        </m:sSup>
                      </m:den>
                    </m:f>
                    <m:f>
                      <m:fPr>
                        <m:type m:val="lin"/>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fPr>
                      <m:num>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N</m:t>
                        </m:r>
                      </m:num>
                      <m:den>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C</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f>
                          <m:fPr>
                            <m:type m:val="lin"/>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fPr>
                          <m:num>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V</m:t>
                            </m:r>
                          </m:num>
                          <m:den>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m:t>
                            </m:r>
                          </m:den>
                        </m:f>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where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oMath>
                </a14:m>
                <a:r>
                  <a:rPr kumimoji="0" lang="el-GR"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ε</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  is the permittivity of the material separating the charges. </a:t>
                </a:r>
              </a:p>
              <a:p>
                <a:pPr marL="342900" marR="0" lvl="0" indent="-34290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Force per charge also has units of volts per meter.</a:t>
                </a:r>
              </a:p>
              <a:p>
                <a:pPr marL="285750" marR="0" lvl="0" indent="-28575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14:m>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𝐅</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e</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q</m:t>
                        </m:r>
                      </m:e>
                      <m:sup>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up>
                    </m:sSup>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𝐄</m:t>
                    </m:r>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where</m:t>
                    </m:r>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p>
                      <m:sSupPr>
                        <m:ctrlPr>
                          <a:rPr kumimoji="0" 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q</m:t>
                        </m:r>
                      </m:e>
                      <m:sup>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up>
                    </m:sSup>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test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charge</m:t>
                    </m:r>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placed</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in</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the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electric</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field</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𝐄</m:t>
                    </m:r>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endPar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For the point P at </a:t>
                </a:r>
                <a:r>
                  <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R</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14:m>
                  <m:oMath xmlns:m="http://schemas.openxmlformats.org/officeDocument/2006/math">
                    <m:sSub>
                      <m:sSubPr>
                        <m:ctrlPr>
                          <a:rPr kumimoji="0" 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𝐄</m:t>
                        </m:r>
                      </m:e>
                      <m:sub>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𝟏</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due to point charge q</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1</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is determined as follows: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457200" marR="0" lvl="1"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𝐄</m:t>
                          </m:r>
                        </m:e>
                        <m:sub>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𝟏</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sSub>
                        <m:sSubPr>
                          <m:ctrlPr>
                            <a:rPr kumimoji="0" 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kumimoji="0" 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accPr>
                            <m:e>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e>
                          </m:acc>
                        </m:e>
                        <m:sub>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𝟏</m:t>
                          </m:r>
                        </m:sub>
                      </m:sSub>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fPr>
                        <m:num>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q</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m:t>
                              </m:r>
                            </m:sub>
                          </m:sSub>
                        </m:num>
                        <m:den>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4</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πε</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pPr>
                            <m:e>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d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sSub>
                                    <m:sSubPr>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e>
                                    <m:sub>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𝟏</m:t>
                                      </m:r>
                                    </m:sub>
                                  </m:sSub>
                                </m:e>
                              </m:d>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m:t>
                              </m:r>
                            </m:sup>
                          </m:sSup>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fPr>
                        <m:num>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q</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sSub>
                            <m:sSubPr>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e>
                            <m:sub>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𝟏</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num>
                        <m:den>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4</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πε</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pPr>
                            <m:e>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d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sSub>
                                    <m:sSubPr>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e>
                                    <m:sub>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𝟏</m:t>
                                      </m:r>
                                    </m:sub>
                                  </m:sSub>
                                </m:e>
                              </m:d>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3</m:t>
                              </m:r>
                            </m:sup>
                          </m:sSup>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V</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since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sSub>
                        <m:sSubPr>
                          <m:ctrlPr>
                            <a:rPr kumimoji="0" 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kumimoji="0" 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accPr>
                            <m:e>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e>
                          </m:acc>
                        </m:e>
                        <m:sub>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𝟏</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f>
                        <m:fPr>
                          <m:type m:val="li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sSub>
                            <m:sSubPr>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e>
                            <m:sub>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𝟏</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num>
                        <m:den>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d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sSub>
                                <m:sSubPr>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e>
                                <m:sub>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𝟏</m:t>
                                  </m:r>
                                </m:sub>
                              </m:sSub>
                            </m:e>
                          </m: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den>
                      </m:f>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For the point P at </a:t>
                </a:r>
                <a:r>
                  <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R</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14:m>
                  <m:oMath xmlns:m="http://schemas.openxmlformats.org/officeDocument/2006/math">
                    <m:sSub>
                      <m:sSubPr>
                        <m:ctrlPr>
                          <a:rPr kumimoji="0" 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𝐄</m:t>
                        </m:r>
                      </m:e>
                      <m:sub>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𝟐</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due to point charge q</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2</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is determined as follows: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457200" marR="0" lvl="1"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𝐄</m:t>
                          </m:r>
                        </m:e>
                        <m:sub>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𝟐</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sSub>
                        <m:sSubPr>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acc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e>
                          </m:acc>
                        </m:e>
                        <m:sub>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𝟐</m:t>
                          </m:r>
                        </m:sub>
                      </m:sSub>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fPr>
                        <m:num>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q</m:t>
                              </m:r>
                            </m:e>
                            <m: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m:t>
                              </m:r>
                            </m:sub>
                          </m:sSub>
                        </m:num>
                        <m:den>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4</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πε</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pPr>
                            <m:e>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d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sSub>
                                    <m:sSubPr>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e>
                                    <m:sub>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𝟐</m:t>
                                      </m:r>
                                    </m:sub>
                                  </m:sSub>
                                </m:e>
                              </m:d>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m:t>
                              </m:r>
                            </m:sup>
                          </m:sSup>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fPr>
                        <m:num>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q</m:t>
                              </m:r>
                            </m:e>
                            <m: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2</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sSub>
                            <m:sSubPr>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e>
                            <m:sub>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𝟐</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num>
                        <m:den>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4</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πε</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pPr>
                            <m:e>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d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sSub>
                                    <m:sSubPr>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e>
                                    <m:sub>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𝟐</m:t>
                                      </m:r>
                                    </m:sub>
                                  </m:sSub>
                                </m:e>
                              </m:d>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3</m:t>
                              </m:r>
                            </m:sup>
                          </m:sSup>
                        </m:den>
                      </m:f>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fPr>
                        <m:num>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V</m:t>
                          </m:r>
                        </m:num>
                        <m:den>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m:t>
                          </m:r>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since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sSub>
                        <m:sSubPr>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acc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e>
                          </m:acc>
                        </m:e>
                        <m:sub>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𝟐</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f>
                        <m:fPr>
                          <m:type m:val="li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sSub>
                            <m:sSubPr>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e>
                            <m:sub>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𝟐</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num>
                        <m:den>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d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sSub>
                                <m:sSubPr>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e>
                                <m:sub>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𝟐</m:t>
                                  </m:r>
                                </m:sub>
                              </m:sSub>
                            </m:e>
                          </m: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den>
                      </m:f>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The Electric F</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ield</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Intensity obeys the law of superposition, i.e., </a:t>
                </a:r>
                <a:r>
                  <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E</a:t>
                </a:r>
                <a:r>
                  <a:rPr kumimoji="0" lang="en-US" sz="1800" b="1"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T</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a:t>
                </a:r>
                <a:r>
                  <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E</a:t>
                </a:r>
                <a:r>
                  <a:rPr kumimoji="0" lang="en-US" sz="1800" b="1"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1</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a:t>
                </a:r>
                <a:r>
                  <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E</a:t>
                </a:r>
                <a:r>
                  <a:rPr kumimoji="0" lang="en-US" sz="1800" b="1"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2</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Electric</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Field</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due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to</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N</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point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charges</m:t>
                      </m:r>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𝐄</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fPr>
                        <m:num>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m:t>
                          </m:r>
                        </m:num>
                        <m:den>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4</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πε</m:t>
                          </m:r>
                        </m:den>
                      </m:f>
                      <m:nary>
                        <m:naryPr>
                          <m:chr m:val="∑"/>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naryPr>
                        <m:sub>
                          <m:r>
                            <m:rPr>
                              <m:sty m:val="p"/>
                              <m:brk m:alnAt="23"/>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i</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m:t>
                          </m:r>
                        </m:sub>
                        <m:sup>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N</m:t>
                          </m:r>
                        </m:sup>
                        <m:e>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fPr>
                            <m:num>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q</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i</m:t>
                                  </m:r>
                                </m:sub>
                              </m:sSub>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dPr>
                                <m:e>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sSub>
                                    <m:sSubPr>
                                      <m:ctrlPr>
                                        <a:rPr kumimoji="0" 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e>
                                    <m:sub>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𝐢</m:t>
                                      </m:r>
                                    </m:sub>
                                  </m:sSub>
                                </m:e>
                              </m:d>
                            </m:num>
                            <m:den>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pPr>
                                <m:e>
                                  <m:d>
                                    <m:dPr>
                                      <m:begChr m:val="|"/>
                                      <m:endChr m:val="|"/>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d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sSub>
                                        <m:sSubPr>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𝐑</m:t>
                                          </m:r>
                                        </m:e>
                                        <m:sub>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𝐢</m:t>
                                          </m:r>
                                        </m:sub>
                                      </m:sSub>
                                    </m:e>
                                  </m:d>
                                </m:e>
                                <m:sup>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3</m:t>
                                  </m:r>
                                </m:sup>
                              </m:sSup>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f>
                            <m:fPr>
                              <m:type m:val="lin"/>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fPr>
                            <m:num>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V</m:t>
                              </m:r>
                            </m:num>
                            <m:den>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m:t>
                              </m:r>
                            </m:den>
                          </m:f>
                        </m:e>
                      </m:nary>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oMath>
                  </m:oMathPara>
                </a14:m>
                <a:endPar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80630" y="568374"/>
                <a:ext cx="12022882" cy="6208238"/>
              </a:xfrm>
              <a:prstGeom prst="rect">
                <a:avLst/>
              </a:prstGeom>
              <a:blipFill>
                <a:blip r:embed="rId3"/>
                <a:stretch>
                  <a:fillRect l="-101" t="-5934"/>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5AAEDF79-8C2E-4001-ADAD-C9823CE2F9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46521" y="923132"/>
            <a:ext cx="4124258" cy="2352532"/>
          </a:xfrm>
          <a:prstGeom prst="rect">
            <a:avLst/>
          </a:prstGeom>
        </p:spPr>
      </p:pic>
    </p:spTree>
    <p:extLst>
      <p:ext uri="{BB962C8B-B14F-4D97-AF65-F5344CB8AC3E}">
        <p14:creationId xmlns:p14="http://schemas.microsoft.com/office/powerpoint/2010/main" val="1148240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 calcmode="lin" valueType="num">
                                      <p:cBhvr additive="base">
                                        <p:cTn id="7"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5" end="5"/>
                                            </p:txEl>
                                          </p:spTgt>
                                        </p:tgtEl>
                                        <p:attrNameLst>
                                          <p:attrName>style.visibility</p:attrName>
                                        </p:attrNameLst>
                                      </p:cBhvr>
                                      <p:to>
                                        <p:strVal val="visible"/>
                                      </p:to>
                                    </p:set>
                                    <p:anim calcmode="lin" valueType="num">
                                      <p:cBhvr additive="base">
                                        <p:cTn id="11"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xEl>
                                              <p:pRg st="7" end="7"/>
                                            </p:txEl>
                                          </p:spTgt>
                                        </p:tgtEl>
                                        <p:attrNameLst>
                                          <p:attrName>style.visibility</p:attrName>
                                        </p:attrNameLst>
                                      </p:cBhvr>
                                      <p:to>
                                        <p:strVal val="visible"/>
                                      </p:to>
                                    </p:set>
                                    <p:anim calcmode="lin" valueType="num">
                                      <p:cBhvr additive="base">
                                        <p:cTn id="17"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txEl>
                                              <p:pRg st="7" end="7"/>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7">
                                            <p:txEl>
                                              <p:pRg st="9" end="9"/>
                                            </p:txEl>
                                          </p:spTgt>
                                        </p:tgtEl>
                                        <p:attrNameLst>
                                          <p:attrName>style.visibility</p:attrName>
                                        </p:attrNameLst>
                                      </p:cBhvr>
                                      <p:to>
                                        <p:strVal val="visible"/>
                                      </p:to>
                                    </p:set>
                                    <p:anim calcmode="lin" valueType="num">
                                      <p:cBhvr additive="base">
                                        <p:cTn id="21"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7">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7">
                                            <p:txEl>
                                              <p:pRg st="11" end="11"/>
                                            </p:txEl>
                                          </p:spTgt>
                                        </p:tgtEl>
                                        <p:attrNameLst>
                                          <p:attrName>style.visibility</p:attrName>
                                        </p:attrNameLst>
                                      </p:cBhvr>
                                      <p:to>
                                        <p:strVal val="visible"/>
                                      </p:to>
                                    </p:set>
                                    <p:anim calcmode="lin" valueType="num">
                                      <p:cBhvr additive="base">
                                        <p:cTn id="27" dur="500" fill="hold"/>
                                        <p:tgtEl>
                                          <p:spTgt spid="7">
                                            <p:txEl>
                                              <p:pRg st="11" end="1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
                                            <p:txEl>
                                              <p:pRg st="11" end="11"/>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7">
                                            <p:txEl>
                                              <p:pRg st="13" end="13"/>
                                            </p:txEl>
                                          </p:spTgt>
                                        </p:tgtEl>
                                        <p:attrNameLst>
                                          <p:attrName>style.visibility</p:attrName>
                                        </p:attrNameLst>
                                      </p:cBhvr>
                                      <p:to>
                                        <p:strVal val="visible"/>
                                      </p:to>
                                    </p:set>
                                    <p:anim calcmode="lin" valueType="num">
                                      <p:cBhvr additive="base">
                                        <p:cTn id="31" dur="500" fill="hold"/>
                                        <p:tgtEl>
                                          <p:spTgt spid="7">
                                            <p:txEl>
                                              <p:pRg st="13" end="1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6"/>
          <p:cNvSpPr txBox="1">
            <a:spLocks noChangeArrowheads="1"/>
          </p:cNvSpPr>
          <p:nvPr/>
        </p:nvSpPr>
        <p:spPr bwMode="auto">
          <a:xfrm>
            <a:off x="1687648" y="-16778"/>
            <a:ext cx="8328807" cy="707886"/>
          </a:xfrm>
          <a:prstGeom prst="rect">
            <a:avLst/>
          </a:prstGeom>
          <a:noFill/>
          <a:ln>
            <a:noFill/>
          </a:ln>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4000" b="0" i="0" u="none" strike="noStrike" kern="1200" cap="none" spc="0" normalizeH="0" baseline="0" noProof="0" dirty="0">
                <a:ln>
                  <a:noFill/>
                </a:ln>
                <a:gradFill>
                  <a:gsLst>
                    <a:gs pos="14000">
                      <a:srgbClr val="FF9929"/>
                    </a:gs>
                    <a:gs pos="64000">
                      <a:srgbClr val="FFFF99"/>
                    </a:gs>
                    <a:gs pos="100000">
                      <a:srgbClr val="FFFF99"/>
                    </a:gs>
                  </a:gsLst>
                  <a:lin ang="16200000" scaled="1"/>
                </a:gradFill>
                <a:effectLst/>
                <a:uLnTx/>
                <a:uFillTx/>
                <a:latin typeface="Cambria" panose="02040503050406030204"/>
                <a:ea typeface="+mn-ea"/>
                <a:cs typeface="Arial" panose="020B0604020202020204" pitchFamily="34" charset="0"/>
              </a:rPr>
              <a:t>Conventional versus Electron Current</a:t>
            </a:r>
          </a:p>
        </p:txBody>
      </p:sp>
      <p:sp>
        <p:nvSpPr>
          <p:cNvPr id="4" name="Rectangle 3">
            <a:extLst>
              <a:ext uri="{FF2B5EF4-FFF2-40B4-BE49-F238E27FC236}">
                <a16:creationId xmlns:a16="http://schemas.microsoft.com/office/drawing/2014/main" id="{86566D58-8B37-403F-BDE3-CF7CEF2E0655}"/>
              </a:ext>
            </a:extLst>
          </p:cNvPr>
          <p:cNvSpPr/>
          <p:nvPr/>
        </p:nvSpPr>
        <p:spPr>
          <a:xfrm>
            <a:off x="206188" y="751344"/>
            <a:ext cx="11869271" cy="5909310"/>
          </a:xfrm>
          <a:prstGeom prst="rect">
            <a:avLst/>
          </a:prstGeom>
          <a:solidFill>
            <a:srgbClr val="FFFFFF"/>
          </a:solidFill>
          <a:ln w="38100" cmpd="thickThin">
            <a:solidFill>
              <a:srgbClr val="FFC000"/>
            </a:solidFill>
          </a:ln>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Since there are both positive and negative charges, the flow of electrical charge can consist of positive charge flowing from a positive to negative voltage, or negative charge flowing from a negative to positive voltage.</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Examples of positive charge flow are positively charged lithium ions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in a Lithium-ion battery, and hydrogen ions, i.e., protons, in a fuel cell.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Examples of negative charge flow are electrons moving in a metallic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conductor like copper, and electrons moving through a transistor.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So, should current be designated as positive charge flowing from positive to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negative voltage, or as negative charge flowing from negative to positive voltage?</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In 1750 Benjamin Franklin theorized electrical current was a flow of positive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charge carriers, which became known as </a:t>
            </a:r>
            <a:r>
              <a:rPr kumimoji="0" lang="en-US" sz="1800" b="1" i="0" u="none" strike="noStrike" kern="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Conventional Current</a:t>
            </a:r>
            <a:r>
              <a:rPr kumimoji="0" lang="en-US" sz="1800" b="0" i="0" u="none" strike="noStrike" kern="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Whereas charge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transfer involving negative charge, such as electrons in a metallic conductor, is more common in electronics, and is referred to as </a:t>
            </a:r>
            <a:r>
              <a:rPr kumimoji="0" lang="en-US" sz="1800" b="1" i="0" u="none" strike="noStrike" kern="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Electron Current</a:t>
            </a:r>
            <a:r>
              <a:rPr kumimoji="0" lang="en-US" sz="1800" b="0" i="0" u="none" strike="noStrike" kern="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For circuit analysis, the results are the same whether </a:t>
            </a:r>
            <a:r>
              <a:rPr kumimoji="0" lang="en-US" sz="1800" b="1" i="0" u="none" strike="noStrike" kern="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Conventional</a:t>
            </a:r>
            <a:r>
              <a:rPr kumimoji="0" lang="en-US" sz="1800" b="0" i="0" u="none" strike="noStrike" kern="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or </a:t>
            </a:r>
            <a:r>
              <a:rPr kumimoji="0" lang="en-US" sz="1800" b="1" i="0" u="none" strike="noStrike" kern="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Electron Current</a:t>
            </a:r>
            <a:r>
              <a:rPr kumimoji="0" lang="en-US" sz="1800" b="0" i="0" u="none" strike="noStrike" kern="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flow is assumed.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So, today, </a:t>
            </a:r>
            <a:r>
              <a:rPr kumimoji="0" lang="en-US" sz="1800" b="1" i="0" u="none" strike="noStrike" kern="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Conventional Current </a:t>
            </a:r>
            <a:r>
              <a:rPr kumimoji="0" lang="en-US" sz="1800" b="0" i="0" u="none" strike="noStrike" kern="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(positive charge transfer from + to – voltage) is traditionally used to illustrate and calculate currents in circuits, even though </a:t>
            </a:r>
            <a:r>
              <a:rPr kumimoji="0" lang="en-US" sz="1800" b="1" i="0" u="none" strike="noStrike" kern="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Electron Current </a:t>
            </a:r>
            <a:r>
              <a:rPr kumimoji="0" lang="en-US" sz="1800" b="0" i="0" u="none" strike="noStrike" kern="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is often the actual current flow mechanism.</a:t>
            </a:r>
          </a:p>
        </p:txBody>
      </p:sp>
      <p:pic>
        <p:nvPicPr>
          <p:cNvPr id="5" name="Picture 4">
            <a:extLst>
              <a:ext uri="{FF2B5EF4-FFF2-40B4-BE49-F238E27FC236}">
                <a16:creationId xmlns:a16="http://schemas.microsoft.com/office/drawing/2014/main" id="{3A3FD3C1-B56E-4E83-A632-47C7EEA46785}"/>
              </a:ext>
            </a:extLst>
          </p:cNvPr>
          <p:cNvPicPr>
            <a:picLocks noChangeAspect="1"/>
          </p:cNvPicPr>
          <p:nvPr/>
        </p:nvPicPr>
        <p:blipFill>
          <a:blip r:embed="rId2"/>
          <a:stretch>
            <a:fillRect/>
          </a:stretch>
        </p:blipFill>
        <p:spPr>
          <a:xfrm>
            <a:off x="8453718" y="1443358"/>
            <a:ext cx="3568037" cy="3162475"/>
          </a:xfrm>
          <a:prstGeom prst="rect">
            <a:avLst/>
          </a:prstGeom>
        </p:spPr>
      </p:pic>
    </p:spTree>
    <p:extLst>
      <p:ext uri="{BB962C8B-B14F-4D97-AF65-F5344CB8AC3E}">
        <p14:creationId xmlns:p14="http://schemas.microsoft.com/office/powerpoint/2010/main" val="1502611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 calcmode="lin" valueType="num">
                                      <p:cBhvr additive="base">
                                        <p:cTn id="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anim calcmode="lin" valueType="num">
                                      <p:cBhvr additive="base">
                                        <p:cTn id="1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anim calcmode="lin" valueType="num">
                                      <p:cBhvr additive="base">
                                        <p:cTn id="17"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5" end="5"/>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anim calcmode="lin" valueType="num">
                                      <p:cBhvr additive="base">
                                        <p:cTn id="21"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anim calcmode="lin" valueType="num">
                                      <p:cBhvr additive="base">
                                        <p:cTn id="27"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txEl>
                                              <p:pRg st="8" end="8"/>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4">
                                            <p:txEl>
                                              <p:pRg st="9" end="9"/>
                                            </p:txEl>
                                          </p:spTgt>
                                        </p:tgtEl>
                                        <p:attrNameLst>
                                          <p:attrName>style.visibility</p:attrName>
                                        </p:attrNameLst>
                                      </p:cBhvr>
                                      <p:to>
                                        <p:strVal val="visible"/>
                                      </p:to>
                                    </p:set>
                                    <p:anim calcmode="lin" valueType="num">
                                      <p:cBhvr additive="base">
                                        <p:cTn id="31"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11" end="11"/>
                                            </p:txEl>
                                          </p:spTgt>
                                        </p:tgtEl>
                                        <p:attrNameLst>
                                          <p:attrName>style.visibility</p:attrName>
                                        </p:attrNameLst>
                                      </p:cBhvr>
                                      <p:to>
                                        <p:strVal val="visible"/>
                                      </p:to>
                                    </p:set>
                                    <p:anim calcmode="lin" valueType="num">
                                      <p:cBhvr additive="base">
                                        <p:cTn id="37"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11" end="11"/>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4">
                                            <p:txEl>
                                              <p:pRg st="12" end="12"/>
                                            </p:txEl>
                                          </p:spTgt>
                                        </p:tgtEl>
                                        <p:attrNameLst>
                                          <p:attrName>style.visibility</p:attrName>
                                        </p:attrNameLst>
                                      </p:cBhvr>
                                      <p:to>
                                        <p:strVal val="visible"/>
                                      </p:to>
                                    </p:set>
                                    <p:anim calcmode="lin" valueType="num">
                                      <p:cBhvr additive="base">
                                        <p:cTn id="41" dur="500" fill="hold"/>
                                        <p:tgtEl>
                                          <p:spTgt spid="4">
                                            <p:txEl>
                                              <p:pRg st="12" end="12"/>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12" end="12"/>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4">
                                            <p:txEl>
                                              <p:pRg st="13" end="13"/>
                                            </p:txEl>
                                          </p:spTgt>
                                        </p:tgtEl>
                                        <p:attrNameLst>
                                          <p:attrName>style.visibility</p:attrName>
                                        </p:attrNameLst>
                                      </p:cBhvr>
                                      <p:to>
                                        <p:strVal val="visible"/>
                                      </p:to>
                                    </p:set>
                                    <p:anim calcmode="lin" valueType="num">
                                      <p:cBhvr additive="base">
                                        <p:cTn id="45" dur="500" fill="hold"/>
                                        <p:tgtEl>
                                          <p:spTgt spid="4">
                                            <p:txEl>
                                              <p:pRg st="13" end="13"/>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4">
                                            <p:txEl>
                                              <p:pRg st="15" end="15"/>
                                            </p:txEl>
                                          </p:spTgt>
                                        </p:tgtEl>
                                        <p:attrNameLst>
                                          <p:attrName>style.visibility</p:attrName>
                                        </p:attrNameLst>
                                      </p:cBhvr>
                                      <p:to>
                                        <p:strVal val="visible"/>
                                      </p:to>
                                    </p:set>
                                    <p:anim calcmode="lin" valueType="num">
                                      <p:cBhvr additive="base">
                                        <p:cTn id="51" dur="500" fill="hold"/>
                                        <p:tgtEl>
                                          <p:spTgt spid="4">
                                            <p:txEl>
                                              <p:pRg st="15" end="15"/>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4">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4">
                                            <p:txEl>
                                              <p:pRg st="17" end="17"/>
                                            </p:txEl>
                                          </p:spTgt>
                                        </p:tgtEl>
                                        <p:attrNameLst>
                                          <p:attrName>style.visibility</p:attrName>
                                        </p:attrNameLst>
                                      </p:cBhvr>
                                      <p:to>
                                        <p:strVal val="visible"/>
                                      </p:to>
                                    </p:set>
                                    <p:anim calcmode="lin" valueType="num">
                                      <p:cBhvr additive="base">
                                        <p:cTn id="57" dur="500" fill="hold"/>
                                        <p:tgtEl>
                                          <p:spTgt spid="4">
                                            <p:txEl>
                                              <p:pRg st="17" end="17"/>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4">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6"/>
          <p:cNvSpPr txBox="1">
            <a:spLocks noChangeArrowheads="1"/>
          </p:cNvSpPr>
          <p:nvPr/>
        </p:nvSpPr>
        <p:spPr bwMode="auto">
          <a:xfrm>
            <a:off x="1524001" y="-125555"/>
            <a:ext cx="9143999" cy="646331"/>
          </a:xfrm>
          <a:prstGeom prst="rect">
            <a:avLst/>
          </a:prstGeom>
          <a:noFill/>
          <a:ln>
            <a:noFill/>
          </a:ln>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3600" b="0" i="0" u="none" strike="noStrike" kern="1200" cap="none" spc="0" normalizeH="0" baseline="0" noProof="0">
                <a:ln>
                  <a:noFill/>
                </a:ln>
                <a:gradFill>
                  <a:gsLst>
                    <a:gs pos="14000">
                      <a:srgbClr val="FF9929"/>
                    </a:gs>
                    <a:gs pos="64000">
                      <a:srgbClr val="FFFF99"/>
                    </a:gs>
                    <a:gs pos="100000">
                      <a:srgbClr val="FFFF99"/>
                    </a:gs>
                  </a:gsLst>
                  <a:lin ang="16200000" scaled="1"/>
                </a:gradFill>
                <a:effectLst>
                  <a:outerShdw blurRad="38100" dist="38100" dir="2700000" algn="tl">
                    <a:srgbClr val="000000">
                      <a:alpha val="43137"/>
                    </a:srgbClr>
                  </a:outerShdw>
                </a:effectLst>
                <a:uLnTx/>
                <a:uFillTx/>
                <a:latin typeface="Cambria" panose="02040503050406030204"/>
                <a:ea typeface="+mn-ea"/>
                <a:cs typeface="Arial" panose="020B0604020202020204" pitchFamily="34" charset="0"/>
              </a:rPr>
              <a:t>Conventional versus Electron Current Flow</a:t>
            </a:r>
          </a:p>
        </p:txBody>
      </p:sp>
      <p:sp>
        <p:nvSpPr>
          <p:cNvPr id="184" name="TextBox 183"/>
          <p:cNvSpPr txBox="1"/>
          <p:nvPr/>
        </p:nvSpPr>
        <p:spPr>
          <a:xfrm>
            <a:off x="410309" y="4781967"/>
            <a:ext cx="11500338" cy="1938992"/>
          </a:xfrm>
          <a:prstGeom prst="rect">
            <a:avLst/>
          </a:prstGeom>
          <a:solidFill>
            <a:srgbClr val="FFFFFF"/>
          </a:solidFill>
          <a:ln w="38100" cmpd="thickThin">
            <a:solidFill>
              <a:schemeClr val="accent1"/>
            </a:solidFill>
          </a:ln>
        </p:spPr>
        <p:txBody>
          <a:bodyPr wrap="square" rtlCol="0">
            <a:spAutoFit/>
          </a:bodyPr>
          <a:lstStyle/>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a:t>In a copper wire, only electrons contribute to current flow, not fixed metal atoms held together by covalent bonds. Free outer electrons hop from atom to atom, resulting in location of ionized atoms appearing to move in the opposite direction. Yet only electrons move in the wire.</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a:t> </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a:t>So electrons moving to the left has the same affect as if positive charge moved to the right, which somewhat justifies the continuing usage of conventional current flow.</a:t>
            </a:r>
          </a:p>
        </p:txBody>
      </p:sp>
      <p:grpSp>
        <p:nvGrpSpPr>
          <p:cNvPr id="644" name="Group 643"/>
          <p:cNvGrpSpPr/>
          <p:nvPr/>
        </p:nvGrpSpPr>
        <p:grpSpPr>
          <a:xfrm>
            <a:off x="3767192" y="403087"/>
            <a:ext cx="4338418" cy="4248100"/>
            <a:chOff x="7213546" y="834657"/>
            <a:chExt cx="4338418" cy="4248100"/>
          </a:xfrm>
        </p:grpSpPr>
        <p:sp>
          <p:nvSpPr>
            <p:cNvPr id="645" name="Rectangle 644"/>
            <p:cNvSpPr/>
            <p:nvPr/>
          </p:nvSpPr>
          <p:spPr>
            <a:xfrm>
              <a:off x="7582521" y="1284268"/>
              <a:ext cx="3710778" cy="800474"/>
            </a:xfrm>
            <a:prstGeom prst="rect">
              <a:avLst/>
            </a:prstGeom>
            <a:solidFill>
              <a:srgbClr val="FF9929">
                <a:lumMod val="75000"/>
              </a:srgbClr>
            </a:solidFill>
            <a:ln w="38100" cap="flat" cmpd="sng" algn="ctr">
              <a:solidFill>
                <a:srgbClr val="FFFFFF">
                  <a:lumMod val="95000"/>
                </a:srgbClr>
              </a:solid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a:ea typeface="+mn-ea"/>
                <a:cs typeface="+mn-cs"/>
              </a:endParaRPr>
            </a:p>
          </p:txBody>
        </p:sp>
        <p:cxnSp>
          <p:nvCxnSpPr>
            <p:cNvPr id="646" name="Straight Arrow Connector 645"/>
            <p:cNvCxnSpPr/>
            <p:nvPr/>
          </p:nvCxnSpPr>
          <p:spPr>
            <a:xfrm>
              <a:off x="8564881" y="1141676"/>
              <a:ext cx="1727340" cy="771"/>
            </a:xfrm>
            <a:prstGeom prst="straightConnector1">
              <a:avLst/>
            </a:prstGeom>
            <a:noFill/>
            <a:ln w="41275" cap="flat" cmpd="sng" algn="ctr">
              <a:solidFill>
                <a:srgbClr val="FFFFFF"/>
              </a:solidFill>
              <a:prstDash val="solid"/>
              <a:tailEnd type="triangle"/>
            </a:ln>
            <a:effectLst>
              <a:outerShdw blurRad="50800" dist="38100" dir="5400000" rotWithShape="0">
                <a:srgbClr val="000000">
                  <a:alpha val="35000"/>
                </a:srgbClr>
              </a:outerShdw>
            </a:effectLst>
          </p:spPr>
        </p:cxnSp>
        <p:sp>
          <p:nvSpPr>
            <p:cNvPr id="647" name="TextBox 646"/>
            <p:cNvSpPr txBox="1"/>
            <p:nvPr/>
          </p:nvSpPr>
          <p:spPr>
            <a:xfrm>
              <a:off x="8599584" y="834657"/>
              <a:ext cx="1505540" cy="369332"/>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Arial" charset="0"/>
                  <a:ea typeface="+mn-ea"/>
                  <a:cs typeface="+mn-cs"/>
                </a:rPr>
                <a:t>Electric Field</a:t>
              </a:r>
            </a:p>
          </p:txBody>
        </p:sp>
        <p:cxnSp>
          <p:nvCxnSpPr>
            <p:cNvPr id="648" name="Straight Connector 647"/>
            <p:cNvCxnSpPr/>
            <p:nvPr/>
          </p:nvCxnSpPr>
          <p:spPr>
            <a:xfrm flipV="1">
              <a:off x="11379861" y="1474062"/>
              <a:ext cx="167363" cy="746"/>
            </a:xfrm>
            <a:prstGeom prst="line">
              <a:avLst/>
            </a:prstGeom>
            <a:noFill/>
            <a:ln w="31750" cap="flat" cmpd="sng" algn="ctr">
              <a:solidFill>
                <a:srgbClr val="FFFFFF"/>
              </a:solidFill>
              <a:prstDash val="solid"/>
            </a:ln>
            <a:effectLst/>
          </p:spPr>
        </p:cxnSp>
        <p:grpSp>
          <p:nvGrpSpPr>
            <p:cNvPr id="649" name="Group 648"/>
            <p:cNvGrpSpPr/>
            <p:nvPr/>
          </p:nvGrpSpPr>
          <p:grpSpPr>
            <a:xfrm>
              <a:off x="8567823" y="1336320"/>
              <a:ext cx="114301" cy="121671"/>
              <a:chOff x="7496074" y="2935800"/>
              <a:chExt cx="114301" cy="121671"/>
            </a:xfrm>
          </p:grpSpPr>
          <p:sp>
            <p:nvSpPr>
              <p:cNvPr id="724" name="Oval 723"/>
              <p:cNvSpPr/>
              <p:nvPr/>
            </p:nvSpPr>
            <p:spPr bwMode="auto">
              <a:xfrm>
                <a:off x="7496074" y="2935800"/>
                <a:ext cx="114301" cy="121671"/>
              </a:xfrm>
              <a:prstGeom prst="ellipse">
                <a:avLst/>
              </a:prstGeom>
              <a:solidFill>
                <a:schemeClr val="tx2">
                  <a:lumMod val="50000"/>
                </a:schemeClr>
              </a:soli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cxnSp>
            <p:nvCxnSpPr>
              <p:cNvPr id="725" name="Straight Connector 724"/>
              <p:cNvCxnSpPr/>
              <p:nvPr/>
            </p:nvCxnSpPr>
            <p:spPr>
              <a:xfrm>
                <a:off x="7523348" y="2996473"/>
                <a:ext cx="60732" cy="0"/>
              </a:xfrm>
              <a:prstGeom prst="line">
                <a:avLst/>
              </a:prstGeom>
              <a:noFill/>
              <a:ln w="19050" cap="flat" cmpd="sng" algn="ctr">
                <a:solidFill>
                  <a:schemeClr val="bg1"/>
                </a:solidFill>
                <a:prstDash val="solid"/>
              </a:ln>
              <a:effectLst/>
            </p:spPr>
          </p:cxnSp>
        </p:grpSp>
        <p:grpSp>
          <p:nvGrpSpPr>
            <p:cNvPr id="650" name="Group 649"/>
            <p:cNvGrpSpPr/>
            <p:nvPr/>
          </p:nvGrpSpPr>
          <p:grpSpPr>
            <a:xfrm>
              <a:off x="9343988" y="1342623"/>
              <a:ext cx="114301" cy="121671"/>
              <a:chOff x="7496074" y="2935800"/>
              <a:chExt cx="114301" cy="121671"/>
            </a:xfrm>
          </p:grpSpPr>
          <p:sp>
            <p:nvSpPr>
              <p:cNvPr id="722" name="Oval 721"/>
              <p:cNvSpPr/>
              <p:nvPr/>
            </p:nvSpPr>
            <p:spPr bwMode="auto">
              <a:xfrm>
                <a:off x="7496074" y="2935800"/>
                <a:ext cx="114301" cy="121671"/>
              </a:xfrm>
              <a:prstGeom prst="ellipse">
                <a:avLst/>
              </a:prstGeom>
              <a:solidFill>
                <a:schemeClr val="tx2">
                  <a:lumMod val="50000"/>
                </a:schemeClr>
              </a:soli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cxnSp>
            <p:nvCxnSpPr>
              <p:cNvPr id="723" name="Straight Connector 722"/>
              <p:cNvCxnSpPr/>
              <p:nvPr/>
            </p:nvCxnSpPr>
            <p:spPr>
              <a:xfrm>
                <a:off x="7523348" y="2996473"/>
                <a:ext cx="60732" cy="0"/>
              </a:xfrm>
              <a:prstGeom prst="line">
                <a:avLst/>
              </a:prstGeom>
              <a:noFill/>
              <a:ln w="19050" cap="flat" cmpd="sng" algn="ctr">
                <a:solidFill>
                  <a:schemeClr val="bg1"/>
                </a:solidFill>
                <a:prstDash val="solid"/>
              </a:ln>
              <a:effectLst/>
            </p:spPr>
          </p:cxnSp>
        </p:grpSp>
        <p:grpSp>
          <p:nvGrpSpPr>
            <p:cNvPr id="651" name="Group 650"/>
            <p:cNvGrpSpPr/>
            <p:nvPr/>
          </p:nvGrpSpPr>
          <p:grpSpPr>
            <a:xfrm>
              <a:off x="10097646" y="1342623"/>
              <a:ext cx="114301" cy="121671"/>
              <a:chOff x="7496074" y="2935800"/>
              <a:chExt cx="114301" cy="121671"/>
            </a:xfrm>
          </p:grpSpPr>
          <p:sp>
            <p:nvSpPr>
              <p:cNvPr id="720" name="Oval 719"/>
              <p:cNvSpPr/>
              <p:nvPr/>
            </p:nvSpPr>
            <p:spPr bwMode="auto">
              <a:xfrm>
                <a:off x="7496074" y="2935800"/>
                <a:ext cx="114301" cy="121671"/>
              </a:xfrm>
              <a:prstGeom prst="ellipse">
                <a:avLst/>
              </a:prstGeom>
              <a:solidFill>
                <a:schemeClr val="tx2">
                  <a:lumMod val="50000"/>
                </a:schemeClr>
              </a:soli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cxnSp>
            <p:nvCxnSpPr>
              <p:cNvPr id="721" name="Straight Connector 720"/>
              <p:cNvCxnSpPr/>
              <p:nvPr/>
            </p:nvCxnSpPr>
            <p:spPr>
              <a:xfrm>
                <a:off x="7523348" y="2996473"/>
                <a:ext cx="60732" cy="0"/>
              </a:xfrm>
              <a:prstGeom prst="line">
                <a:avLst/>
              </a:prstGeom>
              <a:noFill/>
              <a:ln w="19050" cap="flat" cmpd="sng" algn="ctr">
                <a:solidFill>
                  <a:schemeClr val="bg1"/>
                </a:solidFill>
                <a:prstDash val="solid"/>
              </a:ln>
              <a:effectLst/>
            </p:spPr>
          </p:cxnSp>
        </p:grpSp>
        <p:grpSp>
          <p:nvGrpSpPr>
            <p:cNvPr id="652" name="Group 651"/>
            <p:cNvGrpSpPr/>
            <p:nvPr/>
          </p:nvGrpSpPr>
          <p:grpSpPr>
            <a:xfrm>
              <a:off x="10870998" y="1352391"/>
              <a:ext cx="114301" cy="121671"/>
              <a:chOff x="7496074" y="2935800"/>
              <a:chExt cx="114301" cy="121671"/>
            </a:xfrm>
          </p:grpSpPr>
          <p:sp>
            <p:nvSpPr>
              <p:cNvPr id="718" name="Oval 717"/>
              <p:cNvSpPr/>
              <p:nvPr/>
            </p:nvSpPr>
            <p:spPr bwMode="auto">
              <a:xfrm>
                <a:off x="7496074" y="2935800"/>
                <a:ext cx="114301" cy="121671"/>
              </a:xfrm>
              <a:prstGeom prst="ellipse">
                <a:avLst/>
              </a:prstGeom>
              <a:solidFill>
                <a:schemeClr val="tx2">
                  <a:lumMod val="50000"/>
                </a:schemeClr>
              </a:soli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cxnSp>
            <p:nvCxnSpPr>
              <p:cNvPr id="719" name="Straight Connector 718"/>
              <p:cNvCxnSpPr/>
              <p:nvPr/>
            </p:nvCxnSpPr>
            <p:spPr>
              <a:xfrm>
                <a:off x="7523348" y="2996473"/>
                <a:ext cx="60732" cy="0"/>
              </a:xfrm>
              <a:prstGeom prst="line">
                <a:avLst/>
              </a:prstGeom>
              <a:noFill/>
              <a:ln w="19050" cap="flat" cmpd="sng" algn="ctr">
                <a:solidFill>
                  <a:schemeClr val="bg1"/>
                </a:solidFill>
                <a:prstDash val="solid"/>
              </a:ln>
              <a:effectLst/>
            </p:spPr>
          </p:cxnSp>
        </p:grpSp>
        <p:sp>
          <p:nvSpPr>
            <p:cNvPr id="653" name="Rectangle 652"/>
            <p:cNvSpPr/>
            <p:nvPr/>
          </p:nvSpPr>
          <p:spPr bwMode="auto">
            <a:xfrm>
              <a:off x="8030231" y="1676817"/>
              <a:ext cx="401130" cy="45719"/>
            </a:xfrm>
            <a:prstGeom prst="rect">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
          <p:nvSpPr>
            <p:cNvPr id="654" name="Oval 653"/>
            <p:cNvSpPr/>
            <p:nvPr/>
          </p:nvSpPr>
          <p:spPr bwMode="auto">
            <a:xfrm>
              <a:off x="7661224" y="1508494"/>
              <a:ext cx="371275" cy="378022"/>
            </a:xfrm>
            <a:prstGeom prst="ellipse">
              <a:avLst/>
            </a:prstGeom>
            <a:solidFill>
              <a:schemeClr val="bg1">
                <a:lumMod val="65000"/>
                <a:lumOff val="35000"/>
              </a:schemeClr>
            </a:solidFill>
            <a:ln w="25400" cmpd="sng">
              <a:solidFill>
                <a:schemeClr val="tx1">
                  <a:lumMod val="65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rPr>
                <a:t>+</a:t>
              </a:r>
            </a:p>
          </p:txBody>
        </p:sp>
        <p:sp>
          <p:nvSpPr>
            <p:cNvPr id="655" name="Oval 654"/>
            <p:cNvSpPr/>
            <p:nvPr/>
          </p:nvSpPr>
          <p:spPr bwMode="auto">
            <a:xfrm>
              <a:off x="8433267" y="1507877"/>
              <a:ext cx="371275" cy="378022"/>
            </a:xfrm>
            <a:prstGeom prst="ellipse">
              <a:avLst/>
            </a:prstGeom>
            <a:solidFill>
              <a:schemeClr val="tx1">
                <a:lumMod val="65000"/>
              </a:schemeClr>
            </a:solidFill>
            <a:ln w="25400" cmpd="sng">
              <a:solidFill>
                <a:schemeClr val="bg1">
                  <a:lumMod val="50000"/>
                  <a:lumOff val="5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rPr>
                <a:t>+</a:t>
              </a:r>
            </a:p>
          </p:txBody>
        </p:sp>
        <p:sp>
          <p:nvSpPr>
            <p:cNvPr id="656" name="Rectangle 655"/>
            <p:cNvSpPr/>
            <p:nvPr/>
          </p:nvSpPr>
          <p:spPr bwMode="auto">
            <a:xfrm>
              <a:off x="9576209" y="1676200"/>
              <a:ext cx="401130" cy="45719"/>
            </a:xfrm>
            <a:prstGeom prst="rect">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
          <p:nvSpPr>
            <p:cNvPr id="657" name="Rectangle 656"/>
            <p:cNvSpPr/>
            <p:nvPr/>
          </p:nvSpPr>
          <p:spPr bwMode="auto">
            <a:xfrm>
              <a:off x="8804180" y="1676200"/>
              <a:ext cx="401130" cy="45719"/>
            </a:xfrm>
            <a:prstGeom prst="rect">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
          <p:nvSpPr>
            <p:cNvPr id="658" name="Oval 657"/>
            <p:cNvSpPr/>
            <p:nvPr/>
          </p:nvSpPr>
          <p:spPr bwMode="auto">
            <a:xfrm>
              <a:off x="9207202" y="1507877"/>
              <a:ext cx="371275" cy="378022"/>
            </a:xfrm>
            <a:prstGeom prst="ellipse">
              <a:avLst/>
            </a:prstGeom>
            <a:solidFill>
              <a:schemeClr val="tx1">
                <a:lumMod val="65000"/>
              </a:schemeClr>
            </a:solidFill>
            <a:ln w="25400" cmpd="sng">
              <a:solidFill>
                <a:schemeClr val="bg1">
                  <a:lumMod val="50000"/>
                  <a:lumOff val="5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rPr>
                <a:t>+</a:t>
              </a:r>
            </a:p>
          </p:txBody>
        </p:sp>
        <p:sp>
          <p:nvSpPr>
            <p:cNvPr id="659" name="Rectangle 658"/>
            <p:cNvSpPr/>
            <p:nvPr/>
          </p:nvSpPr>
          <p:spPr bwMode="auto">
            <a:xfrm>
              <a:off x="10352809" y="1676200"/>
              <a:ext cx="401130" cy="45719"/>
            </a:xfrm>
            <a:prstGeom prst="rect">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
          <p:nvSpPr>
            <p:cNvPr id="660" name="Oval 659"/>
            <p:cNvSpPr/>
            <p:nvPr/>
          </p:nvSpPr>
          <p:spPr bwMode="auto">
            <a:xfrm>
              <a:off x="10755845" y="1507260"/>
              <a:ext cx="371275" cy="378022"/>
            </a:xfrm>
            <a:prstGeom prst="ellipse">
              <a:avLst/>
            </a:prstGeom>
            <a:solidFill>
              <a:schemeClr val="tx1">
                <a:lumMod val="65000"/>
              </a:schemeClr>
            </a:solidFill>
            <a:ln w="25400" cmpd="sng">
              <a:solidFill>
                <a:schemeClr val="bg1">
                  <a:lumMod val="50000"/>
                  <a:lumOff val="5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rPr>
                <a:t>+</a:t>
              </a:r>
            </a:p>
          </p:txBody>
        </p:sp>
        <p:sp>
          <p:nvSpPr>
            <p:cNvPr id="661" name="Oval 660"/>
            <p:cNvSpPr/>
            <p:nvPr/>
          </p:nvSpPr>
          <p:spPr bwMode="auto">
            <a:xfrm>
              <a:off x="9979245" y="1507260"/>
              <a:ext cx="371275" cy="378022"/>
            </a:xfrm>
            <a:prstGeom prst="ellipse">
              <a:avLst/>
            </a:prstGeom>
            <a:solidFill>
              <a:schemeClr val="tx1">
                <a:lumMod val="65000"/>
              </a:schemeClr>
            </a:solidFill>
            <a:ln w="25400" cmpd="sng">
              <a:solidFill>
                <a:schemeClr val="bg1">
                  <a:lumMod val="50000"/>
                  <a:lumOff val="5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rPr>
                <a:t>+</a:t>
              </a:r>
            </a:p>
          </p:txBody>
        </p:sp>
        <p:sp>
          <p:nvSpPr>
            <p:cNvPr id="662" name="TextBox 661"/>
            <p:cNvSpPr txBox="1"/>
            <p:nvPr/>
          </p:nvSpPr>
          <p:spPr>
            <a:xfrm>
              <a:off x="7218319" y="1166356"/>
              <a:ext cx="394660" cy="954107"/>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a:ln>
                    <a:noFill/>
                  </a:ln>
                  <a:solidFill>
                    <a:srgbClr val="FFFFFF"/>
                  </a:solidFill>
                  <a:effectLst/>
                  <a:uLnTx/>
                  <a:uFillTx/>
                  <a:latin typeface="Arial" charset="0"/>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a:ln>
                    <a:noFill/>
                  </a:ln>
                  <a:solidFill>
                    <a:srgbClr val="FFFFFF"/>
                  </a:solidFill>
                  <a:effectLst/>
                  <a:uLnTx/>
                  <a:uFillTx/>
                  <a:latin typeface="Arial" charset="0"/>
                  <a:ea typeface="+mn-ea"/>
                  <a:cs typeface="+mn-cs"/>
                </a:rPr>
                <a:t>+</a:t>
              </a:r>
            </a:p>
          </p:txBody>
        </p:sp>
        <p:cxnSp>
          <p:nvCxnSpPr>
            <p:cNvPr id="663" name="Straight Connector 662"/>
            <p:cNvCxnSpPr/>
            <p:nvPr/>
          </p:nvCxnSpPr>
          <p:spPr>
            <a:xfrm flipV="1">
              <a:off x="11379861" y="1885282"/>
              <a:ext cx="167363" cy="746"/>
            </a:xfrm>
            <a:prstGeom prst="line">
              <a:avLst/>
            </a:prstGeom>
            <a:noFill/>
            <a:ln w="31750" cap="flat" cmpd="sng" algn="ctr">
              <a:solidFill>
                <a:srgbClr val="FFFFFF"/>
              </a:solidFill>
              <a:prstDash val="solid"/>
            </a:ln>
            <a:effectLst/>
          </p:spPr>
        </p:cxnSp>
        <p:sp>
          <p:nvSpPr>
            <p:cNvPr id="664" name="Rectangle 663"/>
            <p:cNvSpPr/>
            <p:nvPr/>
          </p:nvSpPr>
          <p:spPr>
            <a:xfrm>
              <a:off x="7577748" y="2746363"/>
              <a:ext cx="3710778" cy="800474"/>
            </a:xfrm>
            <a:prstGeom prst="rect">
              <a:avLst/>
            </a:prstGeom>
            <a:solidFill>
              <a:srgbClr val="FF9929">
                <a:lumMod val="75000"/>
              </a:srgbClr>
            </a:solidFill>
            <a:ln w="38100" cap="flat" cmpd="sng" algn="ctr">
              <a:solidFill>
                <a:srgbClr val="FFFFFF">
                  <a:lumMod val="95000"/>
                </a:srgbClr>
              </a:solid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a:ea typeface="+mn-ea"/>
                <a:cs typeface="+mn-cs"/>
              </a:endParaRPr>
            </a:p>
          </p:txBody>
        </p:sp>
        <p:cxnSp>
          <p:nvCxnSpPr>
            <p:cNvPr id="665" name="Straight Arrow Connector 664"/>
            <p:cNvCxnSpPr/>
            <p:nvPr/>
          </p:nvCxnSpPr>
          <p:spPr>
            <a:xfrm>
              <a:off x="8560108" y="2603771"/>
              <a:ext cx="1727340" cy="771"/>
            </a:xfrm>
            <a:prstGeom prst="straightConnector1">
              <a:avLst/>
            </a:prstGeom>
            <a:noFill/>
            <a:ln w="41275" cap="flat" cmpd="sng" algn="ctr">
              <a:solidFill>
                <a:srgbClr val="FFFFFF"/>
              </a:solidFill>
              <a:prstDash val="solid"/>
              <a:tailEnd type="triangle"/>
            </a:ln>
            <a:effectLst>
              <a:outerShdw blurRad="50800" dist="38100" dir="5400000" rotWithShape="0">
                <a:srgbClr val="000000">
                  <a:alpha val="35000"/>
                </a:srgbClr>
              </a:outerShdw>
            </a:effectLst>
          </p:spPr>
        </p:cxnSp>
        <p:sp>
          <p:nvSpPr>
            <p:cNvPr id="666" name="TextBox 665"/>
            <p:cNvSpPr txBox="1"/>
            <p:nvPr/>
          </p:nvSpPr>
          <p:spPr>
            <a:xfrm>
              <a:off x="8594811" y="2296752"/>
              <a:ext cx="1505540" cy="369332"/>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Arial" charset="0"/>
                  <a:ea typeface="+mn-ea"/>
                  <a:cs typeface="+mn-cs"/>
                </a:rPr>
                <a:t>Electric Field</a:t>
              </a:r>
            </a:p>
          </p:txBody>
        </p:sp>
        <p:cxnSp>
          <p:nvCxnSpPr>
            <p:cNvPr id="667" name="Straight Connector 666"/>
            <p:cNvCxnSpPr/>
            <p:nvPr/>
          </p:nvCxnSpPr>
          <p:spPr>
            <a:xfrm flipV="1">
              <a:off x="11375088" y="2936157"/>
              <a:ext cx="167363" cy="746"/>
            </a:xfrm>
            <a:prstGeom prst="line">
              <a:avLst/>
            </a:prstGeom>
            <a:noFill/>
            <a:ln w="31750" cap="flat" cmpd="sng" algn="ctr">
              <a:solidFill>
                <a:srgbClr val="FFFFFF"/>
              </a:solidFill>
              <a:prstDash val="solid"/>
            </a:ln>
            <a:effectLst/>
          </p:spPr>
        </p:cxnSp>
        <p:grpSp>
          <p:nvGrpSpPr>
            <p:cNvPr id="668" name="Group 667"/>
            <p:cNvGrpSpPr/>
            <p:nvPr/>
          </p:nvGrpSpPr>
          <p:grpSpPr>
            <a:xfrm>
              <a:off x="7781988" y="2798415"/>
              <a:ext cx="114301" cy="121671"/>
              <a:chOff x="7496074" y="2935800"/>
              <a:chExt cx="114301" cy="121671"/>
            </a:xfrm>
          </p:grpSpPr>
          <p:sp>
            <p:nvSpPr>
              <p:cNvPr id="716" name="Oval 715"/>
              <p:cNvSpPr/>
              <p:nvPr/>
            </p:nvSpPr>
            <p:spPr bwMode="auto">
              <a:xfrm>
                <a:off x="7496074" y="2935800"/>
                <a:ext cx="114301" cy="121671"/>
              </a:xfrm>
              <a:prstGeom prst="ellipse">
                <a:avLst/>
              </a:prstGeom>
              <a:solidFill>
                <a:schemeClr val="tx2">
                  <a:lumMod val="50000"/>
                </a:schemeClr>
              </a:soli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cxnSp>
            <p:nvCxnSpPr>
              <p:cNvPr id="717" name="Straight Connector 716"/>
              <p:cNvCxnSpPr/>
              <p:nvPr/>
            </p:nvCxnSpPr>
            <p:spPr>
              <a:xfrm>
                <a:off x="7523348" y="2996473"/>
                <a:ext cx="60732" cy="0"/>
              </a:xfrm>
              <a:prstGeom prst="line">
                <a:avLst/>
              </a:prstGeom>
              <a:noFill/>
              <a:ln w="19050" cap="flat" cmpd="sng" algn="ctr">
                <a:solidFill>
                  <a:schemeClr val="bg1"/>
                </a:solidFill>
                <a:prstDash val="solid"/>
              </a:ln>
              <a:effectLst/>
            </p:spPr>
          </p:cxnSp>
        </p:grpSp>
        <p:grpSp>
          <p:nvGrpSpPr>
            <p:cNvPr id="669" name="Group 668"/>
            <p:cNvGrpSpPr/>
            <p:nvPr/>
          </p:nvGrpSpPr>
          <p:grpSpPr>
            <a:xfrm>
              <a:off x="9339215" y="2804718"/>
              <a:ext cx="114301" cy="121671"/>
              <a:chOff x="7496074" y="2935800"/>
              <a:chExt cx="114301" cy="121671"/>
            </a:xfrm>
          </p:grpSpPr>
          <p:sp>
            <p:nvSpPr>
              <p:cNvPr id="714" name="Oval 713"/>
              <p:cNvSpPr/>
              <p:nvPr/>
            </p:nvSpPr>
            <p:spPr bwMode="auto">
              <a:xfrm>
                <a:off x="7496074" y="2935800"/>
                <a:ext cx="114301" cy="121671"/>
              </a:xfrm>
              <a:prstGeom prst="ellipse">
                <a:avLst/>
              </a:prstGeom>
              <a:solidFill>
                <a:schemeClr val="tx2">
                  <a:lumMod val="50000"/>
                </a:schemeClr>
              </a:soli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cxnSp>
            <p:nvCxnSpPr>
              <p:cNvPr id="715" name="Straight Connector 714"/>
              <p:cNvCxnSpPr/>
              <p:nvPr/>
            </p:nvCxnSpPr>
            <p:spPr>
              <a:xfrm>
                <a:off x="7523348" y="2996473"/>
                <a:ext cx="60732" cy="0"/>
              </a:xfrm>
              <a:prstGeom prst="line">
                <a:avLst/>
              </a:prstGeom>
              <a:noFill/>
              <a:ln w="19050" cap="flat" cmpd="sng" algn="ctr">
                <a:solidFill>
                  <a:schemeClr val="bg1"/>
                </a:solidFill>
                <a:prstDash val="solid"/>
              </a:ln>
              <a:effectLst/>
            </p:spPr>
          </p:cxnSp>
        </p:grpSp>
        <p:grpSp>
          <p:nvGrpSpPr>
            <p:cNvPr id="670" name="Group 669"/>
            <p:cNvGrpSpPr/>
            <p:nvPr/>
          </p:nvGrpSpPr>
          <p:grpSpPr>
            <a:xfrm>
              <a:off x="10092873" y="2804718"/>
              <a:ext cx="114301" cy="121671"/>
              <a:chOff x="7496074" y="2935800"/>
              <a:chExt cx="114301" cy="121671"/>
            </a:xfrm>
          </p:grpSpPr>
          <p:sp>
            <p:nvSpPr>
              <p:cNvPr id="712" name="Oval 711"/>
              <p:cNvSpPr/>
              <p:nvPr/>
            </p:nvSpPr>
            <p:spPr bwMode="auto">
              <a:xfrm>
                <a:off x="7496074" y="2935800"/>
                <a:ext cx="114301" cy="121671"/>
              </a:xfrm>
              <a:prstGeom prst="ellipse">
                <a:avLst/>
              </a:prstGeom>
              <a:solidFill>
                <a:schemeClr val="tx2">
                  <a:lumMod val="50000"/>
                </a:schemeClr>
              </a:soli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cxnSp>
            <p:nvCxnSpPr>
              <p:cNvPr id="713" name="Straight Connector 712"/>
              <p:cNvCxnSpPr/>
              <p:nvPr/>
            </p:nvCxnSpPr>
            <p:spPr>
              <a:xfrm>
                <a:off x="7523348" y="2996473"/>
                <a:ext cx="60732" cy="0"/>
              </a:xfrm>
              <a:prstGeom prst="line">
                <a:avLst/>
              </a:prstGeom>
              <a:noFill/>
              <a:ln w="19050" cap="flat" cmpd="sng" algn="ctr">
                <a:solidFill>
                  <a:schemeClr val="bg1"/>
                </a:solidFill>
                <a:prstDash val="solid"/>
              </a:ln>
              <a:effectLst/>
            </p:spPr>
          </p:cxnSp>
        </p:grpSp>
        <p:grpSp>
          <p:nvGrpSpPr>
            <p:cNvPr id="671" name="Group 670"/>
            <p:cNvGrpSpPr/>
            <p:nvPr/>
          </p:nvGrpSpPr>
          <p:grpSpPr>
            <a:xfrm>
              <a:off x="10866225" y="2814486"/>
              <a:ext cx="114301" cy="121671"/>
              <a:chOff x="7496074" y="2935800"/>
              <a:chExt cx="114301" cy="121671"/>
            </a:xfrm>
          </p:grpSpPr>
          <p:sp>
            <p:nvSpPr>
              <p:cNvPr id="710" name="Oval 709"/>
              <p:cNvSpPr/>
              <p:nvPr/>
            </p:nvSpPr>
            <p:spPr bwMode="auto">
              <a:xfrm>
                <a:off x="7496074" y="2935800"/>
                <a:ext cx="114301" cy="121671"/>
              </a:xfrm>
              <a:prstGeom prst="ellipse">
                <a:avLst/>
              </a:prstGeom>
              <a:solidFill>
                <a:schemeClr val="tx2">
                  <a:lumMod val="50000"/>
                </a:schemeClr>
              </a:soli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cxnSp>
            <p:nvCxnSpPr>
              <p:cNvPr id="711" name="Straight Connector 710"/>
              <p:cNvCxnSpPr/>
              <p:nvPr/>
            </p:nvCxnSpPr>
            <p:spPr>
              <a:xfrm>
                <a:off x="7523348" y="2996473"/>
                <a:ext cx="60732" cy="0"/>
              </a:xfrm>
              <a:prstGeom prst="line">
                <a:avLst/>
              </a:prstGeom>
              <a:noFill/>
              <a:ln w="19050" cap="flat" cmpd="sng" algn="ctr">
                <a:solidFill>
                  <a:schemeClr val="bg1"/>
                </a:solidFill>
                <a:prstDash val="solid"/>
              </a:ln>
              <a:effectLst/>
            </p:spPr>
          </p:cxnSp>
        </p:grpSp>
        <p:sp>
          <p:nvSpPr>
            <p:cNvPr id="672" name="Rectangle 671"/>
            <p:cNvSpPr/>
            <p:nvPr/>
          </p:nvSpPr>
          <p:spPr bwMode="auto">
            <a:xfrm>
              <a:off x="8025458" y="3138912"/>
              <a:ext cx="401130" cy="45719"/>
            </a:xfrm>
            <a:prstGeom prst="rect">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
          <p:nvSpPr>
            <p:cNvPr id="673" name="Oval 672"/>
            <p:cNvSpPr/>
            <p:nvPr/>
          </p:nvSpPr>
          <p:spPr bwMode="auto">
            <a:xfrm>
              <a:off x="7647432" y="2969972"/>
              <a:ext cx="371275" cy="378022"/>
            </a:xfrm>
            <a:prstGeom prst="ellipse">
              <a:avLst/>
            </a:prstGeom>
            <a:solidFill>
              <a:schemeClr val="tx1">
                <a:lumMod val="65000"/>
              </a:schemeClr>
            </a:solidFill>
            <a:ln w="25400" cmpd="sng">
              <a:solidFill>
                <a:schemeClr val="bg1">
                  <a:lumMod val="50000"/>
                  <a:lumOff val="5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rPr>
                <a:t>+</a:t>
              </a:r>
            </a:p>
          </p:txBody>
        </p:sp>
        <p:sp>
          <p:nvSpPr>
            <p:cNvPr id="674" name="Rectangle 673"/>
            <p:cNvSpPr/>
            <p:nvPr/>
          </p:nvSpPr>
          <p:spPr bwMode="auto">
            <a:xfrm>
              <a:off x="9571436" y="3138295"/>
              <a:ext cx="401130" cy="45719"/>
            </a:xfrm>
            <a:prstGeom prst="rect">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
          <p:nvSpPr>
            <p:cNvPr id="675" name="Rectangle 674"/>
            <p:cNvSpPr/>
            <p:nvPr/>
          </p:nvSpPr>
          <p:spPr bwMode="auto">
            <a:xfrm>
              <a:off x="8799407" y="3138295"/>
              <a:ext cx="401130" cy="45719"/>
            </a:xfrm>
            <a:prstGeom prst="rect">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
          <p:nvSpPr>
            <p:cNvPr id="676" name="Oval 675"/>
            <p:cNvSpPr/>
            <p:nvPr/>
          </p:nvSpPr>
          <p:spPr bwMode="auto">
            <a:xfrm>
              <a:off x="9202429" y="2969972"/>
              <a:ext cx="371275" cy="378022"/>
            </a:xfrm>
            <a:prstGeom prst="ellipse">
              <a:avLst/>
            </a:prstGeom>
            <a:solidFill>
              <a:schemeClr val="tx1">
                <a:lumMod val="65000"/>
              </a:schemeClr>
            </a:solidFill>
            <a:ln w="25400" cmpd="sng">
              <a:solidFill>
                <a:schemeClr val="bg1">
                  <a:lumMod val="50000"/>
                  <a:lumOff val="5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rPr>
                <a:t>+</a:t>
              </a:r>
            </a:p>
          </p:txBody>
        </p:sp>
        <p:sp>
          <p:nvSpPr>
            <p:cNvPr id="677" name="Rectangle 676"/>
            <p:cNvSpPr/>
            <p:nvPr/>
          </p:nvSpPr>
          <p:spPr bwMode="auto">
            <a:xfrm>
              <a:off x="10348036" y="3138295"/>
              <a:ext cx="401130" cy="45719"/>
            </a:xfrm>
            <a:prstGeom prst="rect">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
          <p:nvSpPr>
            <p:cNvPr id="678" name="Oval 677"/>
            <p:cNvSpPr/>
            <p:nvPr/>
          </p:nvSpPr>
          <p:spPr bwMode="auto">
            <a:xfrm>
              <a:off x="10751072" y="2969355"/>
              <a:ext cx="371275" cy="378022"/>
            </a:xfrm>
            <a:prstGeom prst="ellipse">
              <a:avLst/>
            </a:prstGeom>
            <a:solidFill>
              <a:schemeClr val="tx1">
                <a:lumMod val="65000"/>
              </a:schemeClr>
            </a:solidFill>
            <a:ln w="25400" cmpd="sng">
              <a:solidFill>
                <a:schemeClr val="bg1">
                  <a:lumMod val="50000"/>
                  <a:lumOff val="5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rPr>
                <a:t>+</a:t>
              </a:r>
            </a:p>
          </p:txBody>
        </p:sp>
        <p:sp>
          <p:nvSpPr>
            <p:cNvPr id="679" name="Oval 678"/>
            <p:cNvSpPr/>
            <p:nvPr/>
          </p:nvSpPr>
          <p:spPr bwMode="auto">
            <a:xfrm>
              <a:off x="9974472" y="2969355"/>
              <a:ext cx="371275" cy="378022"/>
            </a:xfrm>
            <a:prstGeom prst="ellipse">
              <a:avLst/>
            </a:prstGeom>
            <a:solidFill>
              <a:schemeClr val="tx1">
                <a:lumMod val="65000"/>
              </a:schemeClr>
            </a:solidFill>
            <a:ln w="25400" cmpd="sng">
              <a:solidFill>
                <a:schemeClr val="bg1">
                  <a:lumMod val="50000"/>
                  <a:lumOff val="5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rPr>
                <a:t>+</a:t>
              </a:r>
            </a:p>
          </p:txBody>
        </p:sp>
        <p:sp>
          <p:nvSpPr>
            <p:cNvPr id="680" name="TextBox 679"/>
            <p:cNvSpPr txBox="1"/>
            <p:nvPr/>
          </p:nvSpPr>
          <p:spPr>
            <a:xfrm>
              <a:off x="7213546" y="2628451"/>
              <a:ext cx="394660" cy="954107"/>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a:ln>
                    <a:noFill/>
                  </a:ln>
                  <a:solidFill>
                    <a:srgbClr val="FFFFFF"/>
                  </a:solidFill>
                  <a:effectLst/>
                  <a:uLnTx/>
                  <a:uFillTx/>
                  <a:latin typeface="Arial" charset="0"/>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a:ln>
                    <a:noFill/>
                  </a:ln>
                  <a:solidFill>
                    <a:srgbClr val="FFFFFF"/>
                  </a:solidFill>
                  <a:effectLst/>
                  <a:uLnTx/>
                  <a:uFillTx/>
                  <a:latin typeface="Arial" charset="0"/>
                  <a:ea typeface="+mn-ea"/>
                  <a:cs typeface="+mn-cs"/>
                </a:rPr>
                <a:t>+</a:t>
              </a:r>
            </a:p>
          </p:txBody>
        </p:sp>
        <p:cxnSp>
          <p:nvCxnSpPr>
            <p:cNvPr id="681" name="Straight Connector 680"/>
            <p:cNvCxnSpPr/>
            <p:nvPr/>
          </p:nvCxnSpPr>
          <p:spPr>
            <a:xfrm flipV="1">
              <a:off x="11375088" y="3347377"/>
              <a:ext cx="167363" cy="746"/>
            </a:xfrm>
            <a:prstGeom prst="line">
              <a:avLst/>
            </a:prstGeom>
            <a:noFill/>
            <a:ln w="31750" cap="flat" cmpd="sng" algn="ctr">
              <a:solidFill>
                <a:srgbClr val="FFFFFF"/>
              </a:solidFill>
              <a:prstDash val="solid"/>
            </a:ln>
            <a:effectLst/>
          </p:spPr>
        </p:cxnSp>
        <p:sp>
          <p:nvSpPr>
            <p:cNvPr id="682" name="Oval 681"/>
            <p:cNvSpPr/>
            <p:nvPr/>
          </p:nvSpPr>
          <p:spPr bwMode="auto">
            <a:xfrm>
              <a:off x="8419515" y="2963573"/>
              <a:ext cx="371275" cy="378022"/>
            </a:xfrm>
            <a:prstGeom prst="ellipse">
              <a:avLst/>
            </a:prstGeom>
            <a:solidFill>
              <a:schemeClr val="bg1">
                <a:lumMod val="65000"/>
                <a:lumOff val="35000"/>
              </a:schemeClr>
            </a:solidFill>
            <a:ln w="25400" cmpd="sng">
              <a:solidFill>
                <a:schemeClr val="tx1">
                  <a:lumMod val="65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rPr>
                <a:t>+</a:t>
              </a:r>
            </a:p>
          </p:txBody>
        </p:sp>
        <p:sp>
          <p:nvSpPr>
            <p:cNvPr id="683" name="Rectangle 682"/>
            <p:cNvSpPr/>
            <p:nvPr/>
          </p:nvSpPr>
          <p:spPr>
            <a:xfrm>
              <a:off x="7587261" y="4246562"/>
              <a:ext cx="3710778" cy="800474"/>
            </a:xfrm>
            <a:prstGeom prst="rect">
              <a:avLst/>
            </a:prstGeom>
            <a:solidFill>
              <a:srgbClr val="FF9929">
                <a:lumMod val="75000"/>
              </a:srgbClr>
            </a:solidFill>
            <a:ln w="38100" cap="flat" cmpd="sng" algn="ctr">
              <a:solidFill>
                <a:srgbClr val="FFFFFF">
                  <a:lumMod val="95000"/>
                </a:srgbClr>
              </a:solid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a:ea typeface="+mn-ea"/>
                <a:cs typeface="+mn-cs"/>
              </a:endParaRPr>
            </a:p>
          </p:txBody>
        </p:sp>
        <p:cxnSp>
          <p:nvCxnSpPr>
            <p:cNvPr id="684" name="Straight Arrow Connector 683"/>
            <p:cNvCxnSpPr/>
            <p:nvPr/>
          </p:nvCxnSpPr>
          <p:spPr>
            <a:xfrm>
              <a:off x="8569621" y="4103970"/>
              <a:ext cx="1727340" cy="771"/>
            </a:xfrm>
            <a:prstGeom prst="straightConnector1">
              <a:avLst/>
            </a:prstGeom>
            <a:noFill/>
            <a:ln w="41275" cap="flat" cmpd="sng" algn="ctr">
              <a:solidFill>
                <a:srgbClr val="FFFFFF"/>
              </a:solidFill>
              <a:prstDash val="solid"/>
              <a:tailEnd type="triangle"/>
            </a:ln>
            <a:effectLst>
              <a:outerShdw blurRad="50800" dist="38100" dir="5400000" rotWithShape="0">
                <a:srgbClr val="000000">
                  <a:alpha val="35000"/>
                </a:srgbClr>
              </a:outerShdw>
            </a:effectLst>
          </p:spPr>
        </p:cxnSp>
        <p:sp>
          <p:nvSpPr>
            <p:cNvPr id="685" name="TextBox 684"/>
            <p:cNvSpPr txBox="1"/>
            <p:nvPr/>
          </p:nvSpPr>
          <p:spPr>
            <a:xfrm>
              <a:off x="8604324" y="3796951"/>
              <a:ext cx="1505540" cy="369332"/>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Arial" charset="0"/>
                  <a:ea typeface="+mn-ea"/>
                  <a:cs typeface="+mn-cs"/>
                </a:rPr>
                <a:t>Electric Field</a:t>
              </a:r>
            </a:p>
          </p:txBody>
        </p:sp>
        <p:cxnSp>
          <p:nvCxnSpPr>
            <p:cNvPr id="686" name="Straight Connector 685"/>
            <p:cNvCxnSpPr/>
            <p:nvPr/>
          </p:nvCxnSpPr>
          <p:spPr>
            <a:xfrm flipV="1">
              <a:off x="11384601" y="4436356"/>
              <a:ext cx="167363" cy="746"/>
            </a:xfrm>
            <a:prstGeom prst="line">
              <a:avLst/>
            </a:prstGeom>
            <a:noFill/>
            <a:ln w="31750" cap="flat" cmpd="sng" algn="ctr">
              <a:solidFill>
                <a:srgbClr val="FFFFFF"/>
              </a:solidFill>
              <a:prstDash val="solid"/>
            </a:ln>
            <a:effectLst/>
          </p:spPr>
        </p:cxnSp>
        <p:grpSp>
          <p:nvGrpSpPr>
            <p:cNvPr id="687" name="Group 686"/>
            <p:cNvGrpSpPr/>
            <p:nvPr/>
          </p:nvGrpSpPr>
          <p:grpSpPr>
            <a:xfrm>
              <a:off x="7791501" y="4298614"/>
              <a:ext cx="114301" cy="121671"/>
              <a:chOff x="7496074" y="2935800"/>
              <a:chExt cx="114301" cy="121671"/>
            </a:xfrm>
          </p:grpSpPr>
          <p:sp>
            <p:nvSpPr>
              <p:cNvPr id="708" name="Oval 707"/>
              <p:cNvSpPr/>
              <p:nvPr/>
            </p:nvSpPr>
            <p:spPr bwMode="auto">
              <a:xfrm>
                <a:off x="7496074" y="2935800"/>
                <a:ext cx="114301" cy="121671"/>
              </a:xfrm>
              <a:prstGeom prst="ellipse">
                <a:avLst/>
              </a:prstGeom>
              <a:solidFill>
                <a:schemeClr val="tx2">
                  <a:lumMod val="50000"/>
                </a:schemeClr>
              </a:soli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cxnSp>
            <p:nvCxnSpPr>
              <p:cNvPr id="709" name="Straight Connector 708"/>
              <p:cNvCxnSpPr/>
              <p:nvPr/>
            </p:nvCxnSpPr>
            <p:spPr>
              <a:xfrm>
                <a:off x="7523348" y="2996473"/>
                <a:ext cx="60732" cy="0"/>
              </a:xfrm>
              <a:prstGeom prst="line">
                <a:avLst/>
              </a:prstGeom>
              <a:noFill/>
              <a:ln w="19050" cap="flat" cmpd="sng" algn="ctr">
                <a:solidFill>
                  <a:schemeClr val="bg1"/>
                </a:solidFill>
                <a:prstDash val="solid"/>
              </a:ln>
              <a:effectLst/>
            </p:spPr>
          </p:cxnSp>
        </p:grpSp>
        <p:grpSp>
          <p:nvGrpSpPr>
            <p:cNvPr id="688" name="Group 687"/>
            <p:cNvGrpSpPr/>
            <p:nvPr/>
          </p:nvGrpSpPr>
          <p:grpSpPr>
            <a:xfrm>
              <a:off x="8558145" y="4304917"/>
              <a:ext cx="114301" cy="121671"/>
              <a:chOff x="7496074" y="2935800"/>
              <a:chExt cx="114301" cy="121671"/>
            </a:xfrm>
          </p:grpSpPr>
          <p:sp>
            <p:nvSpPr>
              <p:cNvPr id="706" name="Oval 705"/>
              <p:cNvSpPr/>
              <p:nvPr/>
            </p:nvSpPr>
            <p:spPr bwMode="auto">
              <a:xfrm>
                <a:off x="7496074" y="2935800"/>
                <a:ext cx="114301" cy="121671"/>
              </a:xfrm>
              <a:prstGeom prst="ellipse">
                <a:avLst/>
              </a:prstGeom>
              <a:solidFill>
                <a:schemeClr val="tx2">
                  <a:lumMod val="50000"/>
                </a:schemeClr>
              </a:soli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cxnSp>
            <p:nvCxnSpPr>
              <p:cNvPr id="707" name="Straight Connector 706"/>
              <p:cNvCxnSpPr/>
              <p:nvPr/>
            </p:nvCxnSpPr>
            <p:spPr>
              <a:xfrm>
                <a:off x="7523348" y="2996473"/>
                <a:ext cx="60732" cy="0"/>
              </a:xfrm>
              <a:prstGeom prst="line">
                <a:avLst/>
              </a:prstGeom>
              <a:noFill/>
              <a:ln w="19050" cap="flat" cmpd="sng" algn="ctr">
                <a:solidFill>
                  <a:schemeClr val="bg1"/>
                </a:solidFill>
                <a:prstDash val="solid"/>
              </a:ln>
              <a:effectLst/>
            </p:spPr>
          </p:cxnSp>
        </p:grpSp>
        <p:grpSp>
          <p:nvGrpSpPr>
            <p:cNvPr id="689" name="Group 688"/>
            <p:cNvGrpSpPr/>
            <p:nvPr/>
          </p:nvGrpSpPr>
          <p:grpSpPr>
            <a:xfrm>
              <a:off x="10102386" y="4304917"/>
              <a:ext cx="114301" cy="121671"/>
              <a:chOff x="7496074" y="2935800"/>
              <a:chExt cx="114301" cy="121671"/>
            </a:xfrm>
          </p:grpSpPr>
          <p:sp>
            <p:nvSpPr>
              <p:cNvPr id="704" name="Oval 703"/>
              <p:cNvSpPr/>
              <p:nvPr/>
            </p:nvSpPr>
            <p:spPr bwMode="auto">
              <a:xfrm>
                <a:off x="7496074" y="2935800"/>
                <a:ext cx="114301" cy="121671"/>
              </a:xfrm>
              <a:prstGeom prst="ellipse">
                <a:avLst/>
              </a:prstGeom>
              <a:solidFill>
                <a:schemeClr val="tx2">
                  <a:lumMod val="50000"/>
                </a:schemeClr>
              </a:soli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cxnSp>
            <p:nvCxnSpPr>
              <p:cNvPr id="705" name="Straight Connector 704"/>
              <p:cNvCxnSpPr/>
              <p:nvPr/>
            </p:nvCxnSpPr>
            <p:spPr>
              <a:xfrm>
                <a:off x="7523348" y="2996473"/>
                <a:ext cx="60732" cy="0"/>
              </a:xfrm>
              <a:prstGeom prst="line">
                <a:avLst/>
              </a:prstGeom>
              <a:noFill/>
              <a:ln w="19050" cap="flat" cmpd="sng" algn="ctr">
                <a:solidFill>
                  <a:schemeClr val="bg1"/>
                </a:solidFill>
                <a:prstDash val="solid"/>
              </a:ln>
              <a:effectLst/>
            </p:spPr>
          </p:cxnSp>
        </p:grpSp>
        <p:grpSp>
          <p:nvGrpSpPr>
            <p:cNvPr id="690" name="Group 689"/>
            <p:cNvGrpSpPr/>
            <p:nvPr/>
          </p:nvGrpSpPr>
          <p:grpSpPr>
            <a:xfrm>
              <a:off x="10875738" y="4314685"/>
              <a:ext cx="114301" cy="121671"/>
              <a:chOff x="7496074" y="2935800"/>
              <a:chExt cx="114301" cy="121671"/>
            </a:xfrm>
          </p:grpSpPr>
          <p:sp>
            <p:nvSpPr>
              <p:cNvPr id="702" name="Oval 701"/>
              <p:cNvSpPr/>
              <p:nvPr/>
            </p:nvSpPr>
            <p:spPr bwMode="auto">
              <a:xfrm>
                <a:off x="7496074" y="2935800"/>
                <a:ext cx="114301" cy="121671"/>
              </a:xfrm>
              <a:prstGeom prst="ellipse">
                <a:avLst/>
              </a:prstGeom>
              <a:solidFill>
                <a:schemeClr val="tx2">
                  <a:lumMod val="50000"/>
                </a:schemeClr>
              </a:soli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cxnSp>
            <p:nvCxnSpPr>
              <p:cNvPr id="703" name="Straight Connector 702"/>
              <p:cNvCxnSpPr/>
              <p:nvPr/>
            </p:nvCxnSpPr>
            <p:spPr>
              <a:xfrm>
                <a:off x="7523348" y="2996473"/>
                <a:ext cx="60732" cy="0"/>
              </a:xfrm>
              <a:prstGeom prst="line">
                <a:avLst/>
              </a:prstGeom>
              <a:noFill/>
              <a:ln w="19050" cap="flat" cmpd="sng" algn="ctr">
                <a:solidFill>
                  <a:schemeClr val="bg1"/>
                </a:solidFill>
                <a:prstDash val="solid"/>
              </a:ln>
              <a:effectLst/>
            </p:spPr>
          </p:cxnSp>
        </p:grpSp>
        <p:sp>
          <p:nvSpPr>
            <p:cNvPr id="691" name="Rectangle 690"/>
            <p:cNvSpPr/>
            <p:nvPr/>
          </p:nvSpPr>
          <p:spPr bwMode="auto">
            <a:xfrm>
              <a:off x="8034971" y="4639111"/>
              <a:ext cx="401130" cy="45719"/>
            </a:xfrm>
            <a:prstGeom prst="rect">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
          <p:nvSpPr>
            <p:cNvPr id="692" name="Oval 691"/>
            <p:cNvSpPr/>
            <p:nvPr/>
          </p:nvSpPr>
          <p:spPr bwMode="auto">
            <a:xfrm>
              <a:off x="7656945" y="4470171"/>
              <a:ext cx="371275" cy="378022"/>
            </a:xfrm>
            <a:prstGeom prst="ellipse">
              <a:avLst/>
            </a:prstGeom>
            <a:solidFill>
              <a:schemeClr val="tx1">
                <a:lumMod val="65000"/>
              </a:schemeClr>
            </a:solidFill>
            <a:ln w="25400" cmpd="sng">
              <a:solidFill>
                <a:schemeClr val="bg1">
                  <a:lumMod val="50000"/>
                  <a:lumOff val="5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rPr>
                <a:t>+</a:t>
              </a:r>
            </a:p>
          </p:txBody>
        </p:sp>
        <p:sp>
          <p:nvSpPr>
            <p:cNvPr id="693" name="Rectangle 692"/>
            <p:cNvSpPr/>
            <p:nvPr/>
          </p:nvSpPr>
          <p:spPr bwMode="auto">
            <a:xfrm>
              <a:off x="9580949" y="4638494"/>
              <a:ext cx="401130" cy="45719"/>
            </a:xfrm>
            <a:prstGeom prst="rect">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
          <p:nvSpPr>
            <p:cNvPr id="694" name="Rectangle 693"/>
            <p:cNvSpPr/>
            <p:nvPr/>
          </p:nvSpPr>
          <p:spPr bwMode="auto">
            <a:xfrm>
              <a:off x="8808920" y="4638494"/>
              <a:ext cx="401130" cy="45719"/>
            </a:xfrm>
            <a:prstGeom prst="rect">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
          <p:nvSpPr>
            <p:cNvPr id="695" name="Oval 694"/>
            <p:cNvSpPr/>
            <p:nvPr/>
          </p:nvSpPr>
          <p:spPr bwMode="auto">
            <a:xfrm>
              <a:off x="8421359" y="4470171"/>
              <a:ext cx="371275" cy="378022"/>
            </a:xfrm>
            <a:prstGeom prst="ellipse">
              <a:avLst/>
            </a:prstGeom>
            <a:solidFill>
              <a:schemeClr val="tx1">
                <a:lumMod val="65000"/>
              </a:schemeClr>
            </a:solidFill>
            <a:ln w="25400" cmpd="sng">
              <a:solidFill>
                <a:schemeClr val="bg1">
                  <a:lumMod val="50000"/>
                  <a:lumOff val="5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rPr>
                <a:t>+</a:t>
              </a:r>
            </a:p>
          </p:txBody>
        </p:sp>
        <p:sp>
          <p:nvSpPr>
            <p:cNvPr id="696" name="Rectangle 695"/>
            <p:cNvSpPr/>
            <p:nvPr/>
          </p:nvSpPr>
          <p:spPr bwMode="auto">
            <a:xfrm>
              <a:off x="10357549" y="4638494"/>
              <a:ext cx="401130" cy="45719"/>
            </a:xfrm>
            <a:prstGeom prst="rect">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
          <p:nvSpPr>
            <p:cNvPr id="697" name="Oval 696"/>
            <p:cNvSpPr/>
            <p:nvPr/>
          </p:nvSpPr>
          <p:spPr bwMode="auto">
            <a:xfrm>
              <a:off x="10760585" y="4469554"/>
              <a:ext cx="371275" cy="378022"/>
            </a:xfrm>
            <a:prstGeom prst="ellipse">
              <a:avLst/>
            </a:prstGeom>
            <a:solidFill>
              <a:schemeClr val="tx1">
                <a:lumMod val="65000"/>
              </a:schemeClr>
            </a:solidFill>
            <a:ln w="25400" cmpd="sng">
              <a:solidFill>
                <a:schemeClr val="bg1">
                  <a:lumMod val="50000"/>
                  <a:lumOff val="5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rPr>
                <a:t>+</a:t>
              </a:r>
            </a:p>
          </p:txBody>
        </p:sp>
        <p:sp>
          <p:nvSpPr>
            <p:cNvPr id="698" name="Oval 697"/>
            <p:cNvSpPr/>
            <p:nvPr/>
          </p:nvSpPr>
          <p:spPr bwMode="auto">
            <a:xfrm>
              <a:off x="9983985" y="4469554"/>
              <a:ext cx="371275" cy="378022"/>
            </a:xfrm>
            <a:prstGeom prst="ellipse">
              <a:avLst/>
            </a:prstGeom>
            <a:solidFill>
              <a:schemeClr val="tx1">
                <a:lumMod val="65000"/>
              </a:schemeClr>
            </a:solidFill>
            <a:ln w="25400" cmpd="sng">
              <a:solidFill>
                <a:schemeClr val="bg1">
                  <a:lumMod val="50000"/>
                  <a:lumOff val="5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rPr>
                <a:t>+</a:t>
              </a:r>
            </a:p>
          </p:txBody>
        </p:sp>
        <p:sp>
          <p:nvSpPr>
            <p:cNvPr id="699" name="TextBox 698"/>
            <p:cNvSpPr txBox="1"/>
            <p:nvPr/>
          </p:nvSpPr>
          <p:spPr>
            <a:xfrm>
              <a:off x="7223059" y="4128650"/>
              <a:ext cx="394660" cy="954107"/>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a:ln>
                    <a:noFill/>
                  </a:ln>
                  <a:solidFill>
                    <a:srgbClr val="FFFFFF"/>
                  </a:solidFill>
                  <a:effectLst/>
                  <a:uLnTx/>
                  <a:uFillTx/>
                  <a:latin typeface="Arial" charset="0"/>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a:ln>
                    <a:noFill/>
                  </a:ln>
                  <a:solidFill>
                    <a:srgbClr val="FFFFFF"/>
                  </a:solidFill>
                  <a:effectLst/>
                  <a:uLnTx/>
                  <a:uFillTx/>
                  <a:latin typeface="Arial" charset="0"/>
                  <a:ea typeface="+mn-ea"/>
                  <a:cs typeface="+mn-cs"/>
                </a:rPr>
                <a:t>+</a:t>
              </a:r>
            </a:p>
          </p:txBody>
        </p:sp>
        <p:cxnSp>
          <p:nvCxnSpPr>
            <p:cNvPr id="700" name="Straight Connector 699"/>
            <p:cNvCxnSpPr/>
            <p:nvPr/>
          </p:nvCxnSpPr>
          <p:spPr>
            <a:xfrm flipV="1">
              <a:off x="11384601" y="4847576"/>
              <a:ext cx="167363" cy="746"/>
            </a:xfrm>
            <a:prstGeom prst="line">
              <a:avLst/>
            </a:prstGeom>
            <a:noFill/>
            <a:ln w="31750" cap="flat" cmpd="sng" algn="ctr">
              <a:solidFill>
                <a:srgbClr val="FFFFFF"/>
              </a:solidFill>
              <a:prstDash val="solid"/>
            </a:ln>
            <a:effectLst/>
          </p:spPr>
        </p:cxnSp>
        <p:sp>
          <p:nvSpPr>
            <p:cNvPr id="701" name="Oval 700"/>
            <p:cNvSpPr/>
            <p:nvPr/>
          </p:nvSpPr>
          <p:spPr bwMode="auto">
            <a:xfrm>
              <a:off x="9196426" y="4463112"/>
              <a:ext cx="371275" cy="378022"/>
            </a:xfrm>
            <a:prstGeom prst="ellipse">
              <a:avLst/>
            </a:prstGeom>
            <a:solidFill>
              <a:schemeClr val="bg1">
                <a:lumMod val="65000"/>
                <a:lumOff val="35000"/>
              </a:schemeClr>
            </a:solidFill>
            <a:ln w="25400" cmpd="sng">
              <a:solidFill>
                <a:schemeClr val="tx1">
                  <a:lumMod val="65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rPr>
                <a:t>+</a:t>
              </a:r>
            </a:p>
          </p:txBody>
        </p:sp>
      </p:grpSp>
    </p:spTree>
    <p:extLst>
      <p:ext uri="{BB962C8B-B14F-4D97-AF65-F5344CB8AC3E}">
        <p14:creationId xmlns:p14="http://schemas.microsoft.com/office/powerpoint/2010/main" val="2295845355"/>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3698322" y="3338"/>
            <a:ext cx="4492367" cy="553998"/>
          </a:xfrm>
        </p:spPr>
        <p:txBody>
          <a:bodyPr/>
          <a:lstStyle/>
          <a:p>
            <a:pPr algn="ctr"/>
            <a:r>
              <a:rPr lang="en-US" sz="4000"/>
              <a:t>Waves</a:t>
            </a:r>
          </a:p>
        </p:txBody>
      </p:sp>
      <p:sp>
        <p:nvSpPr>
          <p:cNvPr id="7" name="Rectangle 6"/>
          <p:cNvSpPr/>
          <p:nvPr/>
        </p:nvSpPr>
        <p:spPr>
          <a:xfrm>
            <a:off x="290867" y="2748647"/>
            <a:ext cx="11655662" cy="369331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a:buFont typeface="Arial" panose="020B0604020202020204" pitchFamily="34" charset="0"/>
              <a:buChar char="•"/>
            </a:pPr>
            <a:r>
              <a:rPr lang="en-US" dirty="0">
                <a:latin typeface="Cambria Math" panose="02040503050406030204" pitchFamily="18" charset="0"/>
                <a:ea typeface="Cambria Math" panose="02040503050406030204" pitchFamily="18" charset="0"/>
              </a:rPr>
              <a:t>A wave is a function of both with time (t) and distance (x).</a:t>
            </a:r>
          </a:p>
          <a:p>
            <a:pPr marL="285750" indent="-285750">
              <a:buFont typeface="Arial" panose="020B0604020202020204" pitchFamily="34" charset="0"/>
              <a:buChar char="•"/>
            </a:pPr>
            <a:endParaRPr lang="en-US" dirty="0">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latin typeface="Cambria Math" panose="02040503050406030204" pitchFamily="18" charset="0"/>
                <a:ea typeface="Cambria Math" panose="02040503050406030204" pitchFamily="18" charset="0"/>
              </a:rPr>
              <a:t>Sound waves </a:t>
            </a:r>
            <a:r>
              <a:rPr lang="en-US" sz="1400" dirty="0">
                <a:latin typeface="Cambria Math" panose="02040503050406030204" pitchFamily="18" charset="0"/>
                <a:ea typeface="Cambria Math" panose="02040503050406030204" pitchFamily="18" charset="0"/>
                <a:sym typeface="Wingdings" panose="05000000000000000000" pitchFamily="2" charset="2"/>
              </a:rPr>
              <a:t></a:t>
            </a:r>
            <a:r>
              <a:rPr lang="en-US" dirty="0">
                <a:latin typeface="Cambria Math" panose="02040503050406030204" pitchFamily="18" charset="0"/>
                <a:ea typeface="Cambria Math" panose="02040503050406030204" pitchFamily="18" charset="0"/>
              </a:rPr>
              <a:t> Pressure disturbances traveling through the air.</a:t>
            </a:r>
          </a:p>
          <a:p>
            <a:endParaRPr lang="en-US" dirty="0">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latin typeface="Cambria Math" panose="02040503050406030204" pitchFamily="18" charset="0"/>
                <a:ea typeface="Cambria Math" panose="02040503050406030204" pitchFamily="18" charset="0"/>
              </a:rPr>
              <a:t>Transmission Line Waves </a:t>
            </a:r>
            <a:r>
              <a:rPr lang="en-US" sz="1400" dirty="0">
                <a:latin typeface="Cambria Math" panose="02040503050406030204" pitchFamily="18" charset="0"/>
                <a:ea typeface="Cambria Math" panose="02040503050406030204" pitchFamily="18" charset="0"/>
                <a:sym typeface="Wingdings" panose="05000000000000000000" pitchFamily="2" charset="2"/>
              </a:rPr>
              <a:t></a:t>
            </a:r>
            <a:r>
              <a:rPr lang="en-US" dirty="0">
                <a:latin typeface="Cambria Math" panose="02040503050406030204" pitchFamily="18" charset="0"/>
                <a:ea typeface="Cambria Math" panose="02040503050406030204" pitchFamily="18" charset="0"/>
              </a:rPr>
              <a:t> Finite propagation velocity of voltage and current changes results in wave propagation.</a:t>
            </a:r>
          </a:p>
          <a:p>
            <a:pPr marL="285750" indent="-285750">
              <a:buFont typeface="Arial" panose="020B0604020202020204" pitchFamily="34" charset="0"/>
              <a:buChar char="•"/>
            </a:pPr>
            <a:endParaRPr lang="en-US" dirty="0">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latin typeface="Cambria Math" panose="02040503050406030204" pitchFamily="18" charset="0"/>
                <a:ea typeface="Cambria Math" panose="02040503050406030204" pitchFamily="18" charset="0"/>
              </a:rPr>
              <a:t>Electromagnetic Waves </a:t>
            </a:r>
            <a:r>
              <a:rPr lang="en-US" sz="1400" dirty="0">
                <a:latin typeface="Cambria Math" panose="02040503050406030204" pitchFamily="18" charset="0"/>
                <a:ea typeface="Cambria Math" panose="02040503050406030204" pitchFamily="18" charset="0"/>
                <a:sym typeface="Wingdings" panose="05000000000000000000" pitchFamily="2" charset="2"/>
              </a:rPr>
              <a:t></a:t>
            </a:r>
            <a:r>
              <a:rPr lang="en-US" dirty="0">
                <a:latin typeface="Cambria Math" panose="02040503050406030204" pitchFamily="18" charset="0"/>
                <a:ea typeface="Cambria Math" panose="02040503050406030204" pitchFamily="18" charset="0"/>
              </a:rPr>
              <a:t> Oscillating electric and magnetic fields that travel through space, including a vacuum.</a:t>
            </a:r>
          </a:p>
          <a:p>
            <a:pPr marL="285750" indent="-285750">
              <a:buFont typeface="Arial" panose="020B0604020202020204" pitchFamily="34" charset="0"/>
              <a:buChar char="•"/>
            </a:pPr>
            <a:endParaRPr lang="en-US" dirty="0">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latin typeface="Cambria Math" panose="02040503050406030204" pitchFamily="18" charset="0"/>
                <a:ea typeface="Cambria Math" panose="02040503050406030204" pitchFamily="18" charset="0"/>
              </a:rPr>
              <a:t>Moving waves carry energy.   </a:t>
            </a:r>
          </a:p>
          <a:p>
            <a:pPr marL="285750" indent="-285750">
              <a:buFont typeface="Arial" panose="020B0604020202020204" pitchFamily="34" charset="0"/>
              <a:buChar char="•"/>
            </a:pPr>
            <a:endParaRPr lang="en-US" dirty="0">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latin typeface="Cambria Math" panose="02040503050406030204" pitchFamily="18" charset="0"/>
                <a:ea typeface="Cambria Math" panose="02040503050406030204" pitchFamily="18" charset="0"/>
              </a:rPr>
              <a:t>Moving waves have velocity.</a:t>
            </a:r>
          </a:p>
          <a:p>
            <a:pPr marL="285750" indent="-285750">
              <a:buFont typeface="Arial" panose="020B0604020202020204" pitchFamily="34" charset="0"/>
              <a:buChar char="•"/>
            </a:pPr>
            <a:endParaRPr lang="en-US" dirty="0">
              <a:latin typeface="Cambria Math" panose="02040503050406030204" pitchFamily="18" charset="0"/>
              <a:ea typeface="Cambria Math" panose="02040503050406030204" pitchFamily="18" charset="0"/>
            </a:endParaRPr>
          </a:p>
        </p:txBody>
      </p:sp>
      <p:cxnSp>
        <p:nvCxnSpPr>
          <p:cNvPr id="4" name="Straight Arrow Connector 3"/>
          <p:cNvCxnSpPr/>
          <p:nvPr/>
        </p:nvCxnSpPr>
        <p:spPr>
          <a:xfrm flipH="1" flipV="1">
            <a:off x="4248493" y="1257863"/>
            <a:ext cx="5338" cy="874574"/>
          </a:xfrm>
          <a:prstGeom prst="straightConnector1">
            <a:avLst/>
          </a:prstGeom>
          <a:noFill/>
          <a:ln w="6350" cap="flat" cmpd="sng" algn="ctr">
            <a:solidFill>
              <a:schemeClr val="bg1"/>
            </a:solidFill>
            <a:prstDash val="solid"/>
            <a:miter lim="800000"/>
            <a:tailEnd type="triangle"/>
          </a:ln>
          <a:effectLst/>
        </p:spPr>
      </p:cxnSp>
      <p:cxnSp>
        <p:nvCxnSpPr>
          <p:cNvPr id="5" name="Straight Arrow Connector 4"/>
          <p:cNvCxnSpPr/>
          <p:nvPr/>
        </p:nvCxnSpPr>
        <p:spPr>
          <a:xfrm>
            <a:off x="4248493" y="2137199"/>
            <a:ext cx="2597292" cy="24597"/>
          </a:xfrm>
          <a:prstGeom prst="straightConnector1">
            <a:avLst/>
          </a:prstGeom>
          <a:noFill/>
          <a:ln w="6350" cap="flat" cmpd="sng" algn="ctr">
            <a:solidFill>
              <a:schemeClr val="bg1"/>
            </a:solidFill>
            <a:prstDash val="dash"/>
            <a:miter lim="800000"/>
            <a:tailEnd type="triangle"/>
          </a:ln>
          <a:effectLst/>
        </p:spPr>
      </p:cxnSp>
      <p:sp>
        <p:nvSpPr>
          <p:cNvPr id="6" name="TextBox 5"/>
          <p:cNvSpPr txBox="1"/>
          <p:nvPr/>
        </p:nvSpPr>
        <p:spPr>
          <a:xfrm>
            <a:off x="6903197" y="1956592"/>
            <a:ext cx="939681"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600" kern="0" err="1">
                <a:solidFill>
                  <a:schemeClr val="bg1"/>
                </a:solidFill>
              </a:rPr>
              <a:t>Distanc</a:t>
            </a:r>
            <a:r>
              <a:rPr kumimoji="0" lang="en-US" sz="1600" b="0" i="0" u="none" strike="noStrike" kern="0" cap="none" spc="0" normalizeH="0" baseline="0" noProof="0">
                <a:ln>
                  <a:noFill/>
                </a:ln>
                <a:solidFill>
                  <a:schemeClr val="bg1"/>
                </a:solidFill>
                <a:effectLst/>
                <a:uLnTx/>
                <a:uFillTx/>
              </a:rPr>
              <a:t>e</a:t>
            </a:r>
          </a:p>
        </p:txBody>
      </p:sp>
      <p:sp>
        <p:nvSpPr>
          <p:cNvPr id="8" name="TextBox 7"/>
          <p:cNvSpPr txBox="1"/>
          <p:nvPr/>
        </p:nvSpPr>
        <p:spPr>
          <a:xfrm>
            <a:off x="3865673" y="909225"/>
            <a:ext cx="1053494"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600" kern="0">
                <a:solidFill>
                  <a:schemeClr val="bg1"/>
                </a:solidFill>
              </a:rPr>
              <a:t>Amplitude</a:t>
            </a:r>
            <a:endParaRPr kumimoji="0" lang="en-US" sz="1600" b="0" i="0" u="none" strike="noStrike" kern="0" cap="none" spc="0" normalizeH="0" baseline="0" noProof="0">
              <a:ln>
                <a:noFill/>
              </a:ln>
              <a:solidFill>
                <a:schemeClr val="bg1"/>
              </a:solidFill>
              <a:effectLst/>
              <a:uLnTx/>
              <a:uFillTx/>
            </a:endParaRPr>
          </a:p>
        </p:txBody>
      </p:sp>
      <p:sp>
        <p:nvSpPr>
          <p:cNvPr id="11" name="Freeform 10"/>
          <p:cNvSpPr/>
          <p:nvPr/>
        </p:nvSpPr>
        <p:spPr bwMode="auto">
          <a:xfrm>
            <a:off x="6135174" y="1014510"/>
            <a:ext cx="2237362" cy="317058"/>
          </a:xfrm>
          <a:custGeom>
            <a:avLst/>
            <a:gdLst>
              <a:gd name="connsiteX0" fmla="*/ 0 w 2237362"/>
              <a:gd name="connsiteY0" fmla="*/ 272431 h 317058"/>
              <a:gd name="connsiteX1" fmla="*/ 165370 w 2237362"/>
              <a:gd name="connsiteY1" fmla="*/ 56 h 317058"/>
              <a:gd name="connsiteX2" fmla="*/ 466928 w 2237362"/>
              <a:gd name="connsiteY2" fmla="*/ 291886 h 317058"/>
              <a:gd name="connsiteX3" fmla="*/ 2217906 w 2237362"/>
              <a:gd name="connsiteY3" fmla="*/ 301614 h 317058"/>
              <a:gd name="connsiteX4" fmla="*/ 2217906 w 2237362"/>
              <a:gd name="connsiteY4" fmla="*/ 301614 h 317058"/>
              <a:gd name="connsiteX5" fmla="*/ 2217906 w 2237362"/>
              <a:gd name="connsiteY5" fmla="*/ 301614 h 317058"/>
              <a:gd name="connsiteX6" fmla="*/ 2217906 w 2237362"/>
              <a:gd name="connsiteY6" fmla="*/ 291886 h 317058"/>
              <a:gd name="connsiteX7" fmla="*/ 2237362 w 2237362"/>
              <a:gd name="connsiteY7" fmla="*/ 301614 h 317058"/>
              <a:gd name="connsiteX8" fmla="*/ 2217906 w 2237362"/>
              <a:gd name="connsiteY8" fmla="*/ 301614 h 317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37362" h="317058">
                <a:moveTo>
                  <a:pt x="0" y="272431"/>
                </a:moveTo>
                <a:cubicBezTo>
                  <a:pt x="43774" y="134622"/>
                  <a:pt x="87549" y="-3186"/>
                  <a:pt x="165370" y="56"/>
                </a:cubicBezTo>
                <a:cubicBezTo>
                  <a:pt x="243191" y="3298"/>
                  <a:pt x="124839" y="241626"/>
                  <a:pt x="466928" y="291886"/>
                </a:cubicBezTo>
                <a:cubicBezTo>
                  <a:pt x="809017" y="342146"/>
                  <a:pt x="2217906" y="301614"/>
                  <a:pt x="2217906" y="301614"/>
                </a:cubicBezTo>
                <a:lnTo>
                  <a:pt x="2217906" y="301614"/>
                </a:lnTo>
                <a:lnTo>
                  <a:pt x="2217906" y="301614"/>
                </a:lnTo>
                <a:cubicBezTo>
                  <a:pt x="2217906" y="299993"/>
                  <a:pt x="2214663" y="291886"/>
                  <a:pt x="2217906" y="291886"/>
                </a:cubicBezTo>
                <a:cubicBezTo>
                  <a:pt x="2221149" y="291886"/>
                  <a:pt x="2237362" y="299993"/>
                  <a:pt x="2237362" y="301614"/>
                </a:cubicBezTo>
                <a:cubicBezTo>
                  <a:pt x="2237362" y="303235"/>
                  <a:pt x="2217906" y="301614"/>
                  <a:pt x="2217906" y="301614"/>
                </a:cubicBezTo>
              </a:path>
            </a:pathLst>
          </a:custGeom>
          <a:no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2" name="Freeform 11"/>
          <p:cNvSpPr/>
          <p:nvPr/>
        </p:nvSpPr>
        <p:spPr bwMode="auto">
          <a:xfrm>
            <a:off x="4191081" y="1843609"/>
            <a:ext cx="1964987" cy="315616"/>
          </a:xfrm>
          <a:custGeom>
            <a:avLst/>
            <a:gdLst>
              <a:gd name="connsiteX0" fmla="*/ 0 w 1964987"/>
              <a:gd name="connsiteY0" fmla="*/ 311293 h 315616"/>
              <a:gd name="connsiteX1" fmla="*/ 262646 w 1964987"/>
              <a:gd name="connsiteY1" fmla="*/ 272382 h 315616"/>
              <a:gd name="connsiteX2" fmla="*/ 428017 w 1964987"/>
              <a:gd name="connsiteY2" fmla="*/ 8 h 315616"/>
              <a:gd name="connsiteX3" fmla="*/ 797668 w 1964987"/>
              <a:gd name="connsiteY3" fmla="*/ 282110 h 315616"/>
              <a:gd name="connsiteX4" fmla="*/ 1964987 w 1964987"/>
              <a:gd name="connsiteY4" fmla="*/ 301565 h 315616"/>
              <a:gd name="connsiteX5" fmla="*/ 1964987 w 1964987"/>
              <a:gd name="connsiteY5" fmla="*/ 301565 h 315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64987" h="315616">
                <a:moveTo>
                  <a:pt x="0" y="311293"/>
                </a:moveTo>
                <a:cubicBezTo>
                  <a:pt x="95655" y="317778"/>
                  <a:pt x="191310" y="324263"/>
                  <a:pt x="262646" y="272382"/>
                </a:cubicBezTo>
                <a:cubicBezTo>
                  <a:pt x="333982" y="220501"/>
                  <a:pt x="338847" y="-1613"/>
                  <a:pt x="428017" y="8"/>
                </a:cubicBezTo>
                <a:cubicBezTo>
                  <a:pt x="517187" y="1629"/>
                  <a:pt x="541506" y="231851"/>
                  <a:pt x="797668" y="282110"/>
                </a:cubicBezTo>
                <a:cubicBezTo>
                  <a:pt x="1053830" y="332369"/>
                  <a:pt x="1964987" y="301565"/>
                  <a:pt x="1964987" y="301565"/>
                </a:cubicBezTo>
                <a:lnTo>
                  <a:pt x="1964987" y="301565"/>
                </a:lnTo>
              </a:path>
            </a:pathLst>
          </a:custGeom>
          <a:no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5" name="Freeform 14"/>
          <p:cNvSpPr/>
          <p:nvPr/>
        </p:nvSpPr>
        <p:spPr bwMode="auto">
          <a:xfrm>
            <a:off x="6300544" y="1296379"/>
            <a:ext cx="1906621" cy="374025"/>
          </a:xfrm>
          <a:custGeom>
            <a:avLst/>
            <a:gdLst>
              <a:gd name="connsiteX0" fmla="*/ 0 w 1906621"/>
              <a:gd name="connsiteY0" fmla="*/ 262936 h 374025"/>
              <a:gd name="connsiteX1" fmla="*/ 252919 w 1906621"/>
              <a:gd name="connsiteY1" fmla="*/ 272664 h 374025"/>
              <a:gd name="connsiteX2" fmla="*/ 612843 w 1906621"/>
              <a:gd name="connsiteY2" fmla="*/ 289 h 374025"/>
              <a:gd name="connsiteX3" fmla="*/ 982494 w 1906621"/>
              <a:gd name="connsiteY3" fmla="*/ 331030 h 374025"/>
              <a:gd name="connsiteX4" fmla="*/ 1906621 w 1906621"/>
              <a:gd name="connsiteY4" fmla="*/ 369940 h 374025"/>
              <a:gd name="connsiteX5" fmla="*/ 1906621 w 1906621"/>
              <a:gd name="connsiteY5" fmla="*/ 369940 h 374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6621" h="374025">
                <a:moveTo>
                  <a:pt x="0" y="262936"/>
                </a:moveTo>
                <a:cubicBezTo>
                  <a:pt x="75389" y="289687"/>
                  <a:pt x="150779" y="316438"/>
                  <a:pt x="252919" y="272664"/>
                </a:cubicBezTo>
                <a:cubicBezTo>
                  <a:pt x="355059" y="228890"/>
                  <a:pt x="491247" y="-9439"/>
                  <a:pt x="612843" y="289"/>
                </a:cubicBezTo>
                <a:cubicBezTo>
                  <a:pt x="734439" y="10017"/>
                  <a:pt x="766864" y="269422"/>
                  <a:pt x="982494" y="331030"/>
                </a:cubicBezTo>
                <a:cubicBezTo>
                  <a:pt x="1198124" y="392638"/>
                  <a:pt x="1906621" y="369940"/>
                  <a:pt x="1906621" y="369940"/>
                </a:cubicBezTo>
                <a:lnTo>
                  <a:pt x="1906621" y="369940"/>
                </a:lnTo>
              </a:path>
            </a:pathLst>
          </a:custGeom>
          <a:no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0" name="Freeform 19"/>
          <p:cNvSpPr/>
          <p:nvPr/>
        </p:nvSpPr>
        <p:spPr bwMode="auto">
          <a:xfrm>
            <a:off x="4248493" y="1779086"/>
            <a:ext cx="1702340" cy="386589"/>
          </a:xfrm>
          <a:custGeom>
            <a:avLst/>
            <a:gdLst>
              <a:gd name="connsiteX0" fmla="*/ 0 w 1702340"/>
              <a:gd name="connsiteY0" fmla="*/ 350201 h 386589"/>
              <a:gd name="connsiteX1" fmla="*/ 175098 w 1702340"/>
              <a:gd name="connsiteY1" fmla="*/ 350201 h 386589"/>
              <a:gd name="connsiteX2" fmla="*/ 642026 w 1702340"/>
              <a:gd name="connsiteY2" fmla="*/ 6 h 386589"/>
              <a:gd name="connsiteX3" fmla="*/ 924128 w 1702340"/>
              <a:gd name="connsiteY3" fmla="*/ 359929 h 386589"/>
              <a:gd name="connsiteX4" fmla="*/ 1702340 w 1702340"/>
              <a:gd name="connsiteY4" fmla="*/ 359929 h 386589"/>
              <a:gd name="connsiteX5" fmla="*/ 1702340 w 1702340"/>
              <a:gd name="connsiteY5" fmla="*/ 359929 h 386589"/>
              <a:gd name="connsiteX6" fmla="*/ 1702340 w 1702340"/>
              <a:gd name="connsiteY6" fmla="*/ 359929 h 386589"/>
              <a:gd name="connsiteX7" fmla="*/ 1702340 w 1702340"/>
              <a:gd name="connsiteY7" fmla="*/ 359929 h 386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2340" h="386589">
                <a:moveTo>
                  <a:pt x="0" y="350201"/>
                </a:moveTo>
                <a:cubicBezTo>
                  <a:pt x="34047" y="379384"/>
                  <a:pt x="68094" y="408567"/>
                  <a:pt x="175098" y="350201"/>
                </a:cubicBezTo>
                <a:cubicBezTo>
                  <a:pt x="282102" y="291835"/>
                  <a:pt x="517188" y="-1615"/>
                  <a:pt x="642026" y="6"/>
                </a:cubicBezTo>
                <a:cubicBezTo>
                  <a:pt x="766864" y="1627"/>
                  <a:pt x="747409" y="299942"/>
                  <a:pt x="924128" y="359929"/>
                </a:cubicBezTo>
                <a:cubicBezTo>
                  <a:pt x="1100847" y="419916"/>
                  <a:pt x="1702340" y="359929"/>
                  <a:pt x="1702340" y="359929"/>
                </a:cubicBezTo>
                <a:lnTo>
                  <a:pt x="1702340" y="359929"/>
                </a:lnTo>
                <a:lnTo>
                  <a:pt x="1702340" y="359929"/>
                </a:lnTo>
                <a:lnTo>
                  <a:pt x="1702340" y="359929"/>
                </a:lnTo>
              </a:path>
            </a:pathLst>
          </a:custGeom>
          <a:ln>
            <a:headEnd type="none" w="med" len="med"/>
            <a:tailEnd type="non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5274180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8" end="8"/>
                                            </p:txEl>
                                          </p:spTgt>
                                        </p:tgtEl>
                                        <p:attrNameLst>
                                          <p:attrName>style.visibility</p:attrName>
                                        </p:attrNameLst>
                                      </p:cBhvr>
                                      <p:to>
                                        <p:strVal val="visible"/>
                                      </p:to>
                                    </p:set>
                                    <p:anim calcmode="lin" valueType="num">
                                      <p:cBhvr additive="base">
                                        <p:cTn id="7"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10" end="10"/>
                                            </p:txEl>
                                          </p:spTgt>
                                        </p:tgtEl>
                                        <p:attrNameLst>
                                          <p:attrName>style.visibility</p:attrName>
                                        </p:attrNameLst>
                                      </p:cBhvr>
                                      <p:to>
                                        <p:strVal val="visible"/>
                                      </p:to>
                                    </p:set>
                                    <p:anim calcmode="lin" valueType="num">
                                      <p:cBhvr additive="base">
                                        <p:cTn id="13" dur="500" fill="hold"/>
                                        <p:tgtEl>
                                          <p:spTgt spid="7">
                                            <p:txEl>
                                              <p:pRg st="10" end="1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3744" y="0"/>
            <a:ext cx="9143999" cy="533400"/>
          </a:xfrm>
        </p:spPr>
        <p:txBody>
          <a:bodyPr>
            <a:noAutofit/>
          </a:bodyPr>
          <a:lstStyle/>
          <a:p>
            <a:pPr algn="ctr"/>
            <a:r>
              <a:rPr lang="en-US" sz="4000" dirty="0">
                <a:gradFill>
                  <a:gsLst>
                    <a:gs pos="14000">
                      <a:schemeClr val="accent5"/>
                    </a:gs>
                    <a:gs pos="64000">
                      <a:schemeClr val="tx2"/>
                    </a:gs>
                    <a:gs pos="100000">
                      <a:schemeClr val="tx2"/>
                    </a:gs>
                  </a:gsLst>
                  <a:lin ang="16200000" scaled="1"/>
                </a:gradFill>
                <a:cs typeface="Arial" panose="020B0604020202020204" pitchFamily="34" charset="0"/>
              </a:rPr>
              <a:t>Radian Angles</a:t>
            </a:r>
          </a:p>
        </p:txBody>
      </p:sp>
      <mc:AlternateContent xmlns:mc="http://schemas.openxmlformats.org/markup-compatibility/2006" xmlns:a14="http://schemas.microsoft.com/office/drawing/2010/main">
        <mc:Choice Requires="a14">
          <p:sp>
            <p:nvSpPr>
              <p:cNvPr id="8" name="Rectangle 7"/>
              <p:cNvSpPr/>
              <p:nvPr/>
            </p:nvSpPr>
            <p:spPr>
              <a:xfrm>
                <a:off x="173282" y="3069004"/>
                <a:ext cx="11846010" cy="363176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l-GR"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θ</a:t>
                </a:r>
                <a:r>
                  <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(Arc length/radius of the circle) = s/r.  SI Unit for Angle is radian, which is a dimensionless unit.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Therefore, in the adjacent figure, s = r</a:t>
                </a:r>
                <a:r>
                  <a:rPr kumimoji="0" lang="el-GR"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θ</a:t>
                </a:r>
                <a:r>
                  <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for </a:t>
                </a:r>
                <a:r>
                  <a:rPr kumimoji="0" lang="el-GR"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θ</a:t>
                </a:r>
                <a:r>
                  <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in radians.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rgbClr val="050595"/>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s = r for 1 radian. s = 2r for 2 radians. s = 3r for 3 radians. s = </a:t>
                </a:r>
                <a14:m>
                  <m:oMath xmlns:m="http://schemas.openxmlformats.org/officeDocument/2006/math">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π</m:t>
                    </m:r>
                  </m:oMath>
                </a14:m>
                <a:r>
                  <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r for </a:t>
                </a:r>
                <a14:m>
                  <m:oMath xmlns:m="http://schemas.openxmlformats.org/officeDocument/2006/math">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π</m:t>
                    </m:r>
                  </m:oMath>
                </a14:m>
                <a:r>
                  <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radians.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π</m:t>
                    </m:r>
                  </m:oMath>
                </a14:m>
                <a:r>
                  <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radians ↔ 180˚.     2</a:t>
                </a:r>
                <a14:m>
                  <m:oMath xmlns:m="http://schemas.openxmlformats.org/officeDocument/2006/math">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π</m:t>
                    </m:r>
                  </m:oMath>
                </a14:m>
                <a:r>
                  <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radians ↔ 360˚.</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2</a:t>
                </a:r>
                <a14:m>
                  <m:oMath xmlns:m="http://schemas.openxmlformats.org/officeDocument/2006/math">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π</m:t>
                    </m:r>
                  </m:oMath>
                </a14:m>
                <a:r>
                  <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radians = s/r.    Therefore, circumference of a circle equals 2</a:t>
                </a:r>
                <a14:m>
                  <m:oMath xmlns:m="http://schemas.openxmlformats.org/officeDocument/2006/math">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π</m:t>
                    </m:r>
                  </m:oMath>
                </a14:m>
                <a:r>
                  <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r.</a:t>
                </a:r>
              </a:p>
            </p:txBody>
          </p:sp>
        </mc:Choice>
        <mc:Fallback xmlns="">
          <p:sp>
            <p:nvSpPr>
              <p:cNvPr id="8" name="Rectangle 7"/>
              <p:cNvSpPr>
                <a:spLocks noRot="1" noChangeAspect="1" noMove="1" noResize="1" noEditPoints="1" noAdjustHandles="1" noChangeArrowheads="1" noChangeShapeType="1" noTextEdit="1"/>
              </p:cNvSpPr>
              <p:nvPr/>
            </p:nvSpPr>
            <p:spPr>
              <a:xfrm>
                <a:off x="173282" y="3069004"/>
                <a:ext cx="11846010" cy="3631763"/>
              </a:xfrm>
              <a:prstGeom prst="rect">
                <a:avLst/>
              </a:prstGeom>
              <a:blipFill>
                <a:blip r:embed="rId3"/>
                <a:stretch>
                  <a:fillRect l="-256" t="-165" b="-1157"/>
                </a:stretch>
              </a:blipFill>
            </p:spPr>
            <p:txBody>
              <a:bodyPr/>
              <a:lstStyle/>
              <a:p>
                <a:r>
                  <a:rPr lang="en-US">
                    <a:noFill/>
                  </a:rPr>
                  <a:t> </a:t>
                </a:r>
              </a:p>
            </p:txBody>
          </p:sp>
        </mc:Fallback>
      </mc:AlternateContent>
      <p:grpSp>
        <p:nvGrpSpPr>
          <p:cNvPr id="5" name="Group 4"/>
          <p:cNvGrpSpPr/>
          <p:nvPr/>
        </p:nvGrpSpPr>
        <p:grpSpPr>
          <a:xfrm>
            <a:off x="1452716" y="659402"/>
            <a:ext cx="8921579" cy="2262841"/>
            <a:chOff x="-1" y="4611071"/>
            <a:chExt cx="9144001" cy="2179276"/>
          </a:xfrm>
        </p:grpSpPr>
        <p:sp>
          <p:nvSpPr>
            <p:cNvPr id="6" name="Rectangle 5"/>
            <p:cNvSpPr/>
            <p:nvPr/>
          </p:nvSpPr>
          <p:spPr>
            <a:xfrm>
              <a:off x="-1" y="4611071"/>
              <a:ext cx="9144001" cy="2179276"/>
            </a:xfrm>
            <a:prstGeom prst="rect">
              <a:avLst/>
            </a:prstGeom>
            <a:solidFill>
              <a:srgbClr val="FFFFFF"/>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Cambria Math" panose="02040503050406030204" pitchFamily="18" charset="0"/>
                  <a:ea typeface="+mn-ea"/>
                  <a:cs typeface="+mn-cs"/>
                </a:rPr>
                <a:t>r</a:t>
              </a:r>
            </a:p>
          </p:txBody>
        </p:sp>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69184" y="4624608"/>
              <a:ext cx="2121934" cy="2150766"/>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1371" y="4725254"/>
              <a:ext cx="2192864" cy="2038352"/>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52033" y="4752869"/>
              <a:ext cx="2281008" cy="1999623"/>
            </a:xfrm>
            <a:prstGeom prst="rect">
              <a:avLst/>
            </a:prstGeom>
          </p:spPr>
        </p:pic>
        <p:pic>
          <p:nvPicPr>
            <p:cNvPr id="11" name="Picture 1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 y="4611071"/>
              <a:ext cx="2084919" cy="2141421"/>
            </a:xfrm>
            <a:prstGeom prst="rect">
              <a:avLst/>
            </a:prstGeom>
          </p:spPr>
        </p:pic>
        <p:sp>
          <p:nvSpPr>
            <p:cNvPr id="12" name="TextBox 11"/>
            <p:cNvSpPr txBox="1"/>
            <p:nvPr/>
          </p:nvSpPr>
          <p:spPr>
            <a:xfrm>
              <a:off x="1804808" y="5020461"/>
              <a:ext cx="253596" cy="338554"/>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mn-ea"/>
                  <a:cs typeface="+mn-cs"/>
                </a:rPr>
                <a:t>r</a:t>
              </a:r>
            </a:p>
          </p:txBody>
        </p:sp>
        <p:sp>
          <p:nvSpPr>
            <p:cNvPr id="13" name="TextBox 12"/>
            <p:cNvSpPr txBox="1"/>
            <p:nvPr/>
          </p:nvSpPr>
          <p:spPr>
            <a:xfrm>
              <a:off x="1243776" y="5641203"/>
              <a:ext cx="253596" cy="338554"/>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mn-ea"/>
                  <a:cs typeface="+mn-cs"/>
                </a:rPr>
                <a:t>r</a:t>
              </a:r>
            </a:p>
          </p:txBody>
        </p:sp>
        <p:cxnSp>
          <p:nvCxnSpPr>
            <p:cNvPr id="14" name="Straight Arrow Connector 13"/>
            <p:cNvCxnSpPr/>
            <p:nvPr/>
          </p:nvCxnSpPr>
          <p:spPr>
            <a:xfrm>
              <a:off x="997438" y="5681781"/>
              <a:ext cx="855175" cy="0"/>
            </a:xfrm>
            <a:prstGeom prst="straightConnector1">
              <a:avLst/>
            </a:prstGeom>
            <a:noFill/>
            <a:ln w="12700" cap="flat" cmpd="sng" algn="ctr">
              <a:solidFill>
                <a:srgbClr val="FF0000"/>
              </a:solidFill>
              <a:prstDash val="solid"/>
              <a:tailEnd type="triangle"/>
            </a:ln>
            <a:effectLst>
              <a:outerShdw blurRad="40000" dist="20000" dir="5400000" rotWithShape="0">
                <a:srgbClr val="000000">
                  <a:alpha val="38000"/>
                </a:srgbClr>
              </a:outerShdw>
            </a:effectLst>
          </p:spPr>
        </p:cxnSp>
      </p:grpSp>
      <p:pic>
        <p:nvPicPr>
          <p:cNvPr id="4" name="Picture 3">
            <a:extLst>
              <a:ext uri="{FF2B5EF4-FFF2-40B4-BE49-F238E27FC236}">
                <a16:creationId xmlns:a16="http://schemas.microsoft.com/office/drawing/2014/main" id="{CB47A56A-CC1D-4BC2-8F80-662122631EE3}"/>
              </a:ext>
            </a:extLst>
          </p:cNvPr>
          <p:cNvPicPr>
            <a:picLocks noChangeAspect="1"/>
          </p:cNvPicPr>
          <p:nvPr/>
        </p:nvPicPr>
        <p:blipFill>
          <a:blip r:embed="rId8"/>
          <a:stretch>
            <a:fillRect/>
          </a:stretch>
        </p:blipFill>
        <p:spPr>
          <a:xfrm>
            <a:off x="7686136" y="3572613"/>
            <a:ext cx="1735770" cy="1292871"/>
          </a:xfrm>
          <a:prstGeom prst="rect">
            <a:avLst/>
          </a:prstGeom>
        </p:spPr>
      </p:pic>
    </p:spTree>
    <p:extLst>
      <p:ext uri="{BB962C8B-B14F-4D97-AF65-F5344CB8AC3E}">
        <p14:creationId xmlns:p14="http://schemas.microsoft.com/office/powerpoint/2010/main" val="3032930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6" end="6"/>
                                            </p:txEl>
                                          </p:spTgt>
                                        </p:tgtEl>
                                        <p:attrNameLst>
                                          <p:attrName>style.visibility</p:attrName>
                                        </p:attrNameLst>
                                      </p:cBhvr>
                                      <p:to>
                                        <p:strVal val="visible"/>
                                      </p:to>
                                    </p:set>
                                    <p:anim calcmode="lin" valueType="num">
                                      <p:cBhvr additive="base">
                                        <p:cTn id="7"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7" end="7"/>
                                            </p:txEl>
                                          </p:spTgt>
                                        </p:tgtEl>
                                        <p:attrNameLst>
                                          <p:attrName>style.visibility</p:attrName>
                                        </p:attrNameLst>
                                      </p:cBhvr>
                                      <p:to>
                                        <p:strVal val="visible"/>
                                      </p:to>
                                    </p:set>
                                    <p:anim calcmode="lin" valueType="num">
                                      <p:cBhvr additive="base">
                                        <p:cTn id="13"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7" end="7"/>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8">
                                            <p:txEl>
                                              <p:pRg st="8" end="8"/>
                                            </p:txEl>
                                          </p:spTgt>
                                        </p:tgtEl>
                                        <p:attrNameLst>
                                          <p:attrName>style.visibility</p:attrName>
                                        </p:attrNameLst>
                                      </p:cBhvr>
                                      <p:to>
                                        <p:strVal val="visible"/>
                                      </p:to>
                                    </p:set>
                                    <p:anim calcmode="lin" valueType="num">
                                      <p:cBhvr additive="base">
                                        <p:cTn id="17" dur="500" fill="hold"/>
                                        <p:tgtEl>
                                          <p:spTgt spid="8">
                                            <p:txEl>
                                              <p:pRg st="8" end="8"/>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8">
                                            <p:txEl>
                                              <p:pRg st="10" end="10"/>
                                            </p:txEl>
                                          </p:spTgt>
                                        </p:tgtEl>
                                        <p:attrNameLst>
                                          <p:attrName>style.visibility</p:attrName>
                                        </p:attrNameLst>
                                      </p:cBhvr>
                                      <p:to>
                                        <p:strVal val="visible"/>
                                      </p:to>
                                    </p:set>
                                    <p:anim calcmode="lin" valueType="num">
                                      <p:cBhvr additive="base">
                                        <p:cTn id="23" dur="500" fill="hold"/>
                                        <p:tgtEl>
                                          <p:spTgt spid="8">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8">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1375719" y="98192"/>
            <a:ext cx="9318022" cy="553998"/>
          </a:xfrm>
        </p:spPr>
        <p:txBody>
          <a:bodyPr/>
          <a:lstStyle/>
          <a:p>
            <a:pPr algn="ctr"/>
            <a:r>
              <a:rPr lang="en-US" sz="4000"/>
              <a:t>Sinusoidal Waveforms and Phase Lead</a:t>
            </a:r>
          </a:p>
        </p:txBody>
      </p:sp>
      <mc:AlternateContent xmlns:mc="http://schemas.openxmlformats.org/markup-compatibility/2006" xmlns:a14="http://schemas.microsoft.com/office/drawing/2010/main">
        <mc:Choice Requires="a14">
          <p:sp>
            <p:nvSpPr>
              <p:cNvPr id="7" name="Rectangle 6"/>
              <p:cNvSpPr/>
              <p:nvPr/>
            </p:nvSpPr>
            <p:spPr>
              <a:xfrm>
                <a:off x="5545709" y="764590"/>
                <a:ext cx="6578429" cy="59591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mtClean="0">
                          <a:latin typeface="Cambria Math" panose="02040503050406030204" pitchFamily="18" charset="0"/>
                        </a:rPr>
                        <m:t>y</m:t>
                      </m:r>
                      <m:d>
                        <m:dPr>
                          <m:ctrlPr>
                            <a:rPr lang="en-US" i="1">
                              <a:latin typeface="Cambria Math" panose="02040503050406030204" pitchFamily="18" charset="0"/>
                            </a:rPr>
                          </m:ctrlPr>
                        </m:dPr>
                        <m:e>
                          <m:r>
                            <m:rPr>
                              <m:sty m:val="p"/>
                            </m:rPr>
                            <a:rPr lang="en-US">
                              <a:latin typeface="Cambria Math" panose="02040503050406030204" pitchFamily="18" charset="0"/>
                            </a:rPr>
                            <m:t>t</m:t>
                          </m:r>
                        </m:e>
                      </m:d>
                      <m:r>
                        <a:rPr lang="en-US">
                          <a:latin typeface="Cambria Math" panose="02040503050406030204" pitchFamily="18" charset="0"/>
                        </a:rPr>
                        <m:t>=</m:t>
                      </m:r>
                      <m:r>
                        <m:rPr>
                          <m:sty m:val="p"/>
                        </m:rPr>
                        <a:rPr lang="en-US">
                          <a:latin typeface="Cambria Math" panose="02040503050406030204" pitchFamily="18" charset="0"/>
                        </a:rPr>
                        <m:t>Asin</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a:latin typeface="Cambria Math" panose="02040503050406030204" pitchFamily="18" charset="0"/>
                                </a:rPr>
                                <m:t>2</m:t>
                              </m:r>
                              <m:r>
                                <m:rPr>
                                  <m:sty m:val="p"/>
                                </m:rPr>
                                <a:rPr lang="en-US">
                                  <a:latin typeface="Cambria Math" panose="02040503050406030204" pitchFamily="18" charset="0"/>
                                  <a:ea typeface="Cambria Math" panose="02040503050406030204" pitchFamily="18" charset="0"/>
                                </a:rPr>
                                <m:t>πt</m:t>
                              </m:r>
                            </m:num>
                            <m:den>
                              <m:r>
                                <m:rPr>
                                  <m:sty m:val="p"/>
                                </m:rPr>
                                <a:rPr lang="en-US">
                                  <a:latin typeface="Cambria Math" panose="02040503050406030204" pitchFamily="18" charset="0"/>
                                </a:rPr>
                                <m:t>T</m:t>
                              </m:r>
                            </m:den>
                          </m:f>
                          <m:r>
                            <a:rPr lang="en-US" b="0" i="0" smtClean="0">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θ</m:t>
                              </m:r>
                            </m:e>
                            <m:sub>
                              <m:r>
                                <a:rPr lang="en-US">
                                  <a:latin typeface="Cambria Math" panose="02040503050406030204" pitchFamily="18" charset="0"/>
                                </a:rPr>
                                <m:t>0</m:t>
                              </m:r>
                            </m:sub>
                          </m:sSub>
                        </m:e>
                      </m:d>
                      <m:r>
                        <a:rPr lang="en-US">
                          <a:latin typeface="Cambria Math" panose="02040503050406030204" pitchFamily="18" charset="0"/>
                        </a:rPr>
                        <m:t>.          </m:t>
                      </m:r>
                    </m:oMath>
                  </m:oMathPara>
                </a14:m>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latin typeface="Cambria Math" panose="02040503050406030204" pitchFamily="18" charset="0"/>
                    <a:ea typeface="Cambria Math" panose="02040503050406030204" pitchFamily="18" charset="0"/>
                  </a:rPr>
                  <a:t>Positive value for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θ</m:t>
                        </m:r>
                      </m:e>
                      <m:sub>
                        <m:r>
                          <a:rPr lang="en-US">
                            <a:latin typeface="Cambria Math" panose="02040503050406030204" pitchFamily="18" charset="0"/>
                          </a:rPr>
                          <m:t>0</m:t>
                        </m:r>
                      </m:sub>
                    </m:sSub>
                  </m:oMath>
                </a14:m>
                <a:r>
                  <a:rPr lang="en-US" dirty="0">
                    <a:latin typeface="Cambria Math" panose="02040503050406030204" pitchFamily="18" charset="0"/>
                    <a:ea typeface="Cambria Math" panose="02040503050406030204" pitchFamily="18" charset="0"/>
                  </a:rPr>
                  <a:t> increases the argument of the sinusoid, resulting in zero crossing before t = 0, i.e., phase lead. So positive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θ</m:t>
                        </m:r>
                      </m:e>
                      <m:sub>
                        <m:r>
                          <a:rPr lang="en-US">
                            <a:latin typeface="Cambria Math" panose="02040503050406030204" pitchFamily="18" charset="0"/>
                          </a:rPr>
                          <m:t>0</m:t>
                        </m:r>
                      </m:sub>
                    </m:sSub>
                  </m:oMath>
                </a14:m>
                <a:r>
                  <a:rPr lang="en-US" dirty="0">
                    <a:latin typeface="Cambria Math" panose="02040503050406030204" pitchFamily="18" charset="0"/>
                    <a:ea typeface="Cambria Math" panose="02040503050406030204" pitchFamily="18" charset="0"/>
                  </a:rPr>
                  <a:t> corresponds to phase lead.</a:t>
                </a:r>
              </a:p>
              <a:p>
                <a:endParaRPr lang="en-US" dirty="0">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latin typeface="Cambria Math" panose="02040503050406030204" pitchFamily="18" charset="0"/>
                    <a:ea typeface="Cambria Math" panose="02040503050406030204" pitchFamily="18" charset="0"/>
                  </a:rPr>
                  <a:t>What is phase lead of the blue 1 Hz waveform with respect to the red 1 Hz waveform given the 0.125 s zero-crossing advance?</a:t>
                </a:r>
              </a:p>
              <a:p>
                <a:pPr marL="285750" indent="-285750">
                  <a:buFont typeface="Arial" panose="020B0604020202020204" pitchFamily="34" charset="0"/>
                  <a:buChar char="•"/>
                </a:pPr>
                <a:endParaRPr lang="en-US"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d>
                            <m:dPr>
                              <m:begChr m:val="|"/>
                              <m:endChr m:val="|"/>
                              <m:ctrlPr>
                                <a:rPr lang="en-US" i="1">
                                  <a:latin typeface="Cambria Math" panose="02040503050406030204" pitchFamily="18" charset="0"/>
                                </a:rPr>
                              </m:ctrlPr>
                            </m:dPr>
                            <m:e>
                              <m:r>
                                <a:rPr lang="en-US">
                                  <a:latin typeface="Cambria Math" panose="02040503050406030204" pitchFamily="18" charset="0"/>
                                </a:rPr>
                                <m:t>∆</m:t>
                              </m:r>
                              <m:r>
                                <m:rPr>
                                  <m:sty m:val="p"/>
                                </m:rPr>
                                <a:rPr lang="en-US">
                                  <a:latin typeface="Cambria Math" panose="02040503050406030204" pitchFamily="18" charset="0"/>
                                </a:rPr>
                                <m:t>t</m:t>
                              </m:r>
                            </m:e>
                          </m:d>
                        </m:num>
                        <m:den>
                          <m:r>
                            <m:rPr>
                              <m:sty m:val="p"/>
                            </m:rPr>
                            <a:rPr lang="en-US">
                              <a:latin typeface="Cambria Math" panose="02040503050406030204" pitchFamily="18" charset="0"/>
                            </a:rPr>
                            <m:t>T</m:t>
                          </m:r>
                        </m:den>
                      </m:f>
                      <m:r>
                        <a:rPr lang="en-US">
                          <a:latin typeface="Cambria Math" panose="02040503050406030204" pitchFamily="18" charset="0"/>
                        </a:rPr>
                        <m:t>=</m:t>
                      </m:r>
                      <m:f>
                        <m:fPr>
                          <m:ctrlPr>
                            <a:rPr lang="en-US" i="1">
                              <a:latin typeface="Cambria Math" panose="02040503050406030204" pitchFamily="18" charset="0"/>
                            </a:rPr>
                          </m:ctrlPr>
                        </m:fPr>
                        <m:num>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θ</m:t>
                                  </m:r>
                                </m:e>
                                <m:sub>
                                  <m:r>
                                    <m:rPr>
                                      <m:sty m:val="p"/>
                                    </m:rPr>
                                    <a:rPr lang="en-US">
                                      <a:latin typeface="Cambria Math" panose="02040503050406030204" pitchFamily="18" charset="0"/>
                                    </a:rPr>
                                    <m:t>o</m:t>
                                  </m:r>
                                </m:sub>
                              </m:sSub>
                            </m:e>
                          </m:d>
                        </m:num>
                        <m:den>
                          <m:r>
                            <a:rPr lang="en-US">
                              <a:latin typeface="Cambria Math" panose="02040503050406030204" pitchFamily="18" charset="0"/>
                            </a:rPr>
                            <m:t>360°</m:t>
                          </m:r>
                        </m:den>
                      </m:f>
                      <m:r>
                        <a:rPr lang="en-US">
                          <a:latin typeface="Cambria Math" panose="02040503050406030204" pitchFamily="18" charset="0"/>
                        </a:rPr>
                        <m:t>,</m:t>
                      </m:r>
                      <m:r>
                        <a:rPr lang="en-US" i="1">
                          <a:latin typeface="Cambria Math" panose="02040503050406030204" pitchFamily="18" charset="0"/>
                        </a:rPr>
                        <m:t> </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θ</m:t>
                              </m:r>
                            </m:e>
                            <m:sub>
                              <m:r>
                                <m:rPr>
                                  <m:sty m:val="p"/>
                                </m:rPr>
                                <a:rPr lang="en-US">
                                  <a:latin typeface="Cambria Math" panose="02040503050406030204" pitchFamily="18" charset="0"/>
                                </a:rPr>
                                <m:t>o</m:t>
                              </m:r>
                            </m:sub>
                          </m:sSub>
                        </m:e>
                      </m:d>
                      <m:r>
                        <a:rPr lang="en-US">
                          <a:latin typeface="Cambria Math" panose="02040503050406030204" pitchFamily="18" charset="0"/>
                        </a:rPr>
                        <m:t>=</m:t>
                      </m:r>
                      <m:d>
                        <m:dPr>
                          <m:ctrlPr>
                            <a:rPr lang="en-US" i="1">
                              <a:latin typeface="Cambria Math" panose="02040503050406030204" pitchFamily="18" charset="0"/>
                            </a:rPr>
                          </m:ctrlPr>
                        </m:dPr>
                        <m:e>
                          <m:r>
                            <a:rPr lang="en-US">
                              <a:latin typeface="Cambria Math" panose="02040503050406030204" pitchFamily="18" charset="0"/>
                            </a:rPr>
                            <m:t>360°</m:t>
                          </m:r>
                        </m:e>
                      </m:d>
                      <m:f>
                        <m:fPr>
                          <m:ctrlPr>
                            <a:rPr lang="en-US" i="1">
                              <a:latin typeface="Cambria Math" panose="02040503050406030204" pitchFamily="18" charset="0"/>
                            </a:rPr>
                          </m:ctrlPr>
                        </m:fPr>
                        <m:num>
                          <m:d>
                            <m:dPr>
                              <m:begChr m:val="|"/>
                              <m:endChr m:val="|"/>
                              <m:ctrlPr>
                                <a:rPr lang="en-US" i="1">
                                  <a:latin typeface="Cambria Math" panose="02040503050406030204" pitchFamily="18" charset="0"/>
                                </a:rPr>
                              </m:ctrlPr>
                            </m:dPr>
                            <m:e>
                              <m:r>
                                <a:rPr lang="en-US">
                                  <a:latin typeface="Cambria Math" panose="02040503050406030204" pitchFamily="18" charset="0"/>
                                </a:rPr>
                                <m:t>∆</m:t>
                              </m:r>
                              <m:r>
                                <m:rPr>
                                  <m:sty m:val="p"/>
                                </m:rPr>
                                <a:rPr lang="en-US">
                                  <a:latin typeface="Cambria Math" panose="02040503050406030204" pitchFamily="18" charset="0"/>
                                </a:rPr>
                                <m:t>t</m:t>
                              </m:r>
                            </m:e>
                          </m:d>
                        </m:num>
                        <m:den>
                          <m:r>
                            <m:rPr>
                              <m:sty m:val="p"/>
                            </m:rPr>
                            <a:rPr lang="en-US">
                              <a:latin typeface="Cambria Math" panose="02040503050406030204" pitchFamily="18" charset="0"/>
                            </a:rPr>
                            <m:t>T</m:t>
                          </m:r>
                        </m:den>
                      </m:f>
                      <m:r>
                        <a:rPr lang="en-US">
                          <a:latin typeface="Cambria Math" panose="02040503050406030204" pitchFamily="18" charset="0"/>
                        </a:rPr>
                        <m:t>. </m:t>
                      </m:r>
                      <m:r>
                        <m:rPr>
                          <m:sty m:val="p"/>
                        </m:rPr>
                        <a:rPr lang="en-US">
                          <a:latin typeface="Cambria Math" panose="02040503050406030204" pitchFamily="18" charset="0"/>
                        </a:rPr>
                        <m:t>Period</m:t>
                      </m:r>
                      <m:r>
                        <a:rPr lang="en-US">
                          <a:latin typeface="Cambria Math" panose="02040503050406030204" pitchFamily="18" charset="0"/>
                        </a:rPr>
                        <m:t> </m:t>
                      </m:r>
                      <m:r>
                        <m:rPr>
                          <m:sty m:val="p"/>
                        </m:rPr>
                        <a:rPr lang="en-US">
                          <a:latin typeface="Cambria Math" panose="02040503050406030204" pitchFamily="18" charset="0"/>
                        </a:rPr>
                        <m:t>T</m:t>
                      </m:r>
                      <m:r>
                        <a:rPr lang="en-US">
                          <a:latin typeface="Cambria Math" panose="02040503050406030204" pitchFamily="18" charset="0"/>
                        </a:rPr>
                        <m:t>=1 </m:t>
                      </m:r>
                      <m:r>
                        <m:rPr>
                          <m:sty m:val="p"/>
                        </m:rPr>
                        <a:rPr lang="en-US">
                          <a:latin typeface="Cambria Math" panose="02040503050406030204" pitchFamily="18" charset="0"/>
                        </a:rPr>
                        <m:t>second</m:t>
                      </m:r>
                      <m:r>
                        <a:rPr lang="en-US" b="0" i="0" smtClean="0">
                          <a:latin typeface="Cambria Math" panose="02040503050406030204" pitchFamily="18" charset="0"/>
                        </a:rPr>
                        <m:t>.</m:t>
                      </m:r>
                    </m:oMath>
                  </m:oMathPara>
                </a14:m>
                <a:endParaRPr lang="en-US" dirty="0">
                  <a:latin typeface="Cambria Math" panose="02040503050406030204" pitchFamily="18" charset="0"/>
                  <a:ea typeface="Cambria Math" panose="02040503050406030204" pitchFamily="18" charset="0"/>
                </a:endParaRPr>
              </a:p>
              <a:p>
                <a:endParaRPr lang="en-US" i="1" dirty="0">
                  <a:latin typeface="Cambria Math" panose="02040503050406030204" pitchFamily="18" charset="0"/>
                  <a:ea typeface="Cambria Math" panose="02040503050406030204" pitchFamily="18" charset="0"/>
                </a:endParaRPr>
              </a:p>
              <a:p>
                <a14:m>
                  <m:oMath xmlns:m="http://schemas.openxmlformats.org/officeDocument/2006/math">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θ</m:t>
                            </m:r>
                          </m:e>
                          <m:sub>
                            <m:r>
                              <m:rPr>
                                <m:sty m:val="p"/>
                              </m:rPr>
                              <a:rPr lang="en-US">
                                <a:latin typeface="Cambria Math" panose="02040503050406030204" pitchFamily="18" charset="0"/>
                                <a:ea typeface="Cambria Math" panose="02040503050406030204" pitchFamily="18" charset="0"/>
                              </a:rPr>
                              <m:t>o</m:t>
                            </m:r>
                          </m:sub>
                        </m:sSub>
                      </m:e>
                    </m:d>
                  </m:oMath>
                </a14:m>
                <a:r>
                  <a:rPr lang="en-US" dirty="0">
                    <a:latin typeface="Cambria Math" panose="02040503050406030204" pitchFamily="18" charset="0"/>
                    <a:ea typeface="Cambria Math" panose="02040503050406030204" pitchFamily="18" charset="0"/>
                  </a:rPr>
                  <a:t>= (360˚)[(0.125 s)/(1 s)] = 45˚.</a:t>
                </a:r>
              </a:p>
              <a:p>
                <a:r>
                  <a:rPr lang="en-US" dirty="0">
                    <a:latin typeface="Cambria Math" panose="02040503050406030204" pitchFamily="18" charset="0"/>
                    <a:ea typeface="Cambria Math" panose="02040503050406030204" pitchFamily="18" charset="0"/>
                  </a:rPr>
                  <a:t> </a:t>
                </a:r>
              </a:p>
              <a:p>
                <a:r>
                  <a:rPr lang="en-US" dirty="0">
                    <a:latin typeface="Cambria Math" panose="02040503050406030204" pitchFamily="18" charset="0"/>
                    <a:ea typeface="Cambria Math" panose="02040503050406030204" pitchFamily="18" charset="0"/>
                  </a:rPr>
                  <a:t>Blue sinusoid leads red sinusoid by 45˚.</a:t>
                </a:r>
              </a:p>
              <a:p>
                <a:endParaRPr lang="en-US" i="1" dirty="0">
                  <a:latin typeface="Cambria Math" panose="02040503050406030204" pitchFamily="18" charset="0"/>
                </a:endParaRPr>
              </a:p>
              <a:p>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θ</m:t>
                        </m:r>
                      </m:e>
                      <m:sub>
                        <m:r>
                          <m:rPr>
                            <m:sty m:val="p"/>
                          </m:rPr>
                          <a:rPr lang="en-US">
                            <a:latin typeface="Cambria Math" panose="02040503050406030204" pitchFamily="18" charset="0"/>
                          </a:rPr>
                          <m:t>o</m:t>
                        </m:r>
                      </m:sub>
                    </m:sSub>
                  </m:oMath>
                </a14:m>
                <a:r>
                  <a:rPr lang="en-US" dirty="0"/>
                  <a:t>= </a:t>
                </a:r>
                <a:r>
                  <a:rPr lang="en-US" dirty="0">
                    <a:latin typeface="Cambria Math" panose="02040503050406030204" pitchFamily="18" charset="0"/>
                    <a:ea typeface="Cambria Math" panose="02040503050406030204" pitchFamily="18" charset="0"/>
                  </a:rPr>
                  <a:t>45˚.</a:t>
                </a:r>
                <a:endParaRPr lang="en-US" dirty="0"/>
              </a:p>
              <a:p>
                <a:endParaRPr lang="en-US" dirty="0">
                  <a:latin typeface="Cambria Math" panose="02040503050406030204" pitchFamily="18" charset="0"/>
                  <a:ea typeface="Cambria Math" panose="02040503050406030204" pitchFamily="18" charset="0"/>
                </a:endParaRPr>
              </a:p>
              <a:p>
                <a:r>
                  <a:rPr lang="en-US" dirty="0">
                    <a:latin typeface="Cambria Math" panose="02040503050406030204" pitchFamily="18" charset="0"/>
                    <a:ea typeface="Cambria Math" panose="02040503050406030204" pitchFamily="18" charset="0"/>
                  </a:rPr>
                  <a:t> </a:t>
                </a:r>
                <a14:m>
                  <m:oMath xmlns:m="http://schemas.openxmlformats.org/officeDocument/2006/math">
                    <m:f>
                      <m:fPr>
                        <m:type m:val="lin"/>
                        <m:ctrlPr>
                          <a:rPr lang="en-US" i="1" smtClean="0">
                            <a:latin typeface="Cambria Math" panose="02040503050406030204" pitchFamily="18" charset="0"/>
                            <a:ea typeface="Cambria Math" panose="02040503050406030204" pitchFamily="18" charset="0"/>
                          </a:rPr>
                        </m:ctrlPr>
                      </m:fPr>
                      <m:num>
                        <m:r>
                          <m:rPr>
                            <m:nor/>
                          </m:rPr>
                          <a:rPr lang="en-US" b="0" i="0" smtClean="0">
                            <a:latin typeface="Cambria Math" panose="02040503050406030204" pitchFamily="18" charset="0"/>
                            <a:ea typeface="Cambria Math" panose="02040503050406030204" pitchFamily="18" charset="0"/>
                          </a:rPr>
                          <m:t>45</m:t>
                        </m:r>
                        <m:r>
                          <m:rPr>
                            <m:nor/>
                          </m:rPr>
                          <a:rPr lang="en-US" dirty="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m:t>
                        </m:r>
                        <m:d>
                          <m:dPr>
                            <m:ctrlPr>
                              <a:rPr lang="en-US" i="1" smtClean="0">
                                <a:latin typeface="Cambria Math" panose="02040503050406030204" pitchFamily="18" charset="0"/>
                                <a:ea typeface="Cambria Math" panose="02040503050406030204" pitchFamily="18" charset="0"/>
                              </a:rPr>
                            </m:ctrlPr>
                          </m:dPr>
                          <m:e>
                            <m:r>
                              <m:rPr>
                                <m:nor/>
                              </m:rPr>
                              <a:rPr lang="en-US" b="0" i="0" smtClean="0">
                                <a:latin typeface="Cambria Math" panose="02040503050406030204" pitchFamily="18" charset="0"/>
                                <a:ea typeface="Cambria Math" panose="02040503050406030204" pitchFamily="18" charset="0"/>
                              </a:rPr>
                              <m:t>45</m:t>
                            </m:r>
                            <m:r>
                              <m:rPr>
                                <m:nor/>
                              </m:rPr>
                              <a:rPr lang="en-US" dirty="0">
                                <a:latin typeface="Cambria Math" panose="02040503050406030204" pitchFamily="18" charset="0"/>
                                <a:ea typeface="Cambria Math" panose="02040503050406030204" pitchFamily="18" charset="0"/>
                              </a:rPr>
                              <m:t>˚</m:t>
                            </m:r>
                          </m:e>
                        </m:d>
                        <m:d>
                          <m:dPr>
                            <m:ctrlPr>
                              <a:rPr lang="en-US" i="1" smtClean="0">
                                <a:latin typeface="Cambria Math" panose="02040503050406030204" pitchFamily="18" charset="0"/>
                                <a:ea typeface="Cambria Math" panose="02040503050406030204" pitchFamily="18" charset="0"/>
                              </a:rPr>
                            </m:ctrlPr>
                          </m:dPr>
                          <m:e>
                            <m:r>
                              <m:rPr>
                                <m:sty m:val="p"/>
                              </m:rPr>
                              <a:rPr lang="en-US" i="0" smtClean="0">
                                <a:latin typeface="Cambria Math" panose="02040503050406030204" pitchFamily="18" charset="0"/>
                                <a:ea typeface="Cambria Math" panose="02040503050406030204" pitchFamily="18" charset="0"/>
                              </a:rPr>
                              <m:t>π</m:t>
                            </m:r>
                            <m:r>
                              <a:rPr lang="en-US" b="0" i="1"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radians</m:t>
                            </m:r>
                          </m:e>
                        </m:d>
                      </m:num>
                      <m:den>
                        <m:r>
                          <a:rPr lang="en-US" b="0" i="1" smtClean="0">
                            <a:latin typeface="Cambria Math" panose="02040503050406030204" pitchFamily="18" charset="0"/>
                            <a:ea typeface="Cambria Math" panose="02040503050406030204" pitchFamily="18" charset="0"/>
                          </a:rPr>
                          <m:t>180°</m:t>
                        </m:r>
                      </m:den>
                    </m:f>
                    <m:r>
                      <a:rPr lang="en-US" b="0" i="1" smtClean="0">
                        <a:latin typeface="Cambria Math" panose="02040503050406030204" pitchFamily="18" charset="0"/>
                        <a:ea typeface="Cambria Math" panose="02040503050406030204" pitchFamily="18" charset="0"/>
                      </a:rPr>
                      <m:t>=</m:t>
                    </m:r>
                    <m:f>
                      <m:fPr>
                        <m:type m:val="lin"/>
                        <m:ctrlPr>
                          <a:rPr lang="en-US" b="0" i="1" smtClean="0">
                            <a:latin typeface="Cambria Math" panose="02040503050406030204" pitchFamily="18" charset="0"/>
                            <a:ea typeface="Cambria Math" panose="02040503050406030204" pitchFamily="18" charset="0"/>
                          </a:rPr>
                        </m:ctrlPr>
                      </m:fPr>
                      <m:num>
                        <m:r>
                          <m:rPr>
                            <m:sty m:val="p"/>
                          </m:rPr>
                          <a:rPr lang="en-US" b="0" i="0" smtClean="0">
                            <a:latin typeface="Cambria Math" panose="02040503050406030204" pitchFamily="18" charset="0"/>
                            <a:ea typeface="Cambria Math" panose="02040503050406030204" pitchFamily="18" charset="0"/>
                          </a:rPr>
                          <m:t>π</m:t>
                        </m:r>
                      </m:num>
                      <m:den>
                        <m:r>
                          <a:rPr lang="en-US" b="0" i="1" smtClean="0">
                            <a:latin typeface="Cambria Math" panose="02040503050406030204" pitchFamily="18" charset="0"/>
                            <a:ea typeface="Cambria Math" panose="02040503050406030204" pitchFamily="18" charset="0"/>
                          </a:rPr>
                          <m:t>4</m:t>
                        </m:r>
                      </m:den>
                    </m:f>
                  </m:oMath>
                </a14:m>
                <a:r>
                  <a:rPr lang="en-US" dirty="0">
                    <a:latin typeface="Cambria Math" panose="02040503050406030204" pitchFamily="18" charset="0"/>
                    <a:ea typeface="Cambria Math" panose="02040503050406030204" pitchFamily="18" charset="0"/>
                  </a:rPr>
                  <a:t> radians.</a:t>
                </a:r>
              </a:p>
            </p:txBody>
          </p:sp>
        </mc:Choice>
        <mc:Fallback xmlns="">
          <p:sp>
            <p:nvSpPr>
              <p:cNvPr id="7" name="Rectangle 6"/>
              <p:cNvSpPr>
                <a:spLocks noRot="1" noChangeAspect="1" noMove="1" noResize="1" noEditPoints="1" noAdjustHandles="1" noChangeArrowheads="1" noChangeShapeType="1" noTextEdit="1"/>
              </p:cNvSpPr>
              <p:nvPr/>
            </p:nvSpPr>
            <p:spPr>
              <a:xfrm>
                <a:off x="5545709" y="764590"/>
                <a:ext cx="6578429" cy="5959132"/>
              </a:xfrm>
              <a:prstGeom prst="rect">
                <a:avLst/>
              </a:prstGeom>
              <a:blipFill>
                <a:blip r:embed="rId2"/>
                <a:stretch>
                  <a:fillRect l="-460" b="-9625"/>
                </a:stretch>
              </a:blipFill>
            </p:spPr>
            <p:txBody>
              <a:bodyPr/>
              <a:lstStyle/>
              <a:p>
                <a:r>
                  <a:rPr lang="en-US">
                    <a:noFill/>
                  </a:rPr>
                  <a:t> </a:t>
                </a:r>
              </a:p>
            </p:txBody>
          </p:sp>
        </mc:Fallback>
      </mc:AlternateContent>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76" y="1565190"/>
            <a:ext cx="5438250" cy="4691448"/>
          </a:xfrm>
          <a:prstGeom prst="rect">
            <a:avLst/>
          </a:prstGeom>
        </p:spPr>
      </p:pic>
      <p:sp>
        <p:nvSpPr>
          <p:cNvPr id="4" name="TextBox 3">
            <a:extLst>
              <a:ext uri="{FF2B5EF4-FFF2-40B4-BE49-F238E27FC236}">
                <a16:creationId xmlns:a16="http://schemas.microsoft.com/office/drawing/2014/main" id="{E6CC3EE2-D89D-409C-B572-96A05E297688}"/>
              </a:ext>
            </a:extLst>
          </p:cNvPr>
          <p:cNvSpPr txBox="1"/>
          <p:nvPr/>
        </p:nvSpPr>
        <p:spPr>
          <a:xfrm>
            <a:off x="675503" y="5398529"/>
            <a:ext cx="2662652" cy="307777"/>
          </a:xfrm>
          <a:prstGeom prst="rect">
            <a:avLst/>
          </a:prstGeom>
          <a:noFill/>
        </p:spPr>
        <p:txBody>
          <a:bodyPr wrap="none" rtlCol="0">
            <a:spAutoFit/>
          </a:bodyPr>
          <a:lstStyle/>
          <a:p>
            <a:r>
              <a:rPr lang="en-US" sz="1400">
                <a:solidFill>
                  <a:srgbClr val="FF0000"/>
                </a:solidFill>
              </a:rPr>
              <a:t>Red Trace is the Reference Wave</a:t>
            </a:r>
          </a:p>
        </p:txBody>
      </p:sp>
    </p:spTree>
    <p:extLst>
      <p:ext uri="{BB962C8B-B14F-4D97-AF65-F5344CB8AC3E}">
        <p14:creationId xmlns:p14="http://schemas.microsoft.com/office/powerpoint/2010/main" val="13677626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6" end="6"/>
                                            </p:txEl>
                                          </p:spTgt>
                                        </p:tgtEl>
                                        <p:attrNameLst>
                                          <p:attrName>style.visibility</p:attrName>
                                        </p:attrNameLst>
                                      </p:cBhvr>
                                      <p:to>
                                        <p:strVal val="visible"/>
                                      </p:to>
                                    </p:set>
                                    <p:anim calcmode="lin" valueType="num">
                                      <p:cBhvr additive="base">
                                        <p:cTn id="7"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8" end="8"/>
                                            </p:txEl>
                                          </p:spTgt>
                                        </p:tgtEl>
                                        <p:attrNameLst>
                                          <p:attrName>style.visibility</p:attrName>
                                        </p:attrNameLst>
                                      </p:cBhvr>
                                      <p:to>
                                        <p:strVal val="visible"/>
                                      </p:to>
                                    </p:set>
                                    <p:anim calcmode="lin" valueType="num">
                                      <p:cBhvr additive="base">
                                        <p:cTn id="11"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8" end="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xEl>
                                              <p:pRg st="9" end="9"/>
                                            </p:txEl>
                                          </p:spTgt>
                                        </p:tgtEl>
                                        <p:attrNameLst>
                                          <p:attrName>style.visibility</p:attrName>
                                        </p:attrNameLst>
                                      </p:cBhvr>
                                      <p:to>
                                        <p:strVal val="visible"/>
                                      </p:to>
                                    </p:set>
                                    <p:anim calcmode="lin" valueType="num">
                                      <p:cBhvr additive="base">
                                        <p:cTn id="15"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
                                            <p:txEl>
                                              <p:pRg st="9" end="9"/>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7">
                                            <p:txEl>
                                              <p:pRg st="10" end="10"/>
                                            </p:txEl>
                                          </p:spTgt>
                                        </p:tgtEl>
                                        <p:attrNameLst>
                                          <p:attrName>style.visibility</p:attrName>
                                        </p:attrNameLst>
                                      </p:cBhvr>
                                      <p:to>
                                        <p:strVal val="visible"/>
                                      </p:to>
                                    </p:set>
                                    <p:anim calcmode="lin" valueType="num">
                                      <p:cBhvr additive="base">
                                        <p:cTn id="19" dur="500" fill="hold"/>
                                        <p:tgtEl>
                                          <p:spTgt spid="7">
                                            <p:txEl>
                                              <p:pRg st="10" end="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10" end="10"/>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7">
                                            <p:txEl>
                                              <p:pRg st="12" end="12"/>
                                            </p:txEl>
                                          </p:spTgt>
                                        </p:tgtEl>
                                        <p:attrNameLst>
                                          <p:attrName>style.visibility</p:attrName>
                                        </p:attrNameLst>
                                      </p:cBhvr>
                                      <p:to>
                                        <p:strVal val="visible"/>
                                      </p:to>
                                    </p:set>
                                    <p:anim calcmode="lin" valueType="num">
                                      <p:cBhvr additive="base">
                                        <p:cTn id="23" dur="500" fill="hold"/>
                                        <p:tgtEl>
                                          <p:spTgt spid="7">
                                            <p:txEl>
                                              <p:pRg st="12" end="1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7">
                                            <p:txEl>
                                              <p:pRg st="14" end="14"/>
                                            </p:txEl>
                                          </p:spTgt>
                                        </p:tgtEl>
                                        <p:attrNameLst>
                                          <p:attrName>style.visibility</p:attrName>
                                        </p:attrNameLst>
                                      </p:cBhvr>
                                      <p:to>
                                        <p:strVal val="visible"/>
                                      </p:to>
                                    </p:set>
                                    <p:anim calcmode="lin" valueType="num">
                                      <p:cBhvr additive="base">
                                        <p:cTn id="29" dur="500" fill="hold"/>
                                        <p:tgtEl>
                                          <p:spTgt spid="7">
                                            <p:txEl>
                                              <p:pRg st="14" end="1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3DEDE-BA22-D484-88B4-37D2D79FC13A}"/>
            </a:ext>
          </a:extLst>
        </p:cNvPr>
        <p:cNvGrpSpPr/>
        <p:nvPr/>
      </p:nvGrpSpPr>
      <p:grpSpPr>
        <a:xfrm>
          <a:off x="0" y="0"/>
          <a:ext cx="0" cy="0"/>
          <a:chOff x="0" y="0"/>
          <a:chExt cx="0" cy="0"/>
        </a:xfrm>
      </p:grpSpPr>
      <p:sp>
        <p:nvSpPr>
          <p:cNvPr id="3" name="Even and Odd Functions (Symmetry)">
            <a:extLst>
              <a:ext uri="{FF2B5EF4-FFF2-40B4-BE49-F238E27FC236}">
                <a16:creationId xmlns:a16="http://schemas.microsoft.com/office/drawing/2014/main" id="{6B6833A2-B743-B00A-A4CF-DED35CBE7A64}"/>
              </a:ext>
            </a:extLst>
          </p:cNvPr>
          <p:cNvSpPr>
            <a:spLocks noGrp="1"/>
          </p:cNvSpPr>
          <p:nvPr>
            <p:ph type="title"/>
          </p:nvPr>
        </p:nvSpPr>
        <p:spPr>
          <a:xfrm>
            <a:off x="640080" y="0"/>
            <a:ext cx="11210544" cy="533400"/>
          </a:xfrm>
        </p:spPr>
        <p:txBody>
          <a:bodyPr/>
          <a:lstStyle/>
          <a:p>
            <a:pPr algn="ctr"/>
            <a:r>
              <a:rPr lang="en-US" sz="4000" dirty="0"/>
              <a:t>Sinusoidal Waveforms and Phase Lead (Continued)</a:t>
            </a:r>
          </a:p>
        </p:txBody>
      </p:sp>
      <p:pic>
        <p:nvPicPr>
          <p:cNvPr id="4" name="Picture 3">
            <a:extLst>
              <a:ext uri="{FF2B5EF4-FFF2-40B4-BE49-F238E27FC236}">
                <a16:creationId xmlns:a16="http://schemas.microsoft.com/office/drawing/2014/main" id="{16ED0062-220D-A40D-3167-B225C9310D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768" y="1186245"/>
            <a:ext cx="5438250" cy="4691448"/>
          </a:xfrm>
          <a:prstGeom prst="rect">
            <a:avLst/>
          </a:prstGeom>
        </p:spPr>
      </p:pic>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D0635715-BB43-17D1-47A0-793B4724BB59}"/>
                  </a:ext>
                </a:extLst>
              </p:cNvPr>
              <p:cNvSpPr/>
              <p:nvPr/>
            </p:nvSpPr>
            <p:spPr>
              <a:xfrm>
                <a:off x="5624527" y="1558801"/>
                <a:ext cx="6472985" cy="394633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y</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t</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Asin</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πt</m:t>
                              </m:r>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T</m:t>
                              </m:r>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θ</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oMath>
                  </m:oMathPara>
                </a14:m>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Another approach to solve for</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θ</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0.125 = 1/8.</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y</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−0.125</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e>
                      </m:d>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sin</m:t>
                      </m:r>
                      <m:d>
                        <m:dPr>
                          <m:begChr m:val="["/>
                          <m:endChr m:val="]"/>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π</m:t>
                          </m:r>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−0.125</m:t>
                              </m:r>
                            </m:e>
                          </m:d>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θ</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e>
                      </m:d>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.0 </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sin</m:t>
                      </m:r>
                      <m:d>
                        <m:dPr>
                          <m:begChr m:val="["/>
                          <m:endChr m:val="]"/>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f>
                            <m:fPr>
                              <m:type m:val="lin"/>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π</m:t>
                              </m:r>
                            </m:num>
                            <m:den>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8</m:t>
                              </m:r>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θ</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e>
                      </m:d>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1800"/>
                  </a:spcAft>
                  <a:buClrTx/>
                  <a:buSzTx/>
                  <a:buFontTx/>
                  <a:buNone/>
                  <a:tabLst/>
                  <a:defRPr/>
                </a:pPr>
                <a14:m>
                  <m:oMathPara xmlns:m="http://schemas.openxmlformats.org/officeDocument/2006/math">
                    <m:oMathParaPr>
                      <m:jc m:val="left"/>
                    </m:oMathParaPr>
                    <m:oMath xmlns:m="http://schemas.openxmlformats.org/officeDocument/2006/math">
                      <m:func>
                        <m:func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uncPr>
                        <m:fName>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p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sin</m:t>
                              </m:r>
                            </m:e>
                            <m: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sup>
                          </m:sSup>
                        </m:fName>
                        <m:e>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0</m:t>
                              </m:r>
                            </m:e>
                          </m:d>
                        </m:e>
                      </m:func>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unc>
                        <m:func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uncPr>
                        <m:fName>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p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sin</m:t>
                              </m:r>
                            </m:e>
                            <m: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sup>
                          </m:sSup>
                        </m:fName>
                        <m:e>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f>
                                <m:fPr>
                                  <m:type m:val="lin"/>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π</m:t>
                                  </m:r>
                                </m:num>
                                <m:den>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4</m:t>
                                  </m:r>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θ</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e>
                          </m:d>
                        </m:e>
                      </m:func>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0=−</m:t>
                      </m:r>
                      <m:f>
                        <m:fPr>
                          <m:type m:val="lin"/>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π</m:t>
                          </m:r>
                        </m:num>
                        <m:den>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4</m:t>
                          </m:r>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θ</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endParaRPr>
              </a:p>
              <a:p>
                <a:pPr marL="0" marR="0" lvl="0" indent="0" algn="l" defTabSz="914400" rtl="0" eaLnBrk="1" fontAlgn="auto" latinLnBrk="0" hangingPunct="1">
                  <a:lnSpc>
                    <a:spcPct val="100000"/>
                  </a:lnSpc>
                  <a:spcBef>
                    <a:spcPts val="0"/>
                  </a:spcBef>
                  <a:spcAft>
                    <a:spcPts val="180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θ</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f>
                        <m:fPr>
                          <m:type m:val="lin"/>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π</m:t>
                          </m:r>
                        </m:num>
                        <m:den>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4</m:t>
                          </m:r>
                        </m:den>
                      </m:f>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radians</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m:oMathPara>
                </a14:m>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f>
                      <m:fPr>
                        <m:type m:val="lin"/>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f>
                              <m:fPr>
                                <m:type m:val="lin"/>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π</m:t>
                                </m:r>
                              </m:num>
                              <m:den>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4</m:t>
                                </m:r>
                              </m:den>
                            </m:f>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radians</m:t>
                            </m:r>
                          </m:e>
                        </m:d>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180˚</m:t>
                        </m:r>
                      </m:num>
                      <m:den>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π</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radians</m:t>
                            </m:r>
                          </m:e>
                        </m:d>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m:rPr>
                        <m:nor/>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45˚</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The blue sinusoid leads red sinusoid by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θ</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o</m:t>
                        </m:r>
                      </m:sub>
                    </m:sSub>
                  </m:oMath>
                </a14:m>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 </a:t>
                </a:r>
                <a14:m>
                  <m:oMath xmlns:m="http://schemas.openxmlformats.org/officeDocument/2006/math">
                    <m:f>
                      <m:fPr>
                        <m:type m:val="lin"/>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π</m:t>
                        </m:r>
                      </m:num>
                      <m:den>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4</m:t>
                        </m:r>
                      </m:den>
                    </m:f>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radians</m:t>
                    </m:r>
                  </m:oMath>
                </a14:m>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 </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45˚.</a:t>
                </a: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p:txBody>
          </p:sp>
        </mc:Choice>
        <mc:Fallback xmlns="">
          <p:sp>
            <p:nvSpPr>
              <p:cNvPr id="5" name="Rectangle 4">
                <a:extLst>
                  <a:ext uri="{FF2B5EF4-FFF2-40B4-BE49-F238E27FC236}">
                    <a16:creationId xmlns:a16="http://schemas.microsoft.com/office/drawing/2014/main" id="{D0635715-BB43-17D1-47A0-793B4724BB59}"/>
                  </a:ext>
                </a:extLst>
              </p:cNvPr>
              <p:cNvSpPr>
                <a:spLocks noRot="1" noChangeAspect="1" noMove="1" noResize="1" noEditPoints="1" noAdjustHandles="1" noChangeArrowheads="1" noChangeShapeType="1" noTextEdit="1"/>
              </p:cNvSpPr>
              <p:nvPr/>
            </p:nvSpPr>
            <p:spPr>
              <a:xfrm>
                <a:off x="5624527" y="1558801"/>
                <a:ext cx="6472985" cy="3946337"/>
              </a:xfrm>
              <a:prstGeom prst="rect">
                <a:avLst/>
              </a:prstGeom>
              <a:blipFill>
                <a:blip r:embed="rId4"/>
                <a:stretch>
                  <a:fillRect l="-1027" b="-15091"/>
                </a:stretch>
              </a:blipFill>
            </p:spPr>
            <p:txBody>
              <a:bodyPr/>
              <a:lstStyle/>
              <a:p>
                <a:r>
                  <a:rPr lang="en-US">
                    <a:noFill/>
                  </a:rPr>
                  <a:t> </a:t>
                </a:r>
              </a:p>
            </p:txBody>
          </p:sp>
        </mc:Fallback>
      </mc:AlternateContent>
    </p:spTree>
    <p:extLst>
      <p:ext uri="{BB962C8B-B14F-4D97-AF65-F5344CB8AC3E}">
        <p14:creationId xmlns:p14="http://schemas.microsoft.com/office/powerpoint/2010/main" val="3909309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anim calcmode="lin" valueType="num">
                                      <p:cBhvr additive="base">
                                        <p:cTn id="7"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6" end="6"/>
                                            </p:txEl>
                                          </p:spTgt>
                                        </p:tgtEl>
                                        <p:attrNameLst>
                                          <p:attrName>style.visibility</p:attrName>
                                        </p:attrNameLst>
                                      </p:cBhvr>
                                      <p:to>
                                        <p:strVal val="visible"/>
                                      </p:to>
                                    </p:set>
                                    <p:anim calcmode="lin" valueType="num">
                                      <p:cBhvr additive="base">
                                        <p:cTn id="11"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xEl>
                                              <p:pRg st="7" end="7"/>
                                            </p:txEl>
                                          </p:spTgt>
                                        </p:tgtEl>
                                        <p:attrNameLst>
                                          <p:attrName>style.visibility</p:attrName>
                                        </p:attrNameLst>
                                      </p:cBhvr>
                                      <p:to>
                                        <p:strVal val="visible"/>
                                      </p:to>
                                    </p:set>
                                    <p:anim calcmode="lin" valueType="num">
                                      <p:cBhvr additive="base">
                                        <p:cTn id="15"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7" end="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
                                            <p:txEl>
                                              <p:pRg st="8" end="8"/>
                                            </p:txEl>
                                          </p:spTgt>
                                        </p:tgtEl>
                                        <p:attrNameLst>
                                          <p:attrName>style.visibility</p:attrName>
                                        </p:attrNameLst>
                                      </p:cBhvr>
                                      <p:to>
                                        <p:strVal val="visible"/>
                                      </p:to>
                                    </p:set>
                                    <p:anim calcmode="lin" valueType="num">
                                      <p:cBhvr additive="base">
                                        <p:cTn id="19"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8" end="8"/>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
                                            <p:txEl>
                                              <p:pRg st="10" end="10"/>
                                            </p:txEl>
                                          </p:spTgt>
                                        </p:tgtEl>
                                        <p:attrNameLst>
                                          <p:attrName>style.visibility</p:attrName>
                                        </p:attrNameLst>
                                      </p:cBhvr>
                                      <p:to>
                                        <p:strVal val="visible"/>
                                      </p:to>
                                    </p:set>
                                    <p:anim calcmode="lin" valueType="num">
                                      <p:cBhvr additive="base">
                                        <p:cTn id="23"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1375719" y="98192"/>
            <a:ext cx="9318022" cy="553998"/>
          </a:xfrm>
        </p:spPr>
        <p:txBody>
          <a:bodyPr/>
          <a:lstStyle/>
          <a:p>
            <a:pPr algn="ctr"/>
            <a:r>
              <a:rPr lang="en-US" sz="4000"/>
              <a:t>Sinusoidal Waveforms and Phase Lag</a:t>
            </a:r>
          </a:p>
        </p:txBody>
      </p:sp>
      <mc:AlternateContent xmlns:mc="http://schemas.openxmlformats.org/markup-compatibility/2006" xmlns:a14="http://schemas.microsoft.com/office/drawing/2010/main">
        <mc:Choice Requires="a14">
          <p:sp>
            <p:nvSpPr>
              <p:cNvPr id="7" name="Rectangle 6"/>
              <p:cNvSpPr/>
              <p:nvPr/>
            </p:nvSpPr>
            <p:spPr>
              <a:xfrm>
                <a:off x="5478162" y="914308"/>
                <a:ext cx="6631458" cy="568213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mtClean="0">
                          <a:latin typeface="Cambria Math" panose="02040503050406030204" pitchFamily="18" charset="0"/>
                        </a:rPr>
                        <m:t>y</m:t>
                      </m:r>
                      <m:d>
                        <m:dPr>
                          <m:ctrlPr>
                            <a:rPr lang="en-US" i="1">
                              <a:latin typeface="Cambria Math" panose="02040503050406030204" pitchFamily="18" charset="0"/>
                            </a:rPr>
                          </m:ctrlPr>
                        </m:dPr>
                        <m:e>
                          <m:r>
                            <m:rPr>
                              <m:sty m:val="p"/>
                            </m:rPr>
                            <a:rPr lang="en-US">
                              <a:latin typeface="Cambria Math" panose="02040503050406030204" pitchFamily="18" charset="0"/>
                            </a:rPr>
                            <m:t>t</m:t>
                          </m:r>
                        </m:e>
                      </m:d>
                      <m:r>
                        <a:rPr lang="en-US">
                          <a:latin typeface="Cambria Math" panose="02040503050406030204" pitchFamily="18" charset="0"/>
                        </a:rPr>
                        <m:t>=</m:t>
                      </m:r>
                      <m:r>
                        <m:rPr>
                          <m:sty m:val="p"/>
                        </m:rPr>
                        <a:rPr lang="en-US">
                          <a:latin typeface="Cambria Math" panose="02040503050406030204" pitchFamily="18" charset="0"/>
                        </a:rPr>
                        <m:t>Asin</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a:latin typeface="Cambria Math" panose="02040503050406030204" pitchFamily="18" charset="0"/>
                                </a:rPr>
                                <m:t>2</m:t>
                              </m:r>
                              <m:r>
                                <m:rPr>
                                  <m:sty m:val="p"/>
                                </m:rPr>
                                <a:rPr lang="en-US">
                                  <a:latin typeface="Cambria Math" panose="02040503050406030204" pitchFamily="18" charset="0"/>
                                  <a:ea typeface="Cambria Math" panose="02040503050406030204" pitchFamily="18" charset="0"/>
                                </a:rPr>
                                <m:t>πt</m:t>
                              </m:r>
                            </m:num>
                            <m:den>
                              <m:r>
                                <m:rPr>
                                  <m:sty m:val="p"/>
                                </m:rPr>
                                <a:rPr lang="en-US">
                                  <a:latin typeface="Cambria Math" panose="02040503050406030204" pitchFamily="18" charset="0"/>
                                </a:rPr>
                                <m:t>T</m:t>
                              </m:r>
                            </m:den>
                          </m:f>
                          <m:r>
                            <a:rPr lang="en-US" b="0" i="0" smtClean="0">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θ</m:t>
                              </m:r>
                            </m:e>
                            <m:sub>
                              <m:r>
                                <a:rPr lang="en-US">
                                  <a:latin typeface="Cambria Math" panose="02040503050406030204" pitchFamily="18" charset="0"/>
                                </a:rPr>
                                <m:t>0</m:t>
                              </m:r>
                            </m:sub>
                          </m:sSub>
                        </m:e>
                      </m:d>
                      <m:r>
                        <a:rPr lang="en-US">
                          <a:latin typeface="Cambria Math" panose="02040503050406030204" pitchFamily="18" charset="0"/>
                        </a:rPr>
                        <m:t>.          </m:t>
                      </m:r>
                    </m:oMath>
                  </m:oMathPara>
                </a14:m>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latin typeface="Cambria Math" panose="02040503050406030204" pitchFamily="18" charset="0"/>
                    <a:ea typeface="Cambria Math" panose="02040503050406030204" pitchFamily="18" charset="0"/>
                  </a:rPr>
                  <a:t>Negative value for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θ</m:t>
                        </m:r>
                      </m:e>
                      <m:sub>
                        <m:r>
                          <a:rPr lang="en-US">
                            <a:latin typeface="Cambria Math" panose="02040503050406030204" pitchFamily="18" charset="0"/>
                          </a:rPr>
                          <m:t>0</m:t>
                        </m:r>
                      </m:sub>
                    </m:sSub>
                  </m:oMath>
                </a14:m>
                <a:r>
                  <a:rPr lang="en-US" dirty="0">
                    <a:latin typeface="Cambria Math" panose="02040503050406030204" pitchFamily="18" charset="0"/>
                    <a:ea typeface="Cambria Math" panose="02040503050406030204" pitchFamily="18" charset="0"/>
                  </a:rPr>
                  <a:t> reduces the argument of the sinusoid, resulting in zero crossing after t = 0, i.e., phase lag. So negative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θ</m:t>
                        </m:r>
                      </m:e>
                      <m:sub>
                        <m:r>
                          <a:rPr lang="en-US">
                            <a:latin typeface="Cambria Math" panose="02040503050406030204" pitchFamily="18" charset="0"/>
                          </a:rPr>
                          <m:t>0</m:t>
                        </m:r>
                      </m:sub>
                    </m:sSub>
                  </m:oMath>
                </a14:m>
                <a:r>
                  <a:rPr lang="en-US" dirty="0">
                    <a:latin typeface="Cambria Math" panose="02040503050406030204" pitchFamily="18" charset="0"/>
                    <a:ea typeface="Cambria Math" panose="02040503050406030204" pitchFamily="18" charset="0"/>
                  </a:rPr>
                  <a:t> corresponds to phase lag. </a:t>
                </a:r>
              </a:p>
              <a:p>
                <a:endParaRPr lang="en-US" dirty="0">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latin typeface="Cambria Math" panose="02040503050406030204" pitchFamily="18" charset="0"/>
                    <a:ea typeface="Cambria Math" panose="02040503050406030204" pitchFamily="18" charset="0"/>
                  </a:rPr>
                  <a:t>What is phase lag of the blue 1 Hz waveform with respect to the red 1 Hz waveform given the 0.1 s zero-crossing delay? </a:t>
                </a:r>
              </a:p>
              <a:p>
                <a:r>
                  <a:rPr lang="en-US" dirty="0">
                    <a:latin typeface="Cambria Math" panose="02040503050406030204" pitchFamily="18" charset="0"/>
                    <a:ea typeface="Cambria Math" panose="02040503050406030204" pitchFamily="18" charset="0"/>
                  </a:rPr>
                  <a:t>  </a:t>
                </a:r>
                <a:endParaRPr lang="en-US" dirty="0"/>
              </a:p>
              <a:p>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d>
                            <m:dPr>
                              <m:begChr m:val="|"/>
                              <m:endChr m:val="|"/>
                              <m:ctrlPr>
                                <a:rPr lang="en-US" i="1">
                                  <a:latin typeface="Cambria Math" panose="02040503050406030204" pitchFamily="18" charset="0"/>
                                </a:rPr>
                              </m:ctrlPr>
                            </m:dPr>
                            <m:e>
                              <m:r>
                                <a:rPr lang="en-US">
                                  <a:latin typeface="Cambria Math" panose="02040503050406030204" pitchFamily="18" charset="0"/>
                                </a:rPr>
                                <m:t>∆</m:t>
                              </m:r>
                              <m:r>
                                <m:rPr>
                                  <m:sty m:val="p"/>
                                </m:rPr>
                                <a:rPr lang="en-US">
                                  <a:latin typeface="Cambria Math" panose="02040503050406030204" pitchFamily="18" charset="0"/>
                                </a:rPr>
                                <m:t>t</m:t>
                              </m:r>
                            </m:e>
                          </m:d>
                        </m:num>
                        <m:den>
                          <m:r>
                            <m:rPr>
                              <m:sty m:val="p"/>
                            </m:rPr>
                            <a:rPr lang="en-US">
                              <a:latin typeface="Cambria Math" panose="02040503050406030204" pitchFamily="18" charset="0"/>
                            </a:rPr>
                            <m:t>T</m:t>
                          </m:r>
                        </m:den>
                      </m:f>
                      <m:r>
                        <a:rPr lang="en-US">
                          <a:latin typeface="Cambria Math" panose="02040503050406030204" pitchFamily="18" charset="0"/>
                        </a:rPr>
                        <m:t>=</m:t>
                      </m:r>
                      <m:f>
                        <m:fPr>
                          <m:ctrlPr>
                            <a:rPr lang="en-US" i="1">
                              <a:latin typeface="Cambria Math" panose="02040503050406030204" pitchFamily="18" charset="0"/>
                            </a:rPr>
                          </m:ctrlPr>
                        </m:fPr>
                        <m:num>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θ</m:t>
                                  </m:r>
                                </m:e>
                                <m:sub>
                                  <m:r>
                                    <m:rPr>
                                      <m:sty m:val="p"/>
                                    </m:rPr>
                                    <a:rPr lang="en-US">
                                      <a:latin typeface="Cambria Math" panose="02040503050406030204" pitchFamily="18" charset="0"/>
                                    </a:rPr>
                                    <m:t>o</m:t>
                                  </m:r>
                                </m:sub>
                              </m:sSub>
                            </m:e>
                          </m:d>
                        </m:num>
                        <m:den>
                          <m:r>
                            <a:rPr lang="en-US">
                              <a:latin typeface="Cambria Math" panose="02040503050406030204" pitchFamily="18" charset="0"/>
                            </a:rPr>
                            <m:t>360°</m:t>
                          </m:r>
                        </m:den>
                      </m:f>
                      <m:r>
                        <a:rPr lang="en-US">
                          <a:latin typeface="Cambria Math" panose="02040503050406030204" pitchFamily="18" charset="0"/>
                        </a:rPr>
                        <m:t>,</m:t>
                      </m:r>
                      <m:r>
                        <a:rPr lang="en-US" i="1">
                          <a:latin typeface="Cambria Math" panose="02040503050406030204" pitchFamily="18" charset="0"/>
                        </a:rPr>
                        <m:t> </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θ</m:t>
                              </m:r>
                            </m:e>
                            <m:sub>
                              <m:r>
                                <m:rPr>
                                  <m:sty m:val="p"/>
                                </m:rPr>
                                <a:rPr lang="en-US">
                                  <a:latin typeface="Cambria Math" panose="02040503050406030204" pitchFamily="18" charset="0"/>
                                </a:rPr>
                                <m:t>o</m:t>
                              </m:r>
                            </m:sub>
                          </m:sSub>
                        </m:e>
                      </m:d>
                      <m:r>
                        <a:rPr lang="en-US">
                          <a:latin typeface="Cambria Math" panose="02040503050406030204" pitchFamily="18" charset="0"/>
                        </a:rPr>
                        <m:t>=</m:t>
                      </m:r>
                      <m:d>
                        <m:dPr>
                          <m:ctrlPr>
                            <a:rPr lang="en-US" i="1">
                              <a:latin typeface="Cambria Math" panose="02040503050406030204" pitchFamily="18" charset="0"/>
                            </a:rPr>
                          </m:ctrlPr>
                        </m:dPr>
                        <m:e>
                          <m:r>
                            <a:rPr lang="en-US">
                              <a:latin typeface="Cambria Math" panose="02040503050406030204" pitchFamily="18" charset="0"/>
                            </a:rPr>
                            <m:t>360°</m:t>
                          </m:r>
                        </m:e>
                      </m:d>
                      <m:f>
                        <m:fPr>
                          <m:ctrlPr>
                            <a:rPr lang="en-US" i="1">
                              <a:latin typeface="Cambria Math" panose="02040503050406030204" pitchFamily="18" charset="0"/>
                            </a:rPr>
                          </m:ctrlPr>
                        </m:fPr>
                        <m:num>
                          <m:d>
                            <m:dPr>
                              <m:begChr m:val="|"/>
                              <m:endChr m:val="|"/>
                              <m:ctrlPr>
                                <a:rPr lang="en-US" i="1">
                                  <a:latin typeface="Cambria Math" panose="02040503050406030204" pitchFamily="18" charset="0"/>
                                </a:rPr>
                              </m:ctrlPr>
                            </m:dPr>
                            <m:e>
                              <m:r>
                                <a:rPr lang="en-US">
                                  <a:latin typeface="Cambria Math" panose="02040503050406030204" pitchFamily="18" charset="0"/>
                                </a:rPr>
                                <m:t>∆</m:t>
                              </m:r>
                              <m:r>
                                <m:rPr>
                                  <m:sty m:val="p"/>
                                </m:rPr>
                                <a:rPr lang="en-US">
                                  <a:latin typeface="Cambria Math" panose="02040503050406030204" pitchFamily="18" charset="0"/>
                                </a:rPr>
                                <m:t>t</m:t>
                              </m:r>
                            </m:e>
                          </m:d>
                        </m:num>
                        <m:den>
                          <m:r>
                            <m:rPr>
                              <m:sty m:val="p"/>
                            </m:rPr>
                            <a:rPr lang="en-US">
                              <a:latin typeface="Cambria Math" panose="02040503050406030204" pitchFamily="18" charset="0"/>
                            </a:rPr>
                            <m:t>T</m:t>
                          </m:r>
                        </m:den>
                      </m:f>
                      <m:r>
                        <a:rPr lang="en-US" b="0" i="0" smtClean="0">
                          <a:latin typeface="Cambria Math" panose="02040503050406030204" pitchFamily="18" charset="0"/>
                        </a:rPr>
                        <m:t>. </m:t>
                      </m:r>
                      <m:r>
                        <m:rPr>
                          <m:sty m:val="p"/>
                        </m:rPr>
                        <a:rPr lang="en-US" b="0" i="0" smtClean="0">
                          <a:latin typeface="Cambria Math" panose="02040503050406030204" pitchFamily="18" charset="0"/>
                        </a:rPr>
                        <m:t>Period</m:t>
                      </m:r>
                      <m:r>
                        <a:rPr lang="en-US" b="0" i="0" smtClean="0">
                          <a:latin typeface="Cambria Math" panose="02040503050406030204" pitchFamily="18" charset="0"/>
                        </a:rPr>
                        <m:t> </m:t>
                      </m:r>
                      <m:r>
                        <m:rPr>
                          <m:sty m:val="p"/>
                        </m:rPr>
                        <a:rPr lang="en-US" b="0" i="0" smtClean="0">
                          <a:latin typeface="Cambria Math" panose="02040503050406030204" pitchFamily="18" charset="0"/>
                        </a:rPr>
                        <m:t>T</m:t>
                      </m:r>
                      <m:r>
                        <a:rPr lang="en-US" b="0" i="0" smtClean="0">
                          <a:latin typeface="Cambria Math" panose="02040503050406030204" pitchFamily="18" charset="0"/>
                        </a:rPr>
                        <m:t>=1 </m:t>
                      </m:r>
                      <m:r>
                        <m:rPr>
                          <m:sty m:val="p"/>
                        </m:rPr>
                        <a:rPr lang="en-US" b="0" i="0" smtClean="0">
                          <a:latin typeface="Cambria Math" panose="02040503050406030204" pitchFamily="18" charset="0"/>
                        </a:rPr>
                        <m:t>second</m:t>
                      </m:r>
                      <m:r>
                        <a:rPr lang="en-US" b="0" i="0" smtClean="0">
                          <a:latin typeface="Cambria Math" panose="02040503050406030204" pitchFamily="18" charset="0"/>
                        </a:rPr>
                        <m:t>.</m:t>
                      </m:r>
                    </m:oMath>
                  </m:oMathPara>
                </a14:m>
                <a:endParaRPr lang="en-US" dirty="0">
                  <a:latin typeface="Cambria Math" panose="02040503050406030204" pitchFamily="18" charset="0"/>
                  <a:ea typeface="Cambria Math" panose="02040503050406030204" pitchFamily="18" charset="0"/>
                </a:endParaRPr>
              </a:p>
              <a:p>
                <a:endParaRPr lang="en-US" dirty="0">
                  <a:latin typeface="Cambria Math" panose="02040503050406030204" pitchFamily="18" charset="0"/>
                  <a:ea typeface="Cambria Math" panose="02040503050406030204" pitchFamily="18" charset="0"/>
                </a:endParaRPr>
              </a:p>
              <a:p>
                <a14:m>
                  <m:oMath xmlns:m="http://schemas.openxmlformats.org/officeDocument/2006/math">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θ</m:t>
                            </m:r>
                          </m:e>
                          <m:sub>
                            <m:r>
                              <m:rPr>
                                <m:sty m:val="p"/>
                              </m:rPr>
                              <a:rPr lang="en-US">
                                <a:latin typeface="Cambria Math" panose="02040503050406030204" pitchFamily="18" charset="0"/>
                                <a:ea typeface="Cambria Math" panose="02040503050406030204" pitchFamily="18" charset="0"/>
                              </a:rPr>
                              <m:t>o</m:t>
                            </m:r>
                          </m:sub>
                        </m:sSub>
                      </m:e>
                    </m:d>
                  </m:oMath>
                </a14:m>
                <a:r>
                  <a:rPr lang="en-US" dirty="0">
                    <a:latin typeface="Cambria Math" panose="02040503050406030204" pitchFamily="18" charset="0"/>
                    <a:ea typeface="Cambria Math" panose="02040503050406030204" pitchFamily="18" charset="0"/>
                  </a:rPr>
                  <a:t>= (360 ˚)[(0.1 s)/(1 s)] = 36˚. </a:t>
                </a:r>
              </a:p>
              <a:p>
                <a:endParaRPr lang="en-US" dirty="0">
                  <a:latin typeface="Cambria Math" panose="02040503050406030204" pitchFamily="18" charset="0"/>
                  <a:ea typeface="Cambria Math" panose="02040503050406030204" pitchFamily="18" charset="0"/>
                </a:endParaRPr>
              </a:p>
              <a:p>
                <a:r>
                  <a:rPr lang="en-US" dirty="0">
                    <a:latin typeface="Cambria Math" panose="02040503050406030204" pitchFamily="18" charset="0"/>
                    <a:ea typeface="Cambria Math" panose="02040503050406030204" pitchFamily="18" charset="0"/>
                  </a:rPr>
                  <a:t>The blue sinusoid lags red sinusoid by 36˚.</a:t>
                </a:r>
              </a:p>
              <a:p>
                <a:endParaRPr lang="en-US" i="1" dirty="0">
                  <a:latin typeface="Cambria Math" panose="02040503050406030204" pitchFamily="18" charset="0"/>
                </a:endParaRPr>
              </a:p>
              <a:p>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θ</m:t>
                        </m:r>
                      </m:e>
                      <m:sub>
                        <m:r>
                          <m:rPr>
                            <m:sty m:val="p"/>
                          </m:rPr>
                          <a:rPr lang="en-US">
                            <a:latin typeface="Cambria Math" panose="02040503050406030204" pitchFamily="18" charset="0"/>
                          </a:rPr>
                          <m:t>o</m:t>
                        </m:r>
                      </m:sub>
                    </m:sSub>
                  </m:oMath>
                </a14:m>
                <a:r>
                  <a:rPr lang="en-US" dirty="0"/>
                  <a:t>= -</a:t>
                </a:r>
                <a:r>
                  <a:rPr lang="en-US" dirty="0">
                    <a:latin typeface="Cambria Math" panose="02040503050406030204" pitchFamily="18" charset="0"/>
                    <a:ea typeface="Cambria Math" panose="02040503050406030204" pitchFamily="18" charset="0"/>
                  </a:rPr>
                  <a:t>36˚.</a:t>
                </a:r>
                <a:endParaRPr lang="en-US" dirty="0"/>
              </a:p>
              <a:p>
                <a:endParaRPr lang="en-US" dirty="0">
                  <a:latin typeface="Cambria Math" panose="02040503050406030204" pitchFamily="18" charset="0"/>
                  <a:ea typeface="Cambria Math" panose="02040503050406030204" pitchFamily="18" charset="0"/>
                </a:endParaRPr>
              </a:p>
              <a:p>
                <a:r>
                  <a:rPr lang="en-US" dirty="0">
                    <a:latin typeface="Cambria Math" panose="02040503050406030204" pitchFamily="18" charset="0"/>
                    <a:ea typeface="Cambria Math" panose="02040503050406030204" pitchFamily="18" charset="0"/>
                  </a:rPr>
                  <a:t> </a:t>
                </a:r>
                <a14:m>
                  <m:oMath xmlns:m="http://schemas.openxmlformats.org/officeDocument/2006/math">
                    <m:f>
                      <m:fPr>
                        <m:type m:val="lin"/>
                        <m:ctrlPr>
                          <a:rPr lang="en-US" i="1" smtClean="0">
                            <a:latin typeface="Cambria Math" panose="02040503050406030204" pitchFamily="18" charset="0"/>
                            <a:ea typeface="Cambria Math" panose="02040503050406030204" pitchFamily="18" charset="0"/>
                          </a:rPr>
                        </m:ctrlPr>
                      </m:fPr>
                      <m:num>
                        <m:r>
                          <m:rPr>
                            <m:nor/>
                          </m:rPr>
                          <a:rPr lang="en-US" b="0" i="0" smtClean="0">
                            <a:latin typeface="Cambria Math" panose="02040503050406030204" pitchFamily="18" charset="0"/>
                            <a:ea typeface="Cambria Math" panose="02040503050406030204" pitchFamily="18" charset="0"/>
                          </a:rPr>
                          <m:t>−</m:t>
                        </m:r>
                        <m:r>
                          <m:rPr>
                            <m:nor/>
                          </m:rPr>
                          <a:rPr lang="en-US" dirty="0">
                            <a:latin typeface="Cambria Math" panose="02040503050406030204" pitchFamily="18" charset="0"/>
                            <a:ea typeface="Cambria Math" panose="02040503050406030204" pitchFamily="18" charset="0"/>
                          </a:rPr>
                          <m:t>36˚</m:t>
                        </m:r>
                        <m:r>
                          <a:rPr lang="en-US" b="0" i="1" dirty="0" smtClean="0">
                            <a:latin typeface="Cambria Math" panose="02040503050406030204" pitchFamily="18" charset="0"/>
                            <a:ea typeface="Cambria Math" panose="02040503050406030204" pitchFamily="18" charset="0"/>
                          </a:rPr>
                          <m:t>=</m:t>
                        </m:r>
                        <m:d>
                          <m:dPr>
                            <m:ctrlPr>
                              <a:rPr lang="en-US" i="1" smtClean="0">
                                <a:latin typeface="Cambria Math" panose="02040503050406030204" pitchFamily="18" charset="0"/>
                                <a:ea typeface="Cambria Math" panose="02040503050406030204" pitchFamily="18" charset="0"/>
                              </a:rPr>
                            </m:ctrlPr>
                          </m:dPr>
                          <m:e>
                            <m:r>
                              <m:rPr>
                                <m:nor/>
                              </m:rPr>
                              <a:rPr lang="en-US" b="0" i="0" smtClean="0">
                                <a:latin typeface="Cambria Math" panose="02040503050406030204" pitchFamily="18" charset="0"/>
                                <a:ea typeface="Cambria Math" panose="02040503050406030204" pitchFamily="18" charset="0"/>
                              </a:rPr>
                              <m:t>−</m:t>
                            </m:r>
                            <m:r>
                              <m:rPr>
                                <m:nor/>
                              </m:rPr>
                              <a:rPr lang="en-US" dirty="0">
                                <a:latin typeface="Cambria Math" panose="02040503050406030204" pitchFamily="18" charset="0"/>
                                <a:ea typeface="Cambria Math" panose="02040503050406030204" pitchFamily="18" charset="0"/>
                              </a:rPr>
                              <m:t>36˚</m:t>
                            </m:r>
                          </m:e>
                        </m:d>
                        <m:d>
                          <m:dPr>
                            <m:ctrlPr>
                              <a:rPr lang="en-US" i="1" smtClean="0">
                                <a:latin typeface="Cambria Math" panose="02040503050406030204" pitchFamily="18" charset="0"/>
                                <a:ea typeface="Cambria Math" panose="02040503050406030204" pitchFamily="18" charset="0"/>
                              </a:rPr>
                            </m:ctrlPr>
                          </m:dPr>
                          <m:e>
                            <m:r>
                              <m:rPr>
                                <m:sty m:val="p"/>
                              </m:rPr>
                              <a:rPr lang="en-US" i="0" smtClean="0">
                                <a:latin typeface="Cambria Math" panose="02040503050406030204" pitchFamily="18" charset="0"/>
                                <a:ea typeface="Cambria Math" panose="02040503050406030204" pitchFamily="18" charset="0"/>
                              </a:rPr>
                              <m:t>π</m:t>
                            </m:r>
                            <m:r>
                              <a:rPr lang="en-US" b="0" i="1"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radians</m:t>
                            </m:r>
                          </m:e>
                        </m:d>
                      </m:num>
                      <m:den>
                        <m:r>
                          <a:rPr lang="en-US" b="0" i="1" smtClean="0">
                            <a:latin typeface="Cambria Math" panose="02040503050406030204" pitchFamily="18" charset="0"/>
                            <a:ea typeface="Cambria Math" panose="02040503050406030204" pitchFamily="18" charset="0"/>
                          </a:rPr>
                          <m:t>180°</m:t>
                        </m:r>
                      </m:den>
                    </m:f>
                    <m:r>
                      <a:rPr lang="en-US" b="0" i="1" smtClean="0">
                        <a:latin typeface="Cambria Math" panose="02040503050406030204" pitchFamily="18" charset="0"/>
                        <a:ea typeface="Cambria Math" panose="02040503050406030204" pitchFamily="18" charset="0"/>
                      </a:rPr>
                      <m:t>=</m:t>
                    </m:r>
                    <m:f>
                      <m:fPr>
                        <m:type m:val="lin"/>
                        <m:ctrlPr>
                          <a:rPr lang="en-US" b="0" i="1" smtClean="0">
                            <a:latin typeface="Cambria Math" panose="02040503050406030204" pitchFamily="18" charset="0"/>
                            <a:ea typeface="Cambria Math" panose="02040503050406030204" pitchFamily="18" charset="0"/>
                          </a:rPr>
                        </m:ctrlPr>
                      </m:fPr>
                      <m:num>
                        <m:r>
                          <a:rPr lang="en-US" b="0" i="0"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π</m:t>
                        </m:r>
                      </m:num>
                      <m:den>
                        <m:r>
                          <a:rPr lang="en-US" b="0" i="1" smtClean="0">
                            <a:latin typeface="Cambria Math" panose="02040503050406030204" pitchFamily="18" charset="0"/>
                            <a:ea typeface="Cambria Math" panose="02040503050406030204" pitchFamily="18" charset="0"/>
                          </a:rPr>
                          <m:t>5</m:t>
                        </m:r>
                      </m:den>
                    </m:f>
                  </m:oMath>
                </a14:m>
                <a:r>
                  <a:rPr lang="en-US" dirty="0">
                    <a:latin typeface="Cambria Math" panose="02040503050406030204" pitchFamily="18" charset="0"/>
                    <a:ea typeface="Cambria Math" panose="02040503050406030204" pitchFamily="18" charset="0"/>
                  </a:rPr>
                  <a:t> radians.</a:t>
                </a:r>
              </a:p>
            </p:txBody>
          </p:sp>
        </mc:Choice>
        <mc:Fallback xmlns="">
          <p:sp>
            <p:nvSpPr>
              <p:cNvPr id="7" name="Rectangle 6"/>
              <p:cNvSpPr>
                <a:spLocks noRot="1" noChangeAspect="1" noMove="1" noResize="1" noEditPoints="1" noAdjustHandles="1" noChangeArrowheads="1" noChangeShapeType="1" noTextEdit="1"/>
              </p:cNvSpPr>
              <p:nvPr/>
            </p:nvSpPr>
            <p:spPr>
              <a:xfrm>
                <a:off x="5478162" y="914308"/>
                <a:ext cx="6631458" cy="5682133"/>
              </a:xfrm>
              <a:prstGeom prst="rect">
                <a:avLst/>
              </a:prstGeom>
              <a:blipFill>
                <a:blip r:embed="rId2"/>
                <a:stretch>
                  <a:fillRect l="-456" b="-10202"/>
                </a:stretch>
              </a:blipFill>
            </p:spPr>
            <p:txBody>
              <a:bodyPr/>
              <a:lstStyle/>
              <a:p>
                <a:r>
                  <a:rPr lang="en-US">
                    <a:noFill/>
                  </a:rPr>
                  <a:t> </a:t>
                </a:r>
              </a:p>
            </p:txBody>
          </p:sp>
        </mc:Fallback>
      </mc:AlternateContent>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76" y="1474572"/>
            <a:ext cx="5389627" cy="4638418"/>
          </a:xfrm>
          <a:prstGeom prst="rect">
            <a:avLst/>
          </a:prstGeom>
        </p:spPr>
      </p:pic>
      <p:sp>
        <p:nvSpPr>
          <p:cNvPr id="5" name="TextBox 4">
            <a:extLst>
              <a:ext uri="{FF2B5EF4-FFF2-40B4-BE49-F238E27FC236}">
                <a16:creationId xmlns:a16="http://schemas.microsoft.com/office/drawing/2014/main" id="{DBA225CC-5DD3-4111-9C5C-62F4D625DFDF}"/>
              </a:ext>
            </a:extLst>
          </p:cNvPr>
          <p:cNvSpPr txBox="1"/>
          <p:nvPr/>
        </p:nvSpPr>
        <p:spPr>
          <a:xfrm>
            <a:off x="535459" y="4928973"/>
            <a:ext cx="2662652" cy="307777"/>
          </a:xfrm>
          <a:prstGeom prst="rect">
            <a:avLst/>
          </a:prstGeom>
          <a:noFill/>
        </p:spPr>
        <p:txBody>
          <a:bodyPr wrap="none" rtlCol="0">
            <a:spAutoFit/>
          </a:bodyPr>
          <a:lstStyle/>
          <a:p>
            <a:r>
              <a:rPr lang="en-US" sz="1400">
                <a:solidFill>
                  <a:srgbClr val="FF0000"/>
                </a:solidFill>
              </a:rPr>
              <a:t>Red Trace is the Reference Wave</a:t>
            </a:r>
          </a:p>
        </p:txBody>
      </p:sp>
    </p:spTree>
    <p:extLst>
      <p:ext uri="{BB962C8B-B14F-4D97-AF65-F5344CB8AC3E}">
        <p14:creationId xmlns:p14="http://schemas.microsoft.com/office/powerpoint/2010/main" val="39799448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6" end="6"/>
                                            </p:txEl>
                                          </p:spTgt>
                                        </p:tgtEl>
                                        <p:attrNameLst>
                                          <p:attrName>style.visibility</p:attrName>
                                        </p:attrNameLst>
                                      </p:cBhvr>
                                      <p:to>
                                        <p:strVal val="visible"/>
                                      </p:to>
                                    </p:set>
                                    <p:anim calcmode="lin" valueType="num">
                                      <p:cBhvr additive="base">
                                        <p:cTn id="7"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8" end="8"/>
                                            </p:txEl>
                                          </p:spTgt>
                                        </p:tgtEl>
                                        <p:attrNameLst>
                                          <p:attrName>style.visibility</p:attrName>
                                        </p:attrNameLst>
                                      </p:cBhvr>
                                      <p:to>
                                        <p:strVal val="visible"/>
                                      </p:to>
                                    </p:set>
                                    <p:anim calcmode="lin" valueType="num">
                                      <p:cBhvr additive="base">
                                        <p:cTn id="11"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8" end="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xEl>
                                              <p:pRg st="10" end="10"/>
                                            </p:txEl>
                                          </p:spTgt>
                                        </p:tgtEl>
                                        <p:attrNameLst>
                                          <p:attrName>style.visibility</p:attrName>
                                        </p:attrNameLst>
                                      </p:cBhvr>
                                      <p:to>
                                        <p:strVal val="visible"/>
                                      </p:to>
                                    </p:set>
                                    <p:anim calcmode="lin" valueType="num">
                                      <p:cBhvr additive="base">
                                        <p:cTn id="15" dur="500" fill="hold"/>
                                        <p:tgtEl>
                                          <p:spTgt spid="7">
                                            <p:txEl>
                                              <p:pRg st="10" end="1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
                                            <p:txEl>
                                              <p:pRg st="10" end="10"/>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7">
                                            <p:txEl>
                                              <p:pRg st="12" end="12"/>
                                            </p:txEl>
                                          </p:spTgt>
                                        </p:tgtEl>
                                        <p:attrNameLst>
                                          <p:attrName>style.visibility</p:attrName>
                                        </p:attrNameLst>
                                      </p:cBhvr>
                                      <p:to>
                                        <p:strVal val="visible"/>
                                      </p:to>
                                    </p:set>
                                    <p:anim calcmode="lin" valueType="num">
                                      <p:cBhvr additive="base">
                                        <p:cTn id="19" dur="500" fill="hold"/>
                                        <p:tgtEl>
                                          <p:spTgt spid="7">
                                            <p:txEl>
                                              <p:pRg st="12" end="1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xEl>
                                              <p:pRg st="14" end="14"/>
                                            </p:txEl>
                                          </p:spTgt>
                                        </p:tgtEl>
                                        <p:attrNameLst>
                                          <p:attrName>style.visibility</p:attrName>
                                        </p:attrNameLst>
                                      </p:cBhvr>
                                      <p:to>
                                        <p:strVal val="visible"/>
                                      </p:to>
                                    </p:set>
                                    <p:anim calcmode="lin" valueType="num">
                                      <p:cBhvr additive="base">
                                        <p:cTn id="25" dur="500" fill="hold"/>
                                        <p:tgtEl>
                                          <p:spTgt spid="7">
                                            <p:txEl>
                                              <p:pRg st="14" end="1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Rectangle 6"/>
              <p:cNvSpPr/>
              <p:nvPr/>
            </p:nvSpPr>
            <p:spPr>
              <a:xfrm>
                <a:off x="95959" y="682900"/>
                <a:ext cx="11912952" cy="578113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286000" marR="0" lvl="5"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y</m:t>
                      </m:r>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x</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t</m:t>
                          </m:r>
                        </m:e>
                      </m:d>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Acos</m:t>
                      </m:r>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πt</m:t>
                              </m:r>
                            </m:num>
                            <m:den>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T</m:t>
                              </m:r>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πx</m:t>
                              </m:r>
                            </m:num>
                            <m:den>
                              <m:r>
                                <m:rPr>
                                  <m:sty m:val="p"/>
                                </m:rPr>
                                <a:rPr kumimoji="0" lang="el-GR"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λ</m:t>
                              </m:r>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θ</m:t>
                              </m:r>
                            </m:e>
                            <m: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0</m:t>
                              </m:r>
                            </m:sub>
                          </m:sSub>
                        </m:e>
                      </m:d>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oMath>
                  </m:oMathPara>
                </a14:m>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where A is the amplitude, T is the time period, </a:t>
                </a:r>
                <a:r>
                  <a:rPr kumimoji="0" lang="el-GR"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λ</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is the spatial wavelength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and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θ</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is the reference phase.</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a:t>
                </a:r>
                <a14:m>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y</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x</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t</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varies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both</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with</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time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t</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and</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distance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x</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oMath>
                </a14:m>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285750" indent="-285750" algn="just">
                  <a:buFont typeface="Arial" panose="020B0604020202020204" pitchFamily="34" charset="0"/>
                  <a:buChar char="•"/>
                  <a:defRPr/>
                </a:pPr>
                <a:r>
                  <a:rPr lang="en-US" dirty="0">
                    <a:solidFill>
                      <a:srgbClr val="FF0000"/>
                    </a:solidFill>
                    <a:latin typeface="Cambria Math" panose="02040503050406030204" pitchFamily="18" charset="0"/>
                    <a:ea typeface="Cambria Math" panose="02040503050406030204" pitchFamily="18" charset="0"/>
                  </a:rPr>
                  <a:t>The sign of distance term, x or z of a traveling wave is opposite to the </a:t>
                </a:r>
              </a:p>
              <a:p>
                <a:pPr algn="just">
                  <a:defRPr/>
                </a:pPr>
                <a:r>
                  <a:rPr lang="en-US" dirty="0">
                    <a:solidFill>
                      <a:srgbClr val="FF0000"/>
                    </a:solidFill>
                    <a:latin typeface="Cambria Math" panose="02040503050406030204" pitchFamily="18" charset="0"/>
                    <a:ea typeface="Cambria Math" panose="02040503050406030204" pitchFamily="18" charset="0"/>
                  </a:rPr>
                  <a:t>direction of travel.</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The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period</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represents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the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time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required</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to</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complete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a</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waveform</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cycle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oMath>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rPr>
                        <m:t>with</m:t>
                      </m:r>
                      <m: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rPr>
                        <m:t>units</m:t>
                      </m:r>
                      <m: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rPr>
                        <m:t>of</m:t>
                      </m:r>
                      <m:f>
                        <m:fPr>
                          <m:type m:val="lin"/>
                          <m:ctrlPr>
                            <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rPr>
                            <m:t>seconds</m:t>
                          </m:r>
                        </m:num>
                        <m:den>
                          <m:r>
                            <m:rPr>
                              <m:sty m:val="p"/>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rPr>
                            <m:t>cycle</m:t>
                          </m:r>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is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equal</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to</m:t>
                      </m:r>
                      <m:f>
                        <m:fPr>
                          <m:type m:val="li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f</m:t>
                          </m:r>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where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f</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is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frequency</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in</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Hz</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The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wavelength</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λ</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is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the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length</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corresponding</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to</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a</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complete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waveform</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cycle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with</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oMath>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m:rPr>
                        <m:sty m:val="p"/>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mn-ea"/>
                        <a:cs typeface="+mn-cs"/>
                      </a:rPr>
                      <m:t>units</m:t>
                    </m:r>
                    <m: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mn-ea"/>
                        <a:cs typeface="+mn-cs"/>
                      </a:rPr>
                      <m:t>of</m:t>
                    </m:r>
                    <m:f>
                      <m:fPr>
                        <m:type m:val="lin"/>
                        <m:ctrlPr>
                          <a:rPr kumimoji="0" lang="en-US" sz="1800" b="0" i="1" u="none" strike="noStrike" kern="1200" cap="none" spc="0" normalizeH="0" baseline="0" noProof="0" dirty="0" smtClean="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mn-ea"/>
                            <a:cs typeface="+mn-cs"/>
                          </a:rPr>
                          <m:t>meters</m:t>
                        </m:r>
                      </m:num>
                      <m:den>
                        <m:r>
                          <m:rPr>
                            <m:sty m:val="p"/>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mn-ea"/>
                            <a:cs typeface="+mn-cs"/>
                          </a:rPr>
                          <m:t>cycle</m:t>
                        </m:r>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λ</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rPr>
                  <a:t>increases with increasing waveform (phase) velocity </a:t>
                </a:r>
                <a14:m>
                  <m:oMath xmlns:m="http://schemas.openxmlformats.org/officeDocument/2006/math">
                    <m:sSub>
                      <m:sSubPr>
                        <m:ctrlPr>
                          <a:rPr kumimoji="0" lang="en-US" sz="1800" b="0" i="1" u="none" strike="noStrike" kern="1200" cap="none" spc="0" normalizeH="0" baseline="0" noProof="0" dirty="0" smtClean="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mn-ea"/>
                            <a:cs typeface="+mn-cs"/>
                          </a:rPr>
                          <m:t>u</m:t>
                        </m:r>
                      </m:e>
                      <m:sub>
                        <m:r>
                          <m:rPr>
                            <m:sty m:val="p"/>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rPr>
                          <m:t>p</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rPr>
                  <a:t>.</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endParaRPr>
              </a:p>
              <a:p>
                <a:pPr marL="457200" marR="0" lvl="1"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λ</m:t>
                          </m:r>
                        </m:num>
                        <m:den>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T</m:t>
                          </m:r>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f>
                                <m:fPr>
                                  <m:type m:val="lin"/>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meters</m:t>
                                  </m:r>
                                </m:num>
                                <m:den>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cycle</m:t>
                                  </m:r>
                                </m:den>
                              </m:f>
                            </m:e>
                          </m:d>
                        </m:num>
                        <m:den>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f>
                                <m:fPr>
                                  <m:type m:val="lin"/>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seconds</m:t>
                                  </m:r>
                                </m:num>
                                <m:den>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cycle</m:t>
                                  </m:r>
                                </m:den>
                              </m:f>
                            </m:e>
                          </m:d>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meters</m:t>
                          </m:r>
                        </m:num>
                        <m:den>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second</m:t>
                          </m:r>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which</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is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a</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velocity</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Hence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the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waveform</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phase</m:t>
                          </m:r>
                        </m:e>
                      </m:d>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velocity</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sSub>
                        <m:sSubPr>
                          <m:ctrlPr>
                            <a:rPr kumimoji="0" lang="en-US" sz="1800" b="0" i="1" u="none" strike="noStrike" kern="1200" cap="none" spc="0" normalizeH="0" baseline="0" noProof="0" dirty="0" smtClean="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mn-ea"/>
                              <a:cs typeface="+mn-cs"/>
                            </a:rPr>
                            <m:t>u</m:t>
                          </m:r>
                        </m:e>
                        <m:sub>
                          <m:r>
                            <m:rPr>
                              <m:sty m:val="p"/>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rPr>
                            <m:t>p</m:t>
                          </m:r>
                        </m:sub>
                      </m:sSub>
                      <m: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mn-ea"/>
                              <a:cs typeface="+mn-cs"/>
                            </a:rPr>
                          </m:ctrlPr>
                        </m:fPr>
                        <m:num>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λ</m:t>
                          </m:r>
                        </m:num>
                        <m:den>
                          <m:r>
                            <m:rPr>
                              <m:sty m:val="p"/>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rPr>
                            <m:t>T</m:t>
                          </m:r>
                        </m:den>
                      </m:f>
                      <m: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rPr>
                        <m:t>=</m:t>
                      </m:r>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λ</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f</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m:t>
                          </m:r>
                        </m:num>
                        <m:den>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s</m:t>
                          </m:r>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endParaRPr>
              </a:p>
              <a:p>
                <a:pPr marL="457200" marR="0" lvl="1"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endParaRP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sSub>
                      <m:sSubPr>
                        <m:ctrlPr>
                          <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rPr>
                          <m:t>u</m:t>
                        </m:r>
                      </m:e>
                      <m:sub>
                        <m:r>
                          <m:rPr>
                            <m:sty m:val="p"/>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rPr>
                          <m:t>p</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rPr>
                  <a:t> is termed phase velocity because it is the velocity of a fixed phase point.</a:t>
                </a:r>
              </a:p>
            </p:txBody>
          </p:sp>
        </mc:Choice>
        <mc:Fallback xmlns="">
          <p:sp>
            <p:nvSpPr>
              <p:cNvPr id="7" name="Rectangle 6"/>
              <p:cNvSpPr>
                <a:spLocks noRot="1" noChangeAspect="1" noMove="1" noResize="1" noEditPoints="1" noAdjustHandles="1" noChangeArrowheads="1" noChangeShapeType="1" noTextEdit="1"/>
              </p:cNvSpPr>
              <p:nvPr/>
            </p:nvSpPr>
            <p:spPr>
              <a:xfrm>
                <a:off x="95959" y="682900"/>
                <a:ext cx="11912952" cy="5781134"/>
              </a:xfrm>
              <a:prstGeom prst="rect">
                <a:avLst/>
              </a:prstGeom>
              <a:blipFill>
                <a:blip r:embed="rId2"/>
                <a:stretch>
                  <a:fillRect l="-255"/>
                </a:stretch>
              </a:blipFill>
            </p:spPr>
            <p:txBody>
              <a:bodyPr/>
              <a:lstStyle/>
              <a:p>
                <a:r>
                  <a:rPr lang="en-US">
                    <a:noFill/>
                  </a:rPr>
                  <a:t> </a:t>
                </a:r>
              </a:p>
            </p:txBody>
          </p:sp>
        </mc:Fallback>
      </mc:AlternateContent>
      <p:sp>
        <p:nvSpPr>
          <p:cNvPr id="16" name="Even and Odd Functions (Symmetry)"/>
          <p:cNvSpPr txBox="1">
            <a:spLocks/>
          </p:cNvSpPr>
          <p:nvPr/>
        </p:nvSpPr>
        <p:spPr bwMode="white">
          <a:xfrm>
            <a:off x="287805" y="36528"/>
            <a:ext cx="11615350" cy="498598"/>
          </a:xfrm>
          <a:prstGeom prst="rect">
            <a:avLst/>
          </a:prstGeom>
        </p:spPr>
        <p:txBody>
          <a:bodyPr vert="horz" wrap="square" lIns="0" tIns="0" rIns="0" bIns="0" rtlCol="0" anchor="t">
            <a:spAutoFit/>
          </a:bodyPr>
          <a:lstStyle>
            <a:lvl1pPr algn="l" defTabSz="914363" rtl="0" eaLnBrk="1" latinLnBrk="0" hangingPunct="1">
              <a:lnSpc>
                <a:spcPct val="90000"/>
              </a:lnSpc>
              <a:spcBef>
                <a:spcPct val="0"/>
              </a:spcBef>
              <a:buNone/>
              <a:defRPr lang="en-US" sz="4800" b="0" kern="1200" cap="none" spc="-150"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a:lstStyle>
          <a:p>
            <a:pPr marL="0" marR="0" lvl="0" indent="0" algn="ctr" defTabSz="914363"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150" normalizeH="0" baseline="0" noProof="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uLnTx/>
                <a:uFillTx/>
                <a:latin typeface="Cambria" panose="02040503050406030204"/>
                <a:ea typeface="+mn-ea"/>
                <a:cs typeface="Arial" charset="0"/>
              </a:rPr>
              <a:t>Traveling Sinusoidal Wave in a Lossless Medium</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19504" y="792220"/>
            <a:ext cx="3577014" cy="2995976"/>
          </a:xfrm>
          <a:prstGeom prst="rect">
            <a:avLst/>
          </a:prstGeom>
        </p:spPr>
      </p:pic>
    </p:spTree>
    <p:extLst>
      <p:ext uri="{BB962C8B-B14F-4D97-AF65-F5344CB8AC3E}">
        <p14:creationId xmlns:p14="http://schemas.microsoft.com/office/powerpoint/2010/main" val="4034951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9" end="9"/>
                                            </p:txEl>
                                          </p:spTgt>
                                        </p:tgtEl>
                                        <p:attrNameLst>
                                          <p:attrName>style.visibility</p:attrName>
                                        </p:attrNameLst>
                                      </p:cBhvr>
                                      <p:to>
                                        <p:strVal val="visible"/>
                                      </p:to>
                                    </p:set>
                                    <p:anim calcmode="lin" valueType="num">
                                      <p:cBhvr additive="base">
                                        <p:cTn id="7"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9" end="9"/>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10" end="10"/>
                                            </p:txEl>
                                          </p:spTgt>
                                        </p:tgtEl>
                                        <p:attrNameLst>
                                          <p:attrName>style.visibility</p:attrName>
                                        </p:attrNameLst>
                                      </p:cBhvr>
                                      <p:to>
                                        <p:strVal val="visible"/>
                                      </p:to>
                                    </p:set>
                                    <p:anim calcmode="lin" valueType="num">
                                      <p:cBhvr additive="base">
                                        <p:cTn id="11" dur="500" fill="hold"/>
                                        <p:tgtEl>
                                          <p:spTgt spid="7">
                                            <p:txEl>
                                              <p:pRg st="10" end="1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xEl>
                                              <p:pRg st="12" end="12"/>
                                            </p:txEl>
                                          </p:spTgt>
                                        </p:tgtEl>
                                        <p:attrNameLst>
                                          <p:attrName>style.visibility</p:attrName>
                                        </p:attrNameLst>
                                      </p:cBhvr>
                                      <p:to>
                                        <p:strVal val="visible"/>
                                      </p:to>
                                    </p:set>
                                    <p:anim calcmode="lin" valueType="num">
                                      <p:cBhvr additive="base">
                                        <p:cTn id="17" dur="500" fill="hold"/>
                                        <p:tgtEl>
                                          <p:spTgt spid="7">
                                            <p:txEl>
                                              <p:pRg st="12" end="1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txEl>
                                              <p:pRg st="12" end="1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7">
                                            <p:txEl>
                                              <p:pRg st="13" end="13"/>
                                            </p:txEl>
                                          </p:spTgt>
                                        </p:tgtEl>
                                        <p:attrNameLst>
                                          <p:attrName>style.visibility</p:attrName>
                                        </p:attrNameLst>
                                      </p:cBhvr>
                                      <p:to>
                                        <p:strVal val="visible"/>
                                      </p:to>
                                    </p:set>
                                    <p:anim calcmode="lin" valueType="num">
                                      <p:cBhvr additive="base">
                                        <p:cTn id="21" dur="500" fill="hold"/>
                                        <p:tgtEl>
                                          <p:spTgt spid="7">
                                            <p:txEl>
                                              <p:pRg st="13" end="1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7">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7">
                                            <p:txEl>
                                              <p:pRg st="15" end="15"/>
                                            </p:txEl>
                                          </p:spTgt>
                                        </p:tgtEl>
                                        <p:attrNameLst>
                                          <p:attrName>style.visibility</p:attrName>
                                        </p:attrNameLst>
                                      </p:cBhvr>
                                      <p:to>
                                        <p:strVal val="visible"/>
                                      </p:to>
                                    </p:set>
                                    <p:anim calcmode="lin" valueType="num">
                                      <p:cBhvr additive="base">
                                        <p:cTn id="27" dur="500" fill="hold"/>
                                        <p:tgtEl>
                                          <p:spTgt spid="7">
                                            <p:txEl>
                                              <p:pRg st="15" end="1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7">
                                            <p:txEl>
                                              <p:pRg st="17" end="17"/>
                                            </p:txEl>
                                          </p:spTgt>
                                        </p:tgtEl>
                                        <p:attrNameLst>
                                          <p:attrName>style.visibility</p:attrName>
                                        </p:attrNameLst>
                                      </p:cBhvr>
                                      <p:to>
                                        <p:strVal val="visible"/>
                                      </p:to>
                                    </p:set>
                                    <p:anim calcmode="lin" valueType="num">
                                      <p:cBhvr additive="base">
                                        <p:cTn id="33" dur="500" fill="hold"/>
                                        <p:tgtEl>
                                          <p:spTgt spid="7">
                                            <p:txEl>
                                              <p:pRg st="17" end="1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7">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Rectangle 6"/>
              <p:cNvSpPr/>
              <p:nvPr/>
            </p:nvSpPr>
            <p:spPr>
              <a:xfrm>
                <a:off x="70792" y="750012"/>
                <a:ext cx="11912952" cy="602594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rPr>
                  <a:t>Traveling sinusoidal wave is a lossless medium is given as follows: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y</m:t>
                      </m:r>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x</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t</m:t>
                          </m:r>
                        </m:e>
                      </m:d>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Acos</m:t>
                      </m:r>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m:t>
                              </m:r>
                            </m:e>
                          </m:d>
                          <m:r>
                            <m:rPr>
                              <m:nor/>
                            </m:rP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m:t> </m:t>
                          </m:r>
                        </m:e>
                      </m:d>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where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x</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t</m:t>
                          </m:r>
                        </m:e>
                      </m:d>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πt</m:t>
                              </m:r>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T</m:t>
                              </m:r>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πx</m:t>
                              </m:r>
                            </m:num>
                            <m:den>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λ</m:t>
                              </m:r>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θ</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e>
                      </m:d>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radians</m:t>
                          </m:r>
                        </m:e>
                      </m:d>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m:t>
                        </m:r>
                      </m:e>
                    </m:d>
                  </m:oMath>
                </a14:m>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is termed the </a:t>
                </a:r>
                <a:r>
                  <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phase</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of the wave, not to be confused with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θ</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the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reference phase </a:t>
                </a:r>
                <a14:m>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θ</m:t>
                        </m:r>
                      </m:e>
                      <m: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0</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y</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x</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t</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Acos</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πt</m:t>
                            </m:r>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T</m:t>
                            </m:r>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πx</m:t>
                            </m:r>
                          </m:num>
                          <m:den>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λ</m:t>
                            </m:r>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θ</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e>
                    </m:d>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To maintain a fixed point on the traveling  wave</a:t>
                </a: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πt</m:t>
                        </m:r>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T</m:t>
                        </m:r>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πx</m:t>
                        </m:r>
                      </m:num>
                      <m:den>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λ</m:t>
                        </m:r>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constant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Therefore, an increasing x is necessary to maintain a constant </a:t>
                </a: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πt</m:t>
                        </m:r>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T</m:t>
                        </m:r>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πx</m:t>
                        </m:r>
                      </m:num>
                      <m:den>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λ</m:t>
                        </m:r>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with increasing time t. Consequently, a negative distance term in the argument of a traveling results in a wave traveling in the positive x direction.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To maintain a fixed point on the traveling  wave </a:t>
                </a:r>
                <a14:m>
                  <m:oMath xmlns:m="http://schemas.openxmlformats.org/officeDocument/2006/math">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πt</m:t>
                        </m:r>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T</m:t>
                        </m:r>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πx</m:t>
                        </m:r>
                      </m:num>
                      <m:den>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λ</m:t>
                        </m:r>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constant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Therefore, a decreasing x is necessary to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maintain constant </a:t>
                </a:r>
                <a14:m>
                  <m:oMath xmlns:m="http://schemas.openxmlformats.org/officeDocument/2006/math">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πt</m:t>
                        </m:r>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T</m:t>
                        </m:r>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πx</m:t>
                        </m:r>
                      </m:num>
                      <m:den>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λ</m:t>
                        </m:r>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with increasing time t. Consequently, a positive distance term in the argument of a traveling results in a wave traveling in the negative x direction.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Subtraction of the distance term in the waveform argument corresponds to a forward traveling wave, whereas addition of the distance term in the argument corresponds to a backward traveling wave</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r>
              </a:p>
            </p:txBody>
          </p:sp>
        </mc:Choice>
        <mc:Fallback xmlns="">
          <p:sp>
            <p:nvSpPr>
              <p:cNvPr id="7" name="Rectangle 6"/>
              <p:cNvSpPr>
                <a:spLocks noRot="1" noChangeAspect="1" noMove="1" noResize="1" noEditPoints="1" noAdjustHandles="1" noChangeArrowheads="1" noChangeShapeType="1" noTextEdit="1"/>
              </p:cNvSpPr>
              <p:nvPr/>
            </p:nvSpPr>
            <p:spPr>
              <a:xfrm>
                <a:off x="70792" y="750012"/>
                <a:ext cx="11912952" cy="6025945"/>
              </a:xfrm>
              <a:prstGeom prst="rect">
                <a:avLst/>
              </a:prstGeom>
              <a:blipFill>
                <a:blip r:embed="rId2"/>
                <a:stretch>
                  <a:fillRect l="-255" t="-200"/>
                </a:stretch>
              </a:blipFill>
            </p:spPr>
            <p:txBody>
              <a:bodyPr/>
              <a:lstStyle/>
              <a:p>
                <a:r>
                  <a:rPr lang="en-US">
                    <a:noFill/>
                  </a:rPr>
                  <a:t> </a:t>
                </a:r>
              </a:p>
            </p:txBody>
          </p:sp>
        </mc:Fallback>
      </mc:AlternateContent>
      <p:sp>
        <p:nvSpPr>
          <p:cNvPr id="16" name="Even and Odd Functions (Symmetry)"/>
          <p:cNvSpPr txBox="1">
            <a:spLocks/>
          </p:cNvSpPr>
          <p:nvPr/>
        </p:nvSpPr>
        <p:spPr bwMode="white">
          <a:xfrm>
            <a:off x="418455" y="86468"/>
            <a:ext cx="11355089" cy="498598"/>
          </a:xfrm>
          <a:prstGeom prst="rect">
            <a:avLst/>
          </a:prstGeom>
        </p:spPr>
        <p:txBody>
          <a:bodyPr vert="horz" wrap="square" lIns="0" tIns="0" rIns="0" bIns="0" rtlCol="0" anchor="t">
            <a:spAutoFit/>
          </a:bodyPr>
          <a:lstStyle>
            <a:lvl1pPr algn="l" defTabSz="914363" rtl="0" eaLnBrk="1" latinLnBrk="0" hangingPunct="1">
              <a:lnSpc>
                <a:spcPct val="90000"/>
              </a:lnSpc>
              <a:spcBef>
                <a:spcPct val="0"/>
              </a:spcBef>
              <a:buNone/>
              <a:defRPr lang="en-US" sz="4800" b="0" kern="1200" cap="none" spc="-150"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a:lstStyle>
          <a:p>
            <a:pPr marL="0" marR="0" lvl="0" indent="0" algn="ctr" defTabSz="914363"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150" normalizeH="0" baseline="0" noProof="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uLnTx/>
                <a:uFillTx/>
                <a:latin typeface="Cambria" panose="02040503050406030204"/>
                <a:ea typeface="+mn-ea"/>
                <a:cs typeface="Arial" charset="0"/>
              </a:rPr>
              <a:t>Traveling Sinusoidal Wave in a Lossless Medium (Continued)</a:t>
            </a:r>
          </a:p>
        </p:txBody>
      </p:sp>
      <p:pic>
        <p:nvPicPr>
          <p:cNvPr id="2" name="Picture 1">
            <a:extLst>
              <a:ext uri="{FF2B5EF4-FFF2-40B4-BE49-F238E27FC236}">
                <a16:creationId xmlns:a16="http://schemas.microsoft.com/office/drawing/2014/main" id="{09E2EA81-834B-0446-F9C5-AE5ED2FF01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34160" y="779040"/>
            <a:ext cx="3577014" cy="2995976"/>
          </a:xfrm>
          <a:prstGeom prst="rect">
            <a:avLst/>
          </a:prstGeom>
        </p:spPr>
      </p:pic>
    </p:spTree>
    <p:extLst>
      <p:ext uri="{BB962C8B-B14F-4D97-AF65-F5344CB8AC3E}">
        <p14:creationId xmlns:p14="http://schemas.microsoft.com/office/powerpoint/2010/main" val="15311059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7" end="7"/>
                                            </p:txEl>
                                          </p:spTgt>
                                        </p:tgtEl>
                                        <p:attrNameLst>
                                          <p:attrName>style.visibility</p:attrName>
                                        </p:attrNameLst>
                                      </p:cBhvr>
                                      <p:to>
                                        <p:strVal val="visible"/>
                                      </p:to>
                                    </p:set>
                                    <p:anim calcmode="lin" valueType="num">
                                      <p:cBhvr additive="base">
                                        <p:cTn id="7"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8" end="8"/>
                                            </p:txEl>
                                          </p:spTgt>
                                        </p:tgtEl>
                                        <p:attrNameLst>
                                          <p:attrName>style.visibility</p:attrName>
                                        </p:attrNameLst>
                                      </p:cBhvr>
                                      <p:to>
                                        <p:strVal val="visible"/>
                                      </p:to>
                                    </p:set>
                                    <p:anim calcmode="lin" valueType="num">
                                      <p:cBhvr additive="base">
                                        <p:cTn id="11"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8" end="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xEl>
                                              <p:pRg st="9" end="9"/>
                                            </p:txEl>
                                          </p:spTgt>
                                        </p:tgtEl>
                                        <p:attrNameLst>
                                          <p:attrName>style.visibility</p:attrName>
                                        </p:attrNameLst>
                                      </p:cBhvr>
                                      <p:to>
                                        <p:strVal val="visible"/>
                                      </p:to>
                                    </p:set>
                                    <p:anim calcmode="lin" valueType="num">
                                      <p:cBhvr additive="base">
                                        <p:cTn id="15"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7">
                                            <p:txEl>
                                              <p:pRg st="11" end="11"/>
                                            </p:txEl>
                                          </p:spTgt>
                                        </p:tgtEl>
                                        <p:attrNameLst>
                                          <p:attrName>style.visibility</p:attrName>
                                        </p:attrNameLst>
                                      </p:cBhvr>
                                      <p:to>
                                        <p:strVal val="visible"/>
                                      </p:to>
                                    </p:set>
                                    <p:anim calcmode="lin" valueType="num">
                                      <p:cBhvr additive="base">
                                        <p:cTn id="21" dur="500" fill="hold"/>
                                        <p:tgtEl>
                                          <p:spTgt spid="7">
                                            <p:txEl>
                                              <p:pRg st="11" end="1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7">
                                            <p:txEl>
                                              <p:pRg st="11" end="11"/>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7">
                                            <p:txEl>
                                              <p:pRg st="12" end="12"/>
                                            </p:txEl>
                                          </p:spTgt>
                                        </p:tgtEl>
                                        <p:attrNameLst>
                                          <p:attrName>style.visibility</p:attrName>
                                        </p:attrNameLst>
                                      </p:cBhvr>
                                      <p:to>
                                        <p:strVal val="visible"/>
                                      </p:to>
                                    </p:set>
                                    <p:anim calcmode="lin" valueType="num">
                                      <p:cBhvr additive="base">
                                        <p:cTn id="25" dur="500" fill="hold"/>
                                        <p:tgtEl>
                                          <p:spTgt spid="7">
                                            <p:txEl>
                                              <p:pRg st="12" end="1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
                                            <p:txEl>
                                              <p:pRg st="14" end="14"/>
                                            </p:txEl>
                                          </p:spTgt>
                                        </p:tgtEl>
                                        <p:attrNameLst>
                                          <p:attrName>style.visibility</p:attrName>
                                        </p:attrNameLst>
                                      </p:cBhvr>
                                      <p:to>
                                        <p:strVal val="visible"/>
                                      </p:to>
                                    </p:set>
                                    <p:anim calcmode="lin" valueType="num">
                                      <p:cBhvr additive="base">
                                        <p:cTn id="31" dur="500" fill="hold"/>
                                        <p:tgtEl>
                                          <p:spTgt spid="7">
                                            <p:txEl>
                                              <p:pRg st="14" end="1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2466975" y="138629"/>
            <a:ext cx="6564268" cy="553998"/>
          </a:xfrm>
        </p:spPr>
        <p:txBody>
          <a:bodyPr/>
          <a:lstStyle/>
          <a:p>
            <a:pPr algn="ctr"/>
            <a:r>
              <a:rPr lang="en-US" sz="4000"/>
              <a:t>Wave Propagation</a:t>
            </a:r>
          </a:p>
        </p:txBody>
      </p:sp>
      <p:sp>
        <p:nvSpPr>
          <p:cNvPr id="7" name="Rectangle 6"/>
          <p:cNvSpPr/>
          <p:nvPr/>
        </p:nvSpPr>
        <p:spPr>
          <a:xfrm>
            <a:off x="290867" y="1298647"/>
            <a:ext cx="11655662" cy="507831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a:buFont typeface="Arial" panose="020B0604020202020204" pitchFamily="34" charset="0"/>
              <a:buChar char="•"/>
            </a:pPr>
            <a:r>
              <a:rPr lang="en-US">
                <a:latin typeface="Cambria Math" panose="02040503050406030204" pitchFamily="18" charset="0"/>
                <a:ea typeface="Cambria Math" panose="02040503050406030204" pitchFamily="18" charset="0"/>
              </a:rPr>
              <a:t>AC current propagation along a transmission line, somewhat analogous to a marble track.</a:t>
            </a:r>
          </a:p>
          <a:p>
            <a:pPr marL="285750" indent="-285750">
              <a:buFont typeface="Arial" panose="020B0604020202020204" pitchFamily="34" charset="0"/>
              <a:buChar char="•"/>
            </a:pPr>
            <a:endParaRPr lang="en-US">
              <a:latin typeface="Cambria Math" panose="02040503050406030204" pitchFamily="18" charset="0"/>
              <a:ea typeface="Cambria Math" panose="02040503050406030204" pitchFamily="18" charset="0"/>
            </a:endParaRPr>
          </a:p>
          <a:p>
            <a:endParaRPr lang="en-US">
              <a:latin typeface="Cambria Math" panose="02040503050406030204" pitchFamily="18" charset="0"/>
              <a:ea typeface="Cambria Math" panose="02040503050406030204" pitchFamily="18" charset="0"/>
            </a:endParaRPr>
          </a:p>
          <a:p>
            <a:endParaRPr lang="en-US">
              <a:latin typeface="Cambria Math" panose="02040503050406030204" pitchFamily="18" charset="0"/>
              <a:ea typeface="Cambria Math" panose="02040503050406030204" pitchFamily="18" charset="0"/>
            </a:endParaRPr>
          </a:p>
          <a:p>
            <a:endParaRPr lang="en-US">
              <a:latin typeface="Cambria Math" panose="02040503050406030204" pitchFamily="18" charset="0"/>
              <a:ea typeface="Cambria Math" panose="02040503050406030204" pitchFamily="18" charset="0"/>
            </a:endParaRPr>
          </a:p>
          <a:p>
            <a:endParaRPr lang="en-US">
              <a:latin typeface="Cambria Math" panose="02040503050406030204" pitchFamily="18" charset="0"/>
              <a:ea typeface="Cambria Math" panose="02040503050406030204" pitchFamily="18" charset="0"/>
            </a:endParaRPr>
          </a:p>
          <a:p>
            <a:endParaRPr lang="en-US">
              <a:latin typeface="Cambria Math" panose="02040503050406030204" pitchFamily="18" charset="0"/>
              <a:ea typeface="Cambria Math" panose="02040503050406030204" pitchFamily="18" charset="0"/>
            </a:endParaRPr>
          </a:p>
          <a:p>
            <a:endParaRPr lang="en-US">
              <a:latin typeface="Cambria Math" panose="02040503050406030204" pitchFamily="18" charset="0"/>
              <a:ea typeface="Cambria Math" panose="02040503050406030204" pitchFamily="18" charset="0"/>
            </a:endParaRPr>
          </a:p>
          <a:p>
            <a:endParaRPr lang="en-US">
              <a:latin typeface="Cambria Math" panose="02040503050406030204" pitchFamily="18" charset="0"/>
              <a:ea typeface="Cambria Math" panose="02040503050406030204" pitchFamily="18" charset="0"/>
            </a:endParaRPr>
          </a:p>
          <a:p>
            <a:endParaRPr lang="en-US">
              <a:latin typeface="Cambria Math" panose="02040503050406030204" pitchFamily="18" charset="0"/>
              <a:ea typeface="Cambria Math" panose="02040503050406030204" pitchFamily="18" charset="0"/>
            </a:endParaRPr>
          </a:p>
          <a:p>
            <a:endParaRPr lang="en-US">
              <a:latin typeface="Cambria Math" panose="02040503050406030204" pitchFamily="18" charset="0"/>
              <a:ea typeface="Cambria Math" panose="02040503050406030204" pitchFamily="18" charset="0"/>
            </a:endParaRPr>
          </a:p>
          <a:p>
            <a:endParaRPr lang="en-US">
              <a:latin typeface="Cambria Math" panose="02040503050406030204" pitchFamily="18" charset="0"/>
              <a:ea typeface="Cambria Math" panose="02040503050406030204" pitchFamily="18" charset="0"/>
            </a:endParaRPr>
          </a:p>
          <a:p>
            <a:endParaRPr lang="en-US">
              <a:latin typeface="Cambria Math" panose="02040503050406030204" pitchFamily="18" charset="0"/>
              <a:ea typeface="Cambria Math" panose="02040503050406030204" pitchFamily="18" charset="0"/>
            </a:endParaRPr>
          </a:p>
          <a:p>
            <a:endParaRPr lang="en-US">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a:latin typeface="Cambria Math" panose="02040503050406030204" pitchFamily="18" charset="0"/>
                <a:ea typeface="Cambria Math" panose="02040503050406030204" pitchFamily="18" charset="0"/>
              </a:rPr>
              <a:t>Individual marbles don’t move far, but resulting pressure wave travels fast and far.</a:t>
            </a:r>
          </a:p>
          <a:p>
            <a:pPr marL="285750" indent="-285750">
              <a:buFont typeface="Arial" panose="020B0604020202020204" pitchFamily="34" charset="0"/>
              <a:buChar char="•"/>
            </a:pPr>
            <a:endParaRPr lang="en-US">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a:latin typeface="Cambria Math" panose="02040503050406030204" pitchFamily="18" charset="0"/>
                <a:ea typeface="Cambria Math" panose="02040503050406030204" pitchFamily="18" charset="0"/>
              </a:rPr>
              <a:t>In an AC transmission line, individual electrons don’t move far, yet resulting wave propagation velocity can approach the speed of light.</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4379" y="1956689"/>
            <a:ext cx="6608637" cy="2944623"/>
          </a:xfrm>
          <a:prstGeom prst="rect">
            <a:avLst/>
          </a:prstGeom>
        </p:spPr>
      </p:pic>
    </p:spTree>
    <p:extLst>
      <p:ext uri="{BB962C8B-B14F-4D97-AF65-F5344CB8AC3E}">
        <p14:creationId xmlns:p14="http://schemas.microsoft.com/office/powerpoint/2010/main" val="6390152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16" end="16"/>
                                            </p:txEl>
                                          </p:spTgt>
                                        </p:tgtEl>
                                        <p:attrNameLst>
                                          <p:attrName>style.visibility</p:attrName>
                                        </p:attrNameLst>
                                      </p:cBhvr>
                                      <p:to>
                                        <p:strVal val="visible"/>
                                      </p:to>
                                    </p:set>
                                    <p:anim calcmode="lin" valueType="num">
                                      <p:cBhvr additive="base">
                                        <p:cTn id="7" dur="500" fill="hold"/>
                                        <p:tgtEl>
                                          <p:spTgt spid="7">
                                            <p:txEl>
                                              <p:pRg st="16" end="1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16" end="1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573094" y="0"/>
            <a:ext cx="11121080" cy="553998"/>
          </a:xfrm>
        </p:spPr>
        <p:txBody>
          <a:bodyPr/>
          <a:lstStyle/>
          <a:p>
            <a:pPr algn="ctr"/>
            <a:r>
              <a:rPr lang="en-US" sz="4000"/>
              <a:t>Formal Derivation of Phase Velocity of a Traveling Wave</a:t>
            </a:r>
          </a:p>
        </p:txBody>
      </p:sp>
      <mc:AlternateContent xmlns:mc="http://schemas.openxmlformats.org/markup-compatibility/2006" xmlns:a14="http://schemas.microsoft.com/office/drawing/2010/main">
        <mc:Choice Requires="a14">
          <p:sp>
            <p:nvSpPr>
              <p:cNvPr id="7" name="Rectangle 6"/>
              <p:cNvSpPr/>
              <p:nvPr/>
            </p:nvSpPr>
            <p:spPr>
              <a:xfrm>
                <a:off x="219075" y="687685"/>
                <a:ext cx="11753850" cy="599670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spcAft>
                    <a:spcPts val="1200"/>
                  </a:spcAft>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y</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x</m:t>
                          </m:r>
                          <m:r>
                            <a:rPr lang="en-US" b="0" i="0" smtClean="0">
                              <a:latin typeface="Cambria Math" panose="02040503050406030204" pitchFamily="18" charset="0"/>
                            </a:rPr>
                            <m:t>,</m:t>
                          </m:r>
                          <m:r>
                            <m:rPr>
                              <m:sty m:val="p"/>
                            </m:rPr>
                            <a:rPr lang="en-US" b="0" i="0" smtClean="0">
                              <a:latin typeface="Cambria Math" panose="02040503050406030204" pitchFamily="18" charset="0"/>
                            </a:rPr>
                            <m:t>t</m:t>
                          </m:r>
                        </m:e>
                      </m:d>
                      <m:r>
                        <a:rPr lang="en-US" b="0" i="0" smtClean="0">
                          <a:latin typeface="Cambria Math" panose="02040503050406030204" pitchFamily="18" charset="0"/>
                        </a:rPr>
                        <m:t>=</m:t>
                      </m:r>
                      <m:r>
                        <m:rPr>
                          <m:sty m:val="p"/>
                        </m:rPr>
                        <a:rPr lang="en-US" b="0" i="0" smtClean="0">
                          <a:latin typeface="Cambria Math" panose="02040503050406030204" pitchFamily="18" charset="0"/>
                        </a:rPr>
                        <m:t>Acos</m:t>
                      </m:r>
                      <m:d>
                        <m:dPr>
                          <m:ctrlPr>
                            <a:rPr lang="en-US" b="0" i="1" smtClean="0">
                              <a:latin typeface="Cambria Math" panose="02040503050406030204" pitchFamily="18" charset="0"/>
                            </a:rPr>
                          </m:ctrlPr>
                        </m:dPr>
                        <m:e>
                          <m:r>
                            <a:rPr lang="en-US">
                              <a:solidFill>
                                <a:srgbClr val="000000"/>
                              </a:solidFill>
                              <a:latin typeface="Cambria Math" panose="02040503050406030204" pitchFamily="18" charset="0"/>
                            </a:rPr>
                            <m:t>∅</m:t>
                          </m:r>
                          <m:d>
                            <m:dPr>
                              <m:ctrlPr>
                                <a:rPr lang="en-US" i="1">
                                  <a:solidFill>
                                    <a:srgbClr val="000000"/>
                                  </a:solidFill>
                                  <a:latin typeface="Cambria Math" panose="02040503050406030204" pitchFamily="18" charset="0"/>
                                  <a:ea typeface="Cambria Math" panose="02040503050406030204" pitchFamily="18" charset="0"/>
                                </a:rPr>
                              </m:ctrlPr>
                            </m:dPr>
                            <m:e>
                              <m:r>
                                <m:rPr>
                                  <m:sty m:val="p"/>
                                </m:rPr>
                                <a:rPr lang="en-US">
                                  <a:solidFill>
                                    <a:srgbClr val="000000"/>
                                  </a:solidFill>
                                  <a:latin typeface="Cambria Math" panose="02040503050406030204" pitchFamily="18" charset="0"/>
                                  <a:ea typeface="Cambria Math" panose="02040503050406030204" pitchFamily="18" charset="0"/>
                                </a:rPr>
                                <m:t>x</m:t>
                              </m:r>
                              <m:r>
                                <a:rPr lang="en-US">
                                  <a:solidFill>
                                    <a:srgbClr val="000000"/>
                                  </a:solidFill>
                                  <a:latin typeface="Cambria Math" panose="02040503050406030204" pitchFamily="18" charset="0"/>
                                  <a:ea typeface="Cambria Math" panose="02040503050406030204" pitchFamily="18" charset="0"/>
                                </a:rPr>
                                <m:t>,</m:t>
                              </m:r>
                              <m:r>
                                <m:rPr>
                                  <m:sty m:val="p"/>
                                </m:rPr>
                                <a:rPr lang="en-US">
                                  <a:solidFill>
                                    <a:srgbClr val="000000"/>
                                  </a:solidFill>
                                  <a:latin typeface="Cambria Math" panose="02040503050406030204" pitchFamily="18" charset="0"/>
                                  <a:ea typeface="Cambria Math" panose="02040503050406030204" pitchFamily="18" charset="0"/>
                                </a:rPr>
                                <m:t>t</m:t>
                              </m:r>
                            </m:e>
                          </m:d>
                        </m:e>
                      </m:d>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meters</m:t>
                          </m:r>
                        </m:e>
                      </m:d>
                      <m:r>
                        <a:rPr lang="en-US" b="0" i="0" smtClean="0">
                          <a:latin typeface="Cambria Math" panose="02040503050406030204" pitchFamily="18" charset="0"/>
                        </a:rPr>
                        <m:t>,</m:t>
                      </m:r>
                      <m:r>
                        <m:rPr>
                          <m:sty m:val="p"/>
                        </m:rPr>
                        <a:rPr lang="en-US">
                          <a:solidFill>
                            <a:srgbClr val="000000"/>
                          </a:solidFill>
                          <a:latin typeface="Cambria Math" panose="02040503050406030204" pitchFamily="18" charset="0"/>
                        </a:rPr>
                        <m:t>where</m:t>
                      </m:r>
                      <m:r>
                        <a:rPr lang="en-US">
                          <a:solidFill>
                            <a:srgbClr val="000000"/>
                          </a:solidFill>
                          <a:latin typeface="Cambria Math" panose="02040503050406030204" pitchFamily="18" charset="0"/>
                        </a:rPr>
                        <m:t> ∅</m:t>
                      </m:r>
                      <m:d>
                        <m:dPr>
                          <m:ctrlPr>
                            <a:rPr lang="en-US" i="1">
                              <a:solidFill>
                                <a:srgbClr val="000000"/>
                              </a:solidFill>
                              <a:latin typeface="Cambria Math" panose="02040503050406030204" pitchFamily="18" charset="0"/>
                              <a:ea typeface="Cambria Math" panose="02040503050406030204" pitchFamily="18" charset="0"/>
                            </a:rPr>
                          </m:ctrlPr>
                        </m:dPr>
                        <m:e>
                          <m:r>
                            <m:rPr>
                              <m:sty m:val="p"/>
                            </m:rPr>
                            <a:rPr lang="en-US">
                              <a:solidFill>
                                <a:srgbClr val="000000"/>
                              </a:solidFill>
                              <a:latin typeface="Cambria Math" panose="02040503050406030204" pitchFamily="18" charset="0"/>
                              <a:ea typeface="Cambria Math" panose="02040503050406030204" pitchFamily="18" charset="0"/>
                            </a:rPr>
                            <m:t>x</m:t>
                          </m:r>
                          <m:r>
                            <a:rPr lang="en-US">
                              <a:solidFill>
                                <a:srgbClr val="000000"/>
                              </a:solidFill>
                              <a:latin typeface="Cambria Math" panose="02040503050406030204" pitchFamily="18" charset="0"/>
                              <a:ea typeface="Cambria Math" panose="02040503050406030204" pitchFamily="18" charset="0"/>
                            </a:rPr>
                            <m:t>,</m:t>
                          </m:r>
                          <m:r>
                            <m:rPr>
                              <m:sty m:val="p"/>
                            </m:rPr>
                            <a:rPr lang="en-US">
                              <a:solidFill>
                                <a:srgbClr val="000000"/>
                              </a:solidFill>
                              <a:latin typeface="Cambria Math" panose="02040503050406030204" pitchFamily="18" charset="0"/>
                              <a:ea typeface="Cambria Math" panose="02040503050406030204" pitchFamily="18" charset="0"/>
                            </a:rPr>
                            <m:t>t</m:t>
                          </m:r>
                        </m:e>
                      </m:d>
                      <m:r>
                        <a:rPr lang="en-US" i="1">
                          <a:solidFill>
                            <a:srgbClr val="000000"/>
                          </a:solidFill>
                          <a:latin typeface="Cambria Math" panose="02040503050406030204" pitchFamily="18" charset="0"/>
                          <a:ea typeface="Cambria Math" panose="02040503050406030204" pitchFamily="18" charset="0"/>
                        </a:rPr>
                        <m:t>≜</m:t>
                      </m:r>
                      <m:d>
                        <m:dPr>
                          <m:ctrlPr>
                            <a:rPr lang="en-US" i="1">
                              <a:solidFill>
                                <a:srgbClr val="000000"/>
                              </a:solidFill>
                              <a:latin typeface="Cambria Math" panose="02040503050406030204" pitchFamily="18" charset="0"/>
                              <a:ea typeface="Cambria Math" panose="02040503050406030204" pitchFamily="18" charset="0"/>
                            </a:rPr>
                          </m:ctrlPr>
                        </m:dPr>
                        <m:e>
                          <m:f>
                            <m:fPr>
                              <m:ctrlPr>
                                <a:rPr lang="en-US" i="1">
                                  <a:solidFill>
                                    <a:srgbClr val="000000"/>
                                  </a:solidFill>
                                  <a:latin typeface="Cambria Math" panose="02040503050406030204" pitchFamily="18" charset="0"/>
                                </a:rPr>
                              </m:ctrlPr>
                            </m:fPr>
                            <m:num>
                              <m:r>
                                <a:rPr lang="en-US">
                                  <a:solidFill>
                                    <a:srgbClr val="000000"/>
                                  </a:solidFill>
                                  <a:latin typeface="Cambria Math" panose="02040503050406030204" pitchFamily="18" charset="0"/>
                                </a:rPr>
                                <m:t>2</m:t>
                              </m:r>
                              <m:r>
                                <m:rPr>
                                  <m:sty m:val="p"/>
                                </m:rPr>
                                <a:rPr lang="en-US">
                                  <a:solidFill>
                                    <a:srgbClr val="000000"/>
                                  </a:solidFill>
                                  <a:latin typeface="Cambria Math" panose="02040503050406030204" pitchFamily="18" charset="0"/>
                                  <a:ea typeface="Cambria Math" panose="02040503050406030204" pitchFamily="18" charset="0"/>
                                </a:rPr>
                                <m:t>πt</m:t>
                              </m:r>
                            </m:num>
                            <m:den>
                              <m:r>
                                <m:rPr>
                                  <m:sty m:val="p"/>
                                </m:rPr>
                                <a:rPr lang="en-US">
                                  <a:solidFill>
                                    <a:srgbClr val="000000"/>
                                  </a:solidFill>
                                  <a:latin typeface="Cambria Math" panose="02040503050406030204" pitchFamily="18" charset="0"/>
                                </a:rPr>
                                <m:t>T</m:t>
                              </m:r>
                            </m:den>
                          </m:f>
                          <m:r>
                            <a:rPr lang="en-US">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a:solidFill>
                                    <a:srgbClr val="000000"/>
                                  </a:solidFill>
                                  <a:latin typeface="Cambria Math" panose="02040503050406030204" pitchFamily="18" charset="0"/>
                                </a:rPr>
                                <m:t>2</m:t>
                              </m:r>
                              <m:r>
                                <m:rPr>
                                  <m:sty m:val="p"/>
                                </m:rPr>
                                <a:rPr lang="en-US">
                                  <a:solidFill>
                                    <a:srgbClr val="000000"/>
                                  </a:solidFill>
                                  <a:latin typeface="Cambria Math" panose="02040503050406030204" pitchFamily="18" charset="0"/>
                                  <a:ea typeface="Cambria Math" panose="02040503050406030204" pitchFamily="18" charset="0"/>
                                </a:rPr>
                                <m:t>πx</m:t>
                              </m:r>
                            </m:num>
                            <m:den>
                              <m:r>
                                <m:rPr>
                                  <m:sty m:val="p"/>
                                </m:rPr>
                                <a:rPr lang="el-GR">
                                  <a:solidFill>
                                    <a:srgbClr val="000000"/>
                                  </a:solidFill>
                                  <a:latin typeface="Cambria Math" panose="02040503050406030204" pitchFamily="18" charset="0"/>
                                </a:rPr>
                                <m:t>λ</m:t>
                              </m:r>
                            </m:den>
                          </m:f>
                          <m:r>
                            <a:rPr lang="en-US">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θ</m:t>
                              </m:r>
                            </m:e>
                            <m:sub>
                              <m:r>
                                <a:rPr lang="en-US">
                                  <a:solidFill>
                                    <a:srgbClr val="000000"/>
                                  </a:solidFill>
                                  <a:latin typeface="Cambria Math" panose="02040503050406030204" pitchFamily="18" charset="0"/>
                                </a:rPr>
                                <m:t>0</m:t>
                              </m:r>
                            </m:sub>
                          </m:sSub>
                        </m:e>
                      </m:d>
                      <m:r>
                        <a:rPr lang="en-US">
                          <a:solidFill>
                            <a:srgbClr val="000000"/>
                          </a:solidFill>
                          <a:latin typeface="Cambria Math" panose="02040503050406030204" pitchFamily="18" charset="0"/>
                          <a:ea typeface="Cambria Math" panose="02040503050406030204" pitchFamily="18" charset="0"/>
                        </a:rPr>
                        <m:t>  </m:t>
                      </m:r>
                      <m:d>
                        <m:dPr>
                          <m:ctrlPr>
                            <a:rPr lang="en-US" i="1">
                              <a:solidFill>
                                <a:srgbClr val="000000"/>
                              </a:solidFill>
                              <a:latin typeface="Cambria Math" panose="02040503050406030204" pitchFamily="18" charset="0"/>
                              <a:ea typeface="Cambria Math" panose="02040503050406030204" pitchFamily="18" charset="0"/>
                            </a:rPr>
                          </m:ctrlPr>
                        </m:dPr>
                        <m:e>
                          <m:r>
                            <m:rPr>
                              <m:sty m:val="p"/>
                            </m:rPr>
                            <a:rPr lang="en-US">
                              <a:solidFill>
                                <a:srgbClr val="000000"/>
                              </a:solidFill>
                              <a:latin typeface="Cambria Math" panose="02040503050406030204" pitchFamily="18" charset="0"/>
                              <a:ea typeface="Cambria Math" panose="02040503050406030204" pitchFamily="18" charset="0"/>
                            </a:rPr>
                            <m:t>radians</m:t>
                          </m:r>
                        </m:e>
                      </m:d>
                      <m:r>
                        <a:rPr lang="en-US" b="0" i="0" smtClean="0">
                          <a:latin typeface="Cambria Math" panose="02040503050406030204" pitchFamily="18" charset="0"/>
                        </a:rPr>
                        <m:t>         </m:t>
                      </m:r>
                    </m:oMath>
                  </m:oMathPara>
                </a14:m>
                <a:endParaRPr lang="en-US" dirty="0"/>
              </a:p>
              <a:p>
                <a:pPr algn="just"/>
                <a14:m>
                  <m:oMathPara xmlns:m="http://schemas.openxmlformats.org/officeDocument/2006/math">
                    <m:oMathParaPr>
                      <m:jc m:val="left"/>
                    </m:oMathParaPr>
                    <m:oMath xmlns:m="http://schemas.openxmlformats.org/officeDocument/2006/math">
                      <m:r>
                        <m:rPr>
                          <m:sty m:val="p"/>
                        </m:rPr>
                        <a:rPr lang="en-US" i="0" dirty="0" smtClean="0">
                          <a:latin typeface="Cambria Math" panose="02040503050406030204" pitchFamily="18" charset="0"/>
                        </a:rPr>
                        <m:t>W</m:t>
                      </m:r>
                      <m:r>
                        <m:rPr>
                          <m:sty m:val="p"/>
                        </m:rPr>
                        <a:rPr lang="en-US" b="0" i="0" dirty="0" smtClean="0">
                          <a:latin typeface="Cambria Math" panose="02040503050406030204" pitchFamily="18" charset="0"/>
                        </a:rPr>
                        <m:t>aveform</m:t>
                      </m:r>
                      <m:r>
                        <a:rPr lang="en-US" b="0" i="0" dirty="0" smtClean="0">
                          <a:latin typeface="Cambria Math" panose="02040503050406030204" pitchFamily="18" charset="0"/>
                        </a:rPr>
                        <m:t> </m:t>
                      </m:r>
                      <m:r>
                        <m:rPr>
                          <m:sty m:val="p"/>
                        </m:rPr>
                        <a:rPr lang="en-US" b="0" i="0" dirty="0" smtClean="0">
                          <a:latin typeface="Cambria Math" panose="02040503050406030204" pitchFamily="18" charset="0"/>
                        </a:rPr>
                        <m:t>peaks</m:t>
                      </m:r>
                      <m:r>
                        <a:rPr lang="en-US" b="0" i="0" dirty="0" smtClean="0">
                          <a:latin typeface="Cambria Math" panose="02040503050406030204" pitchFamily="18" charset="0"/>
                        </a:rPr>
                        <m:t> </m:t>
                      </m:r>
                      <m:r>
                        <m:rPr>
                          <m:sty m:val="p"/>
                        </m:rPr>
                        <a:rPr lang="en-US" b="0" i="0" dirty="0" smtClean="0">
                          <a:latin typeface="Cambria Math" panose="02040503050406030204" pitchFamily="18" charset="0"/>
                        </a:rPr>
                        <m:t>occur</m:t>
                      </m:r>
                      <m:r>
                        <a:rPr lang="en-US" b="0" i="0" dirty="0" smtClean="0">
                          <a:latin typeface="Cambria Math" panose="02040503050406030204" pitchFamily="18" charset="0"/>
                        </a:rPr>
                        <m:t> </m:t>
                      </m:r>
                      <m:r>
                        <m:rPr>
                          <m:sty m:val="p"/>
                        </m:rPr>
                        <a:rPr lang="en-US" b="0" i="0" dirty="0" smtClean="0">
                          <a:latin typeface="Cambria Math" panose="02040503050406030204" pitchFamily="18" charset="0"/>
                        </a:rPr>
                        <m:t>at</m:t>
                      </m:r>
                      <m:r>
                        <a:rPr lang="en-US" b="0" i="0" dirty="0" smtClean="0">
                          <a:latin typeface="Cambria Math" panose="02040503050406030204" pitchFamily="18" charset="0"/>
                        </a:rPr>
                        <m:t> </m:t>
                      </m:r>
                      <m:r>
                        <m:rPr>
                          <m:sty m:val="p"/>
                        </m:rPr>
                        <a:rPr lang="en-US" i="0">
                          <a:latin typeface="Cambria Math" panose="02040503050406030204" pitchFamily="18" charset="0"/>
                        </a:rPr>
                        <m:t>y</m:t>
                      </m:r>
                      <m:d>
                        <m:dPr>
                          <m:ctrlPr>
                            <a:rPr lang="en-US" i="1">
                              <a:latin typeface="Cambria Math" panose="02040503050406030204" pitchFamily="18" charset="0"/>
                              <a:ea typeface="Cambria Math" panose="02040503050406030204" pitchFamily="18" charset="0"/>
                            </a:rPr>
                          </m:ctrlPr>
                        </m:dPr>
                        <m:e>
                          <m:r>
                            <m:rPr>
                              <m:sty m:val="p"/>
                            </m:rPr>
                            <a:rPr lang="en-US" b="0" i="0" smtClean="0">
                              <a:latin typeface="Cambria Math" panose="02040503050406030204" pitchFamily="18" charset="0"/>
                              <a:ea typeface="Cambria Math" panose="02040503050406030204" pitchFamily="18" charset="0"/>
                            </a:rPr>
                            <m:t>x</m:t>
                          </m:r>
                          <m:r>
                            <a:rPr lang="en-US" b="0" i="0"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t</m:t>
                          </m:r>
                        </m:e>
                      </m:d>
                      <m:r>
                        <a:rPr lang="en-US" i="0">
                          <a:latin typeface="Cambria Math" panose="02040503050406030204" pitchFamily="18" charset="0"/>
                          <a:ea typeface="Cambria Math" panose="02040503050406030204" pitchFamily="18" charset="0"/>
                        </a:rPr>
                        <m:t>=</m:t>
                      </m:r>
                      <m:r>
                        <m:rPr>
                          <m:sty m:val="p"/>
                        </m:rPr>
                        <a:rPr lang="en-US" i="0">
                          <a:latin typeface="Cambria Math" panose="02040503050406030204" pitchFamily="18" charset="0"/>
                        </a:rPr>
                        <m:t>Acos</m:t>
                      </m:r>
                      <m:d>
                        <m:dPr>
                          <m:ctrlPr>
                            <a:rPr lang="en-US" i="1">
                              <a:latin typeface="Cambria Math" panose="02040503050406030204" pitchFamily="18" charset="0"/>
                              <a:ea typeface="Cambria Math" panose="02040503050406030204" pitchFamily="18" charset="0"/>
                            </a:rPr>
                          </m:ctrlPr>
                        </m:dPr>
                        <m:e>
                          <m:r>
                            <a:rPr lang="en-US" b="0" i="0" smtClean="0">
                              <a:latin typeface="Cambria Math" panose="02040503050406030204" pitchFamily="18" charset="0"/>
                              <a:ea typeface="Cambria Math" panose="02040503050406030204" pitchFamily="18" charset="0"/>
                            </a:rPr>
                            <m:t>2</m:t>
                          </m:r>
                          <m:r>
                            <m:rPr>
                              <m:sty m:val="p"/>
                            </m:rPr>
                            <a:rPr lang="en-US" b="0" i="0" smtClean="0">
                              <a:latin typeface="Cambria Math" panose="02040503050406030204" pitchFamily="18" charset="0"/>
                              <a:ea typeface="Cambria Math" panose="02040503050406030204" pitchFamily="18" charset="0"/>
                            </a:rPr>
                            <m:t>πn</m:t>
                          </m:r>
                        </m:e>
                      </m:d>
                      <m:r>
                        <a:rPr lang="en-US" b="0" i="0" smtClean="0">
                          <a:latin typeface="Cambria Math" panose="02040503050406030204" pitchFamily="18" charset="0"/>
                        </a:rPr>
                        <m:t>, </m:t>
                      </m:r>
                      <m:r>
                        <m:rPr>
                          <m:sty m:val="p"/>
                        </m:rPr>
                        <a:rPr lang="en-US" b="0" i="0" smtClean="0">
                          <a:latin typeface="Cambria Math" panose="02040503050406030204" pitchFamily="18" charset="0"/>
                        </a:rPr>
                        <m:t>where</m:t>
                      </m:r>
                      <m:r>
                        <a:rPr lang="en-US" b="0" i="0" smtClean="0">
                          <a:latin typeface="Cambria Math" panose="02040503050406030204" pitchFamily="18" charset="0"/>
                        </a:rPr>
                        <m:t> </m:t>
                      </m:r>
                      <m:r>
                        <m:rPr>
                          <m:sty m:val="p"/>
                        </m:rPr>
                        <a:rPr lang="en-US" b="0" i="0" smtClean="0">
                          <a:latin typeface="Cambria Math" panose="02040503050406030204" pitchFamily="18" charset="0"/>
                        </a:rPr>
                        <m:t>n</m:t>
                      </m:r>
                      <m:r>
                        <a:rPr lang="en-US" b="0" i="0" smtClean="0">
                          <a:latin typeface="Cambria Math" panose="02040503050406030204" pitchFamily="18" charset="0"/>
                        </a:rPr>
                        <m:t>=0, 1, 2, …. </m:t>
                      </m:r>
                    </m:oMath>
                  </m:oMathPara>
                </a14:m>
                <a:endParaRPr lang="en-US" b="0" dirty="0">
                  <a:latin typeface="Cambria Math" panose="02040503050406030204" pitchFamily="18" charset="0"/>
                </a:endParaRPr>
              </a:p>
              <a:p>
                <a:pPr algn="just"/>
                <a:endParaRPr lang="en-US" b="0" dirty="0">
                  <a:latin typeface="Cambria Math" panose="02040503050406030204" pitchFamily="18" charset="0"/>
                </a:endParaRPr>
              </a:p>
              <a:p>
                <a:pPr algn="just">
                  <a:spcAft>
                    <a:spcPts val="1200"/>
                  </a:spcAft>
                </a:pPr>
                <a14:m>
                  <m:oMath xmlns:m="http://schemas.openxmlformats.org/officeDocument/2006/math">
                    <m:r>
                      <m:rPr>
                        <m:sty m:val="p"/>
                      </m:rPr>
                      <a:rPr lang="en-US" b="0" i="0" smtClean="0">
                        <a:latin typeface="Cambria Math" panose="02040503050406030204" pitchFamily="18" charset="0"/>
                      </a:rPr>
                      <m:t>For</m:t>
                    </m:r>
                    <m:r>
                      <a:rPr lang="en-US" b="0" i="0" smtClean="0">
                        <a:latin typeface="Cambria Math" panose="02040503050406030204" pitchFamily="18" charset="0"/>
                      </a:rPr>
                      <m:t> </m:t>
                    </m:r>
                  </m:oMath>
                </a14:m>
                <a:r>
                  <a:rPr lang="en-US" dirty="0"/>
                  <a:t> </a:t>
                </a:r>
                <a14:m>
                  <m:oMath xmlns:m="http://schemas.openxmlformats.org/officeDocument/2006/math">
                    <m:sSub>
                      <m:sSubPr>
                        <m:ctrlPr>
                          <a:rPr lang="en-US" i="1">
                            <a:latin typeface="Cambria Math" panose="02040503050406030204" pitchFamily="18" charset="0"/>
                          </a:rPr>
                        </m:ctrlPr>
                      </m:sSubPr>
                      <m:e>
                        <m:r>
                          <m:rPr>
                            <m:sty m:val="p"/>
                          </m:rPr>
                          <a:rPr lang="en-US" i="0">
                            <a:latin typeface="Cambria Math" panose="02040503050406030204" pitchFamily="18" charset="0"/>
                            <a:ea typeface="Cambria Math" panose="02040503050406030204" pitchFamily="18" charset="0"/>
                          </a:rPr>
                          <m:t>θ</m:t>
                        </m:r>
                      </m:e>
                      <m:sub>
                        <m:r>
                          <a:rPr lang="en-US" i="0">
                            <a:latin typeface="Cambria Math" panose="02040503050406030204" pitchFamily="18" charset="0"/>
                          </a:rPr>
                          <m:t>0</m:t>
                        </m:r>
                      </m:sub>
                    </m:sSub>
                    <m:r>
                      <a:rPr lang="en-US" b="0" i="0" smtClean="0">
                        <a:latin typeface="Cambria Math" panose="02040503050406030204" pitchFamily="18" charset="0"/>
                      </a:rPr>
                      <m:t>=0, </m:t>
                    </m:r>
                    <m:r>
                      <m:rPr>
                        <m:sty m:val="p"/>
                      </m:rPr>
                      <a:rPr lang="en-US" b="0" i="0" smtClean="0">
                        <a:latin typeface="Cambria Math" panose="02040503050406030204" pitchFamily="18" charset="0"/>
                      </a:rPr>
                      <m:t>waveform</m:t>
                    </m:r>
                    <m:r>
                      <a:rPr lang="en-US" b="0" i="0" smtClean="0">
                        <a:latin typeface="Cambria Math" panose="02040503050406030204" pitchFamily="18" charset="0"/>
                      </a:rPr>
                      <m:t> </m:t>
                    </m:r>
                    <m:r>
                      <m:rPr>
                        <m:sty m:val="p"/>
                      </m:rPr>
                      <a:rPr lang="en-US" b="0" i="0" smtClean="0">
                        <a:latin typeface="Cambria Math" panose="02040503050406030204" pitchFamily="18" charset="0"/>
                      </a:rPr>
                      <m:t>peaks</m:t>
                    </m:r>
                    <m:r>
                      <a:rPr lang="en-US" b="0" i="0" smtClean="0">
                        <a:latin typeface="Cambria Math" panose="02040503050406030204" pitchFamily="18" charset="0"/>
                      </a:rPr>
                      <m:t> </m:t>
                    </m:r>
                    <m:r>
                      <m:rPr>
                        <m:sty m:val="p"/>
                      </m:rPr>
                      <a:rPr lang="en-US" b="0" i="0" smtClean="0">
                        <a:latin typeface="Cambria Math" panose="02040503050406030204" pitchFamily="18" charset="0"/>
                      </a:rPr>
                      <m:t>occur</m:t>
                    </m:r>
                    <m:r>
                      <a:rPr lang="en-US" b="0" i="0" smtClean="0">
                        <a:latin typeface="Cambria Math" panose="02040503050406030204" pitchFamily="18" charset="0"/>
                      </a:rPr>
                      <m:t> </m:t>
                    </m:r>
                    <m:r>
                      <m:rPr>
                        <m:sty m:val="p"/>
                      </m:rPr>
                      <a:rPr lang="en-US" b="0" i="0" smtClean="0">
                        <a:latin typeface="Cambria Math" panose="02040503050406030204" pitchFamily="18" charset="0"/>
                      </a:rPr>
                      <m:t>for</m:t>
                    </m:r>
                    <m:r>
                      <a:rPr lang="en-US" b="0" i="0" smtClean="0">
                        <a:latin typeface="Cambria Math" panose="02040503050406030204" pitchFamily="18" charset="0"/>
                      </a:rPr>
                      <m:t> </m:t>
                    </m:r>
                    <m:f>
                      <m:fPr>
                        <m:ctrlPr>
                          <a:rPr lang="en-US" i="1">
                            <a:latin typeface="Cambria Math" panose="02040503050406030204" pitchFamily="18" charset="0"/>
                          </a:rPr>
                        </m:ctrlPr>
                      </m:fPr>
                      <m:num>
                        <m:r>
                          <a:rPr lang="en-US" i="0">
                            <a:latin typeface="Cambria Math" panose="02040503050406030204" pitchFamily="18" charset="0"/>
                          </a:rPr>
                          <m:t>2</m:t>
                        </m:r>
                        <m:r>
                          <m:rPr>
                            <m:sty m:val="p"/>
                          </m:rPr>
                          <a:rPr lang="en-US" i="0">
                            <a:latin typeface="Cambria Math" panose="02040503050406030204" pitchFamily="18" charset="0"/>
                            <a:ea typeface="Cambria Math" panose="02040503050406030204" pitchFamily="18" charset="0"/>
                          </a:rPr>
                          <m:t>πt</m:t>
                        </m:r>
                      </m:num>
                      <m:den>
                        <m:r>
                          <m:rPr>
                            <m:sty m:val="p"/>
                          </m:rPr>
                          <a:rPr lang="en-US" i="0">
                            <a:latin typeface="Cambria Math" panose="02040503050406030204" pitchFamily="18" charset="0"/>
                          </a:rPr>
                          <m:t>T</m:t>
                        </m:r>
                      </m:den>
                    </m:f>
                    <m:r>
                      <a:rPr lang="en-US" i="0">
                        <a:latin typeface="Cambria Math" panose="02040503050406030204" pitchFamily="18" charset="0"/>
                      </a:rPr>
                      <m:t>−</m:t>
                    </m:r>
                    <m:f>
                      <m:fPr>
                        <m:ctrlPr>
                          <a:rPr lang="en-US" i="1">
                            <a:latin typeface="Cambria Math" panose="02040503050406030204" pitchFamily="18" charset="0"/>
                          </a:rPr>
                        </m:ctrlPr>
                      </m:fPr>
                      <m:num>
                        <m:r>
                          <a:rPr lang="en-US" i="0">
                            <a:latin typeface="Cambria Math" panose="02040503050406030204" pitchFamily="18" charset="0"/>
                          </a:rPr>
                          <m:t>2</m:t>
                        </m:r>
                        <m:r>
                          <m:rPr>
                            <m:sty m:val="p"/>
                          </m:rPr>
                          <a:rPr lang="en-US" i="0">
                            <a:latin typeface="Cambria Math" panose="02040503050406030204" pitchFamily="18" charset="0"/>
                            <a:ea typeface="Cambria Math" panose="02040503050406030204" pitchFamily="18" charset="0"/>
                          </a:rPr>
                          <m:t>πx</m:t>
                        </m:r>
                      </m:num>
                      <m:den>
                        <m:r>
                          <m:rPr>
                            <m:sty m:val="p"/>
                          </m:rPr>
                          <a:rPr lang="el-GR" i="0">
                            <a:latin typeface="Cambria Math" panose="02040503050406030204" pitchFamily="18" charset="0"/>
                          </a:rPr>
                          <m:t>λ</m:t>
                        </m:r>
                      </m:den>
                    </m:f>
                    <m:r>
                      <a:rPr lang="en-US" b="0" i="0" smtClean="0">
                        <a:latin typeface="Cambria Math" panose="02040503050406030204" pitchFamily="18" charset="0"/>
                      </a:rPr>
                      <m:t>=2</m:t>
                    </m:r>
                    <m:r>
                      <m:rPr>
                        <m:sty m:val="p"/>
                      </m:rPr>
                      <a:rPr lang="el-GR" b="0" i="0" smtClean="0">
                        <a:latin typeface="Cambria Math" panose="02040503050406030204" pitchFamily="18" charset="0"/>
                        <a:ea typeface="Cambria Math" panose="02040503050406030204" pitchFamily="18" charset="0"/>
                      </a:rPr>
                      <m:t>π</m:t>
                    </m:r>
                    <m:r>
                      <m:rPr>
                        <m:sty m:val="p"/>
                      </m:rPr>
                      <a:rPr lang="en-US" b="0" i="0" smtClean="0">
                        <a:latin typeface="Cambria Math" panose="02040503050406030204" pitchFamily="18" charset="0"/>
                        <a:ea typeface="Cambria Math" panose="02040503050406030204" pitchFamily="18" charset="0"/>
                      </a:rPr>
                      <m:t>n</m:t>
                    </m:r>
                    <m:r>
                      <a:rPr lang="en-US" b="0" i="0"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for</m:t>
                    </m:r>
                    <m:r>
                      <a:rPr lang="en-US" b="0" i="0"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n</m:t>
                    </m:r>
                    <m:r>
                      <a:rPr lang="en-US" b="0" i="0" smtClean="0">
                        <a:latin typeface="Cambria Math" panose="02040503050406030204" pitchFamily="18" charset="0"/>
                        <a:ea typeface="Cambria Math" panose="02040503050406030204" pitchFamily="18" charset="0"/>
                      </a:rPr>
                      <m:t>=0, 1, 2….</m:t>
                    </m:r>
                  </m:oMath>
                </a14:m>
                <a:endParaRPr lang="en-US" b="0" dirty="0">
                  <a:latin typeface="Cambria Math" panose="02040503050406030204" pitchFamily="18" charset="0"/>
                  <a:ea typeface="Cambria Math" panose="02040503050406030204" pitchFamily="18" charset="0"/>
                </a:endParaRPr>
              </a:p>
              <a:p>
                <a:pPr algn="just"/>
                <a14:m>
                  <m:oMathPara xmlns:m="http://schemas.openxmlformats.org/officeDocument/2006/math">
                    <m:oMathParaPr>
                      <m:jc m:val="centerGroup"/>
                    </m:oMathParaPr>
                    <m:oMath xmlns:m="http://schemas.openxmlformats.org/officeDocument/2006/math">
                      <m:r>
                        <m:rPr>
                          <m:sty m:val="p"/>
                        </m:rPr>
                        <a:rPr lang="en-US" i="0">
                          <a:latin typeface="Cambria Math" panose="02040503050406030204" pitchFamily="18" charset="0"/>
                          <a:ea typeface="Cambria Math" panose="02040503050406030204" pitchFamily="18" charset="0"/>
                        </a:rPr>
                        <m:t>A</m:t>
                      </m:r>
                      <m:r>
                        <m:rPr>
                          <m:sty m:val="p"/>
                        </m:rPr>
                        <a:rPr lang="en-US" b="0" i="0" smtClean="0">
                          <a:latin typeface="Cambria Math" panose="02040503050406030204" pitchFamily="18" charset="0"/>
                          <a:ea typeface="Cambria Math" panose="02040503050406030204" pitchFamily="18" charset="0"/>
                        </a:rPr>
                        <m:t>t</m:t>
                      </m:r>
                      <m:r>
                        <a:rPr lang="en-US" b="0" i="0"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waveform</m:t>
                      </m:r>
                      <m:r>
                        <a:rPr lang="en-US" b="0" i="0"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peaks</m:t>
                      </m:r>
                      <m:r>
                        <a:rPr lang="en-US" b="0" i="0"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m:rPr>
                              <m:sty m:val="p"/>
                            </m:rPr>
                            <a:rPr lang="en-US" b="0" i="0" smtClean="0">
                              <a:latin typeface="Cambria Math" panose="02040503050406030204" pitchFamily="18" charset="0"/>
                              <a:ea typeface="Cambria Math" panose="02040503050406030204" pitchFamily="18" charset="0"/>
                            </a:rPr>
                            <m:t>t</m:t>
                          </m:r>
                        </m:num>
                        <m:den>
                          <m:r>
                            <m:rPr>
                              <m:sty m:val="p"/>
                            </m:rPr>
                            <a:rPr lang="en-US" b="0" i="0" smtClean="0">
                              <a:latin typeface="Cambria Math" panose="02040503050406030204" pitchFamily="18" charset="0"/>
                              <a:ea typeface="Cambria Math" panose="02040503050406030204" pitchFamily="18" charset="0"/>
                            </a:rPr>
                            <m:t>T</m:t>
                          </m:r>
                        </m:den>
                      </m:f>
                      <m:r>
                        <a:rPr lang="en-US" b="0" i="0"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m:rPr>
                              <m:sty m:val="p"/>
                            </m:rPr>
                            <a:rPr lang="en-US" b="0" i="0" smtClean="0">
                              <a:latin typeface="Cambria Math" panose="02040503050406030204" pitchFamily="18" charset="0"/>
                              <a:ea typeface="Cambria Math" panose="02040503050406030204" pitchFamily="18" charset="0"/>
                            </a:rPr>
                            <m:t>x</m:t>
                          </m:r>
                        </m:num>
                        <m:den>
                          <m:r>
                            <m:rPr>
                              <m:sty m:val="p"/>
                            </m:rPr>
                            <a:rPr lang="el-GR" i="0">
                              <a:latin typeface="Cambria Math" panose="02040503050406030204" pitchFamily="18" charset="0"/>
                            </a:rPr>
                            <m:t>λ</m:t>
                          </m:r>
                        </m:den>
                      </m:f>
                      <m:r>
                        <a:rPr lang="en-US" b="0" i="0"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n</m:t>
                      </m:r>
                      <m:r>
                        <a:rPr lang="en-US" b="0" i="0"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Solving</m:t>
                      </m:r>
                      <m:r>
                        <a:rPr lang="en-US" b="0" i="0"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for</m:t>
                      </m:r>
                      <m:r>
                        <a:rPr lang="en-US" b="0" i="0"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x</m:t>
                      </m:r>
                      <m:r>
                        <a:rPr lang="en-US" b="0" i="0"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m:rPr>
                              <m:sty m:val="p"/>
                            </m:rPr>
                            <a:rPr lang="en-US" b="0" i="0" smtClean="0">
                              <a:latin typeface="Cambria Math" panose="02040503050406030204" pitchFamily="18" charset="0"/>
                              <a:ea typeface="Cambria Math" panose="02040503050406030204" pitchFamily="18" charset="0"/>
                            </a:rPr>
                            <m:t>x</m:t>
                          </m:r>
                        </m:num>
                        <m:den>
                          <m:r>
                            <m:rPr>
                              <m:sty m:val="p"/>
                            </m:rPr>
                            <a:rPr lang="el-GR" i="0">
                              <a:latin typeface="Cambria Math" panose="02040503050406030204" pitchFamily="18" charset="0"/>
                            </a:rPr>
                            <m:t>λ</m:t>
                          </m:r>
                        </m:den>
                      </m:f>
                      <m:r>
                        <a:rPr lang="en-US" b="0" i="0" smtClean="0">
                          <a:latin typeface="Cambria Math" panose="02040503050406030204" pitchFamily="18" charset="0"/>
                          <a:ea typeface="Cambria Math" panose="02040503050406030204" pitchFamily="18" charset="0"/>
                        </a:rPr>
                        <m:t>= </m:t>
                      </m:r>
                      <m:f>
                        <m:fPr>
                          <m:ctrlPr>
                            <a:rPr lang="en-US" i="1">
                              <a:latin typeface="Cambria Math" panose="02040503050406030204" pitchFamily="18" charset="0"/>
                              <a:ea typeface="Cambria Math" panose="02040503050406030204" pitchFamily="18" charset="0"/>
                            </a:rPr>
                          </m:ctrlPr>
                        </m:fPr>
                        <m:num>
                          <m:r>
                            <m:rPr>
                              <m:sty m:val="p"/>
                            </m:rPr>
                            <a:rPr lang="en-US" i="0">
                              <a:latin typeface="Cambria Math" panose="02040503050406030204" pitchFamily="18" charset="0"/>
                              <a:ea typeface="Cambria Math" panose="02040503050406030204" pitchFamily="18" charset="0"/>
                            </a:rPr>
                            <m:t>t</m:t>
                          </m:r>
                        </m:num>
                        <m:den>
                          <m:r>
                            <m:rPr>
                              <m:sty m:val="p"/>
                            </m:rPr>
                            <a:rPr lang="en-US" i="0">
                              <a:latin typeface="Cambria Math" panose="02040503050406030204" pitchFamily="18" charset="0"/>
                              <a:ea typeface="Cambria Math" panose="02040503050406030204" pitchFamily="18" charset="0"/>
                            </a:rPr>
                            <m:t>T</m:t>
                          </m:r>
                        </m:den>
                      </m:f>
                      <m:r>
                        <a:rPr lang="en-US" i="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n</m:t>
                      </m:r>
                      <m:r>
                        <a:rPr lang="en-US" b="0" i="0"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x</m:t>
                      </m:r>
                      <m:r>
                        <a:rPr lang="en-US" b="0" i="0"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m:rPr>
                              <m:sty m:val="p"/>
                            </m:rPr>
                            <a:rPr lang="el-GR" i="0">
                              <a:latin typeface="Cambria Math" panose="02040503050406030204" pitchFamily="18" charset="0"/>
                            </a:rPr>
                            <m:t>λ</m:t>
                          </m:r>
                          <m:r>
                            <m:rPr>
                              <m:sty m:val="p"/>
                            </m:rPr>
                            <a:rPr lang="en-US" b="0" i="0" smtClean="0">
                              <a:latin typeface="Cambria Math" panose="02040503050406030204" pitchFamily="18" charset="0"/>
                            </a:rPr>
                            <m:t>t</m:t>
                          </m:r>
                        </m:num>
                        <m:den>
                          <m:r>
                            <m:rPr>
                              <m:sty m:val="p"/>
                            </m:rPr>
                            <a:rPr lang="en-US" b="0" i="0" smtClean="0">
                              <a:latin typeface="Cambria Math" panose="02040503050406030204" pitchFamily="18" charset="0"/>
                              <a:ea typeface="Cambria Math" panose="02040503050406030204" pitchFamily="18" charset="0"/>
                            </a:rPr>
                            <m:t>T</m:t>
                          </m:r>
                        </m:den>
                      </m:f>
                      <m:r>
                        <a:rPr lang="en-US" b="0" i="0" smtClean="0">
                          <a:latin typeface="Cambria Math" panose="02040503050406030204" pitchFamily="18" charset="0"/>
                          <a:ea typeface="Cambria Math" panose="02040503050406030204" pitchFamily="18" charset="0"/>
                        </a:rPr>
                        <m:t>−</m:t>
                      </m:r>
                      <m:r>
                        <m:rPr>
                          <m:sty m:val="p"/>
                        </m:rPr>
                        <a:rPr lang="el-GR" i="0">
                          <a:latin typeface="Cambria Math" panose="02040503050406030204" pitchFamily="18" charset="0"/>
                        </a:rPr>
                        <m:t>λ</m:t>
                      </m:r>
                      <m:r>
                        <m:rPr>
                          <m:sty m:val="p"/>
                        </m:rPr>
                        <a:rPr lang="en-US" b="0" i="0" smtClean="0">
                          <a:latin typeface="Cambria Math" panose="02040503050406030204" pitchFamily="18" charset="0"/>
                          <a:ea typeface="Cambria Math" panose="02040503050406030204" pitchFamily="18" charset="0"/>
                        </a:rPr>
                        <m:t>n</m:t>
                      </m:r>
                      <m:r>
                        <a:rPr lang="en-US" b="0" i="0" smtClean="0">
                          <a:latin typeface="Cambria Math" panose="02040503050406030204" pitchFamily="18" charset="0"/>
                        </a:rPr>
                        <m:t>.   </m:t>
                      </m:r>
                      <m:r>
                        <m:rPr>
                          <m:sty m:val="p"/>
                        </m:rPr>
                        <a:rPr lang="en-US" b="0" i="0" smtClean="0">
                          <a:latin typeface="Cambria Math" panose="02040503050406030204" pitchFamily="18" charset="0"/>
                        </a:rPr>
                        <m:t>Location</m:t>
                      </m:r>
                      <m:r>
                        <a:rPr lang="en-US" b="0" i="0" smtClean="0">
                          <a:latin typeface="Cambria Math" panose="02040503050406030204" pitchFamily="18" charset="0"/>
                        </a:rPr>
                        <m:t> </m:t>
                      </m:r>
                      <m:r>
                        <m:rPr>
                          <m:sty m:val="p"/>
                        </m:rPr>
                        <a:rPr lang="en-US" b="0" i="0" smtClean="0">
                          <a:latin typeface="Cambria Math" panose="02040503050406030204" pitchFamily="18" charset="0"/>
                        </a:rPr>
                        <m:t>of</m:t>
                      </m:r>
                      <m:r>
                        <a:rPr lang="en-US" b="0" i="0" smtClean="0">
                          <a:latin typeface="Cambria Math" panose="02040503050406030204" pitchFamily="18" charset="0"/>
                        </a:rPr>
                        <m:t> </m:t>
                      </m:r>
                      <m:r>
                        <m:rPr>
                          <m:sty m:val="p"/>
                        </m:rPr>
                        <a:rPr lang="en-US" b="0" i="0" smtClean="0">
                          <a:latin typeface="Cambria Math" panose="02040503050406030204" pitchFamily="18" charset="0"/>
                        </a:rPr>
                        <m:t>waveform</m:t>
                      </m:r>
                      <m:r>
                        <a:rPr lang="en-US" b="0" i="0" smtClean="0">
                          <a:latin typeface="Cambria Math" panose="02040503050406030204" pitchFamily="18" charset="0"/>
                        </a:rPr>
                        <m:t> </m:t>
                      </m:r>
                      <m:r>
                        <m:rPr>
                          <m:sty m:val="p"/>
                        </m:rPr>
                        <a:rPr lang="en-US" b="0" i="0" smtClean="0">
                          <a:latin typeface="Cambria Math" panose="02040503050406030204" pitchFamily="18" charset="0"/>
                        </a:rPr>
                        <m:t>peaks</m:t>
                      </m:r>
                      <m:r>
                        <a:rPr lang="en-US" b="0" i="0" smtClean="0">
                          <a:latin typeface="Cambria Math" panose="02040503050406030204" pitchFamily="18" charset="0"/>
                        </a:rPr>
                        <m:t>.</m:t>
                      </m:r>
                    </m:oMath>
                  </m:oMathPara>
                </a14:m>
                <a:endParaRPr lang="en-US" dirty="0"/>
              </a:p>
              <a:p>
                <a:pPr algn="just"/>
                <a:r>
                  <a:rPr lang="en-US" dirty="0"/>
                  <a:t>          </a:t>
                </a:r>
                <a:endParaRPr lang="en-US" dirty="0">
                  <a:latin typeface="Cambria Math" panose="02040503050406030204" pitchFamily="18" charset="0"/>
                  <a:ea typeface="Cambria Math" panose="02040503050406030204" pitchFamily="18" charset="0"/>
                </a:endParaRPr>
              </a:p>
              <a:p>
                <a:pPr>
                  <a:spcAft>
                    <a:spcPts val="1200"/>
                  </a:spcAft>
                </a:pPr>
                <a14:m>
                  <m:oMathPara xmlns:m="http://schemas.openxmlformats.org/officeDocument/2006/math">
                    <m:oMathParaPr>
                      <m:jc m:val="center"/>
                    </m:oMathParaPr>
                    <m:oMath xmlns:m="http://schemas.openxmlformats.org/officeDocument/2006/math">
                      <m:r>
                        <m:rPr>
                          <m:sty m:val="p"/>
                        </m:rPr>
                        <a:rPr lang="en-US" i="0" dirty="0" smtClean="0">
                          <a:latin typeface="Cambria Math" panose="02040503050406030204" pitchFamily="18" charset="0"/>
                        </a:rPr>
                        <m:t>P</m:t>
                      </m:r>
                      <m:r>
                        <m:rPr>
                          <m:sty m:val="p"/>
                        </m:rPr>
                        <a:rPr lang="en-US" b="0" i="0" dirty="0" smtClean="0">
                          <a:latin typeface="Cambria Math" panose="02040503050406030204" pitchFamily="18" charset="0"/>
                        </a:rPr>
                        <m:t>hase</m:t>
                      </m:r>
                      <m:r>
                        <a:rPr lang="en-US" b="0" i="0" dirty="0" smtClean="0">
                          <a:latin typeface="Cambria Math" panose="02040503050406030204" pitchFamily="18" charset="0"/>
                        </a:rPr>
                        <m:t> </m:t>
                      </m:r>
                      <m:r>
                        <m:rPr>
                          <m:sty m:val="p"/>
                        </m:rPr>
                        <a:rPr lang="en-US" b="0" i="0" dirty="0" smtClean="0">
                          <a:latin typeface="Cambria Math" panose="02040503050406030204" pitchFamily="18" charset="0"/>
                        </a:rPr>
                        <m:t>Velocity</m:t>
                      </m:r>
                      <m:r>
                        <a:rPr lang="en-US" b="0" i="0" dirty="0" smtClean="0">
                          <a:latin typeface="Cambria Math" panose="02040503050406030204" pitchFamily="18" charset="0"/>
                        </a:rPr>
                        <m:t>: </m:t>
                      </m:r>
                      <m:sSub>
                        <m:sSubPr>
                          <m:ctrlPr>
                            <a:rPr lang="en-US" b="0" i="1" dirty="0" smtClean="0">
                              <a:latin typeface="Cambria Math" panose="02040503050406030204" pitchFamily="18" charset="0"/>
                            </a:rPr>
                          </m:ctrlPr>
                        </m:sSubPr>
                        <m:e>
                          <m:r>
                            <m:rPr>
                              <m:sty m:val="p"/>
                            </m:rPr>
                            <a:rPr lang="en-US" b="0" i="0" dirty="0" smtClean="0">
                              <a:latin typeface="Cambria Math" panose="02040503050406030204" pitchFamily="18" charset="0"/>
                            </a:rPr>
                            <m:t>u</m:t>
                          </m:r>
                        </m:e>
                        <m:sub>
                          <m:r>
                            <m:rPr>
                              <m:sty m:val="p"/>
                            </m:rPr>
                            <a:rPr lang="en-US" b="0" i="0" dirty="0" smtClean="0">
                              <a:latin typeface="Cambria Math" panose="02040503050406030204" pitchFamily="18" charset="0"/>
                            </a:rPr>
                            <m:t>p</m:t>
                          </m:r>
                        </m:sub>
                      </m:sSub>
                      <m:r>
                        <a:rPr lang="en-US" b="0" i="0" dirty="0" smtClean="0">
                          <a:latin typeface="Cambria Math" panose="02040503050406030204" pitchFamily="18" charset="0"/>
                        </a:rPr>
                        <m:t>=</m:t>
                      </m:r>
                      <m:f>
                        <m:fPr>
                          <m:ctrlPr>
                            <a:rPr lang="en-US" b="0" i="1" dirty="0" smtClean="0">
                              <a:latin typeface="Cambria Math" panose="02040503050406030204" pitchFamily="18" charset="0"/>
                            </a:rPr>
                          </m:ctrlPr>
                        </m:fPr>
                        <m:num>
                          <m:r>
                            <m:rPr>
                              <m:sty m:val="p"/>
                            </m:rPr>
                            <a:rPr lang="en-US" b="0" i="0" dirty="0" smtClean="0">
                              <a:latin typeface="Cambria Math" panose="02040503050406030204" pitchFamily="18" charset="0"/>
                            </a:rPr>
                            <m:t>dx</m:t>
                          </m:r>
                        </m:num>
                        <m:den>
                          <m:r>
                            <m:rPr>
                              <m:sty m:val="p"/>
                            </m:rPr>
                            <a:rPr lang="en-US" b="0" i="0" dirty="0" smtClean="0">
                              <a:latin typeface="Cambria Math" panose="02040503050406030204" pitchFamily="18" charset="0"/>
                            </a:rPr>
                            <m:t>dt</m:t>
                          </m:r>
                        </m:den>
                      </m:f>
                      <m:r>
                        <a:rPr lang="en-US" b="0" i="0" dirty="0" smtClean="0">
                          <a:latin typeface="Cambria Math" panose="02040503050406030204" pitchFamily="18" charset="0"/>
                        </a:rPr>
                        <m:t>=</m:t>
                      </m:r>
                      <m:f>
                        <m:fPr>
                          <m:ctrlPr>
                            <a:rPr lang="en-US" i="1" dirty="0">
                              <a:latin typeface="Cambria Math" panose="02040503050406030204" pitchFamily="18" charset="0"/>
                            </a:rPr>
                          </m:ctrlPr>
                        </m:fPr>
                        <m:num>
                          <m:r>
                            <m:rPr>
                              <m:sty m:val="p"/>
                            </m:rPr>
                            <a:rPr lang="en-US" i="0" dirty="0">
                              <a:latin typeface="Cambria Math" panose="02040503050406030204" pitchFamily="18" charset="0"/>
                            </a:rPr>
                            <m:t>d</m:t>
                          </m:r>
                          <m:d>
                            <m:dPr>
                              <m:ctrlPr>
                                <a:rPr lang="en-US" i="1" dirty="0" smtClean="0">
                                  <a:latin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m:rPr>
                                      <m:sty m:val="p"/>
                                    </m:rPr>
                                    <a:rPr lang="el-GR">
                                      <a:latin typeface="Cambria Math" panose="02040503050406030204" pitchFamily="18" charset="0"/>
                                    </a:rPr>
                                    <m:t>λ</m:t>
                                  </m:r>
                                  <m:r>
                                    <m:rPr>
                                      <m:sty m:val="p"/>
                                    </m:rPr>
                                    <a:rPr lang="en-US">
                                      <a:latin typeface="Cambria Math" panose="02040503050406030204" pitchFamily="18" charset="0"/>
                                    </a:rPr>
                                    <m:t>t</m:t>
                                  </m:r>
                                </m:num>
                                <m:den>
                                  <m:r>
                                    <m:rPr>
                                      <m:sty m:val="p"/>
                                    </m:rPr>
                                    <a:rPr lang="en-US">
                                      <a:latin typeface="Cambria Math" panose="02040503050406030204" pitchFamily="18" charset="0"/>
                                      <a:ea typeface="Cambria Math" panose="02040503050406030204" pitchFamily="18" charset="0"/>
                                    </a:rPr>
                                    <m:t>T</m:t>
                                  </m:r>
                                </m:den>
                              </m:f>
                              <m:r>
                                <a:rPr lang="en-US">
                                  <a:latin typeface="Cambria Math" panose="02040503050406030204" pitchFamily="18" charset="0"/>
                                  <a:ea typeface="Cambria Math" panose="02040503050406030204" pitchFamily="18" charset="0"/>
                                </a:rPr>
                                <m:t>−</m:t>
                              </m:r>
                              <m:r>
                                <m:rPr>
                                  <m:sty m:val="p"/>
                                </m:rPr>
                                <a:rPr lang="el-GR">
                                  <a:latin typeface="Cambria Math" panose="02040503050406030204" pitchFamily="18" charset="0"/>
                                </a:rPr>
                                <m:t>λ</m:t>
                              </m:r>
                              <m:r>
                                <m:rPr>
                                  <m:sty m:val="p"/>
                                </m:rPr>
                                <a:rPr lang="en-US">
                                  <a:latin typeface="Cambria Math" panose="02040503050406030204" pitchFamily="18" charset="0"/>
                                  <a:ea typeface="Cambria Math" panose="02040503050406030204" pitchFamily="18" charset="0"/>
                                </a:rPr>
                                <m:t>n</m:t>
                              </m:r>
                            </m:e>
                          </m:d>
                        </m:num>
                        <m:den>
                          <m:r>
                            <m:rPr>
                              <m:sty m:val="p"/>
                            </m:rPr>
                            <a:rPr lang="en-US" i="0" dirty="0">
                              <a:latin typeface="Cambria Math" panose="02040503050406030204" pitchFamily="18" charset="0"/>
                            </a:rPr>
                            <m:t>dt</m:t>
                          </m:r>
                        </m:den>
                      </m:f>
                      <m:r>
                        <a:rPr lang="en-US" b="0" i="0" dirty="0" smtClean="0">
                          <a:latin typeface="Cambria Math" panose="02040503050406030204" pitchFamily="18" charset="0"/>
                        </a:rPr>
                        <m:t>=</m:t>
                      </m:r>
                      <m:f>
                        <m:fPr>
                          <m:ctrlPr>
                            <a:rPr lang="en-US" b="0" i="1" dirty="0" smtClean="0">
                              <a:latin typeface="Cambria Math" panose="02040503050406030204" pitchFamily="18" charset="0"/>
                            </a:rPr>
                          </m:ctrlPr>
                        </m:fPr>
                        <m:num>
                          <m:r>
                            <m:rPr>
                              <m:sty m:val="p"/>
                            </m:rPr>
                            <a:rPr lang="el-GR" i="0">
                              <a:latin typeface="Cambria Math" panose="02040503050406030204" pitchFamily="18" charset="0"/>
                            </a:rPr>
                            <m:t>λ</m:t>
                          </m:r>
                        </m:num>
                        <m:den>
                          <m:r>
                            <m:rPr>
                              <m:sty m:val="p"/>
                            </m:rPr>
                            <a:rPr lang="en-US" b="0" i="0" dirty="0" smtClean="0">
                              <a:latin typeface="Cambria Math" panose="02040503050406030204" pitchFamily="18" charset="0"/>
                            </a:rPr>
                            <m:t>T</m:t>
                          </m:r>
                        </m:den>
                      </m:f>
                      <m:r>
                        <a:rPr lang="en-US" b="0" i="0" dirty="0" smtClean="0">
                          <a:latin typeface="Cambria Math" panose="02040503050406030204" pitchFamily="18" charset="0"/>
                        </a:rPr>
                        <m:t>=</m:t>
                      </m:r>
                      <m:r>
                        <m:rPr>
                          <m:sty m:val="p"/>
                        </m:rPr>
                        <a:rPr lang="el-GR" i="0">
                          <a:latin typeface="Cambria Math" panose="02040503050406030204" pitchFamily="18" charset="0"/>
                        </a:rPr>
                        <m:t>λ</m:t>
                      </m:r>
                      <m:r>
                        <m:rPr>
                          <m:sty m:val="p"/>
                        </m:rPr>
                        <a:rPr lang="en-US" b="0" i="0" smtClean="0">
                          <a:latin typeface="Cambria Math" panose="02040503050406030204" pitchFamily="18" charset="0"/>
                          <a:ea typeface="Cambria Math" panose="02040503050406030204" pitchFamily="18" charset="0"/>
                        </a:rPr>
                        <m:t>f</m:t>
                      </m:r>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which</m:t>
                      </m:r>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has</m:t>
                      </m:r>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units</m:t>
                      </m:r>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of</m:t>
                      </m:r>
                      <m:r>
                        <a:rPr lang="en-US">
                          <a:latin typeface="Cambria Math" panose="02040503050406030204" pitchFamily="18" charset="0"/>
                          <a:ea typeface="Cambria Math" panose="02040503050406030204" pitchFamily="18" charset="0"/>
                        </a:rPr>
                        <m:t> </m:t>
                      </m:r>
                      <m:f>
                        <m:fPr>
                          <m:ctrlPr>
                            <a:rPr lang="en-US" i="1">
                              <a:latin typeface="Cambria Math" panose="02040503050406030204" pitchFamily="18" charset="0"/>
                              <a:ea typeface="Cambria Math" panose="02040503050406030204" pitchFamily="18" charset="0"/>
                            </a:rPr>
                          </m:ctrlPr>
                        </m:fPr>
                        <m:num>
                          <m:r>
                            <m:rPr>
                              <m:sty m:val="p"/>
                            </m:rPr>
                            <a:rPr lang="en-US">
                              <a:latin typeface="Cambria Math" panose="02040503050406030204" pitchFamily="18" charset="0"/>
                              <a:ea typeface="Cambria Math" panose="02040503050406030204" pitchFamily="18" charset="0"/>
                            </a:rPr>
                            <m:t>meters</m:t>
                          </m:r>
                        </m:num>
                        <m:den>
                          <m:r>
                            <m:rPr>
                              <m:sty m:val="p"/>
                            </m:rPr>
                            <a:rPr lang="en-US">
                              <a:latin typeface="Cambria Math" panose="02040503050406030204" pitchFamily="18" charset="0"/>
                              <a:ea typeface="Cambria Math" panose="02040503050406030204" pitchFamily="18" charset="0"/>
                            </a:rPr>
                            <m:t>cycle</m:t>
                          </m:r>
                        </m:den>
                      </m:f>
                      <m:f>
                        <m:fPr>
                          <m:ctrlPr>
                            <a:rPr lang="en-US" i="1">
                              <a:latin typeface="Cambria Math" panose="02040503050406030204" pitchFamily="18" charset="0"/>
                              <a:ea typeface="Cambria Math" panose="02040503050406030204" pitchFamily="18" charset="0"/>
                            </a:rPr>
                          </m:ctrlPr>
                        </m:fPr>
                        <m:num>
                          <m:r>
                            <m:rPr>
                              <m:sty m:val="p"/>
                            </m:rPr>
                            <a:rPr lang="en-US">
                              <a:latin typeface="Cambria Math" panose="02040503050406030204" pitchFamily="18" charset="0"/>
                              <a:ea typeface="Cambria Math" panose="02040503050406030204" pitchFamily="18" charset="0"/>
                            </a:rPr>
                            <m:t>cycle</m:t>
                          </m:r>
                        </m:num>
                        <m:den>
                          <m:r>
                            <m:rPr>
                              <m:sty m:val="p"/>
                            </m:rPr>
                            <a:rPr lang="en-US">
                              <a:latin typeface="Cambria Math" panose="02040503050406030204" pitchFamily="18" charset="0"/>
                              <a:ea typeface="Cambria Math" panose="02040503050406030204" pitchFamily="18" charset="0"/>
                            </a:rPr>
                            <m:t>sec</m:t>
                          </m:r>
                        </m:den>
                      </m:f>
                      <m:r>
                        <a:rPr lang="en-US">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m:rPr>
                              <m:sty m:val="p"/>
                            </m:rPr>
                            <a:rPr lang="en-US">
                              <a:latin typeface="Cambria Math" panose="02040503050406030204" pitchFamily="18" charset="0"/>
                              <a:ea typeface="Cambria Math" panose="02040503050406030204" pitchFamily="18" charset="0"/>
                            </a:rPr>
                            <m:t>m</m:t>
                          </m:r>
                        </m:num>
                        <m:den>
                          <m:r>
                            <m:rPr>
                              <m:sty m:val="p"/>
                            </m:rPr>
                            <a:rPr lang="en-US">
                              <a:latin typeface="Cambria Math" panose="02040503050406030204" pitchFamily="18" charset="0"/>
                              <a:ea typeface="Cambria Math" panose="02040503050406030204" pitchFamily="18" charset="0"/>
                            </a:rPr>
                            <m:t>s</m:t>
                          </m:r>
                        </m:den>
                      </m:f>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which</m:t>
                      </m:r>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is</m:t>
                      </m:r>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velocity</m:t>
                      </m:r>
                      <m:r>
                        <a:rPr lang="en-US" b="0" i="0" smtClean="0">
                          <a:latin typeface="Cambria Math" panose="02040503050406030204" pitchFamily="18" charset="0"/>
                          <a:ea typeface="Cambria Math" panose="02040503050406030204" pitchFamily="18" charset="0"/>
                        </a:rPr>
                        <m:t>. </m:t>
                      </m:r>
                    </m:oMath>
                  </m:oMathPara>
                </a14:m>
                <a:endParaRPr lang="en-US" b="0"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m:rPr>
                          <m:sty m:val="p"/>
                        </m:rPr>
                        <a:rPr lang="en-US" b="0" i="0" dirty="0" smtClean="0">
                          <a:latin typeface="Cambria Math" panose="02040503050406030204" pitchFamily="18" charset="0"/>
                        </a:rPr>
                        <m:t>Phase</m:t>
                      </m:r>
                      <m:r>
                        <a:rPr lang="en-US" b="0" i="0" dirty="0" smtClean="0">
                          <a:latin typeface="Cambria Math" panose="02040503050406030204" pitchFamily="18" charset="0"/>
                        </a:rPr>
                        <m:t> </m:t>
                      </m:r>
                      <m:r>
                        <m:rPr>
                          <m:sty m:val="p"/>
                        </m:rPr>
                        <a:rPr lang="en-US" b="0" i="0" dirty="0" smtClean="0">
                          <a:latin typeface="Cambria Math" panose="02040503050406030204" pitchFamily="18" charset="0"/>
                        </a:rPr>
                        <m:t>Velocity</m:t>
                      </m:r>
                      <m:r>
                        <a:rPr lang="en-US" b="1" i="0" dirty="0" smtClean="0">
                          <a:latin typeface="Cambria Math" panose="02040503050406030204" pitchFamily="18" charset="0"/>
                        </a:rPr>
                        <m:t>:  </m:t>
                      </m:r>
                      <m:sSub>
                        <m:sSubPr>
                          <m:ctrlPr>
                            <a:rPr lang="en-US" i="1" dirty="0">
                              <a:latin typeface="Cambria Math" panose="02040503050406030204" pitchFamily="18" charset="0"/>
                            </a:rPr>
                          </m:ctrlPr>
                        </m:sSubPr>
                        <m:e>
                          <m:r>
                            <m:rPr>
                              <m:sty m:val="p"/>
                            </m:rPr>
                            <a:rPr lang="en-US" b="0" i="0" dirty="0" smtClean="0">
                              <a:latin typeface="Cambria Math" panose="02040503050406030204" pitchFamily="18" charset="0"/>
                            </a:rPr>
                            <m:t>u</m:t>
                          </m:r>
                        </m:e>
                        <m:sub>
                          <m:r>
                            <m:rPr>
                              <m:sty m:val="p"/>
                            </m:rPr>
                            <a:rPr lang="en-US" b="0" i="0" dirty="0">
                              <a:latin typeface="Cambria Math" panose="02040503050406030204" pitchFamily="18" charset="0"/>
                            </a:rPr>
                            <m:t>p</m:t>
                          </m:r>
                        </m:sub>
                      </m:sSub>
                      <m:r>
                        <a:rPr lang="en-US" b="0" i="0" dirty="0">
                          <a:latin typeface="Cambria Math" panose="02040503050406030204" pitchFamily="18" charset="0"/>
                        </a:rPr>
                        <m:t>=</m:t>
                      </m:r>
                      <m:f>
                        <m:fPr>
                          <m:ctrlPr>
                            <a:rPr lang="en-US" i="1" dirty="0">
                              <a:latin typeface="Cambria Math" panose="02040503050406030204" pitchFamily="18" charset="0"/>
                            </a:rPr>
                          </m:ctrlPr>
                        </m:fPr>
                        <m:num>
                          <m:r>
                            <m:rPr>
                              <m:sty m:val="p"/>
                            </m:rPr>
                            <a:rPr lang="el-GR" b="0" i="0">
                              <a:latin typeface="Cambria Math" panose="02040503050406030204" pitchFamily="18" charset="0"/>
                            </a:rPr>
                            <m:t>λ</m:t>
                          </m:r>
                        </m:num>
                        <m:den>
                          <m:r>
                            <m:rPr>
                              <m:sty m:val="p"/>
                            </m:rPr>
                            <a:rPr lang="en-US" b="0" i="0" dirty="0">
                              <a:latin typeface="Cambria Math" panose="02040503050406030204" pitchFamily="18" charset="0"/>
                            </a:rPr>
                            <m:t>T</m:t>
                          </m:r>
                        </m:den>
                      </m:f>
                      <m:r>
                        <a:rPr lang="en-US" b="0" i="0" dirty="0">
                          <a:latin typeface="Cambria Math" panose="02040503050406030204" pitchFamily="18" charset="0"/>
                        </a:rPr>
                        <m:t>=</m:t>
                      </m:r>
                      <m:r>
                        <m:rPr>
                          <m:sty m:val="p"/>
                        </m:rPr>
                        <a:rPr lang="el-GR" b="0" i="0">
                          <a:latin typeface="Cambria Math" panose="02040503050406030204" pitchFamily="18" charset="0"/>
                        </a:rPr>
                        <m:t>λ</m:t>
                      </m:r>
                      <m:r>
                        <m:rPr>
                          <m:sty m:val="p"/>
                        </m:rPr>
                        <a:rPr lang="en-US" b="0" i="0">
                          <a:latin typeface="Cambria Math" panose="02040503050406030204" pitchFamily="18" charset="0"/>
                          <a:ea typeface="Cambria Math" panose="02040503050406030204" pitchFamily="18" charset="0"/>
                        </a:rPr>
                        <m:t>f</m:t>
                      </m:r>
                      <m:r>
                        <a:rPr lang="en-US" b="1" i="0" smtClean="0">
                          <a:latin typeface="Cambria Math" panose="02040503050406030204" pitchFamily="18" charset="0"/>
                          <a:ea typeface="Cambria Math" panose="02040503050406030204" pitchFamily="18" charset="0"/>
                        </a:rPr>
                        <m:t>.</m:t>
                      </m:r>
                    </m:oMath>
                  </m:oMathPara>
                </a14:m>
                <a:endParaRPr lang="en-US" b="1" dirty="0">
                  <a:latin typeface="Cambria Math" panose="02040503050406030204" pitchFamily="18" charset="0"/>
                  <a:ea typeface="Cambria Math" panose="02040503050406030204" pitchFamily="18" charset="0"/>
                </a:endParaRPr>
              </a:p>
              <a:p>
                <a:endParaRPr lang="en-US" b="1" dirty="0">
                  <a:latin typeface="Cambria Math" panose="02040503050406030204" pitchFamily="18" charset="0"/>
                  <a:ea typeface="Cambria Math" panose="02040503050406030204" pitchFamily="18" charset="0"/>
                </a:endParaRPr>
              </a:p>
              <a:p>
                <a:pPr lvl="1"/>
                <a:r>
                  <a:rPr lang="en-US" dirty="0">
                    <a:latin typeface="Cambria Math" panose="02040503050406030204" pitchFamily="18" charset="0"/>
                    <a:ea typeface="Cambria Math" panose="02040503050406030204" pitchFamily="18" charset="0"/>
                  </a:rPr>
                  <a:t>For Electromagnetic waves traveling though space:  </a:t>
                </a:r>
                <a14:m>
                  <m:oMath xmlns:m="http://schemas.openxmlformats.org/officeDocument/2006/math">
                    <m:sSub>
                      <m:sSubPr>
                        <m:ctrlPr>
                          <a:rPr lang="en-US" i="1" dirty="0">
                            <a:latin typeface="Cambria Math" panose="02040503050406030204" pitchFamily="18" charset="0"/>
                          </a:rPr>
                        </m:ctrlPr>
                      </m:sSubPr>
                      <m:e>
                        <m:r>
                          <m:rPr>
                            <m:sty m:val="p"/>
                          </m:rPr>
                          <a:rPr lang="en-US" b="0" i="1" dirty="0">
                            <a:latin typeface="Cambria Math" panose="02040503050406030204" pitchFamily="18" charset="0"/>
                          </a:rPr>
                          <m:t>u</m:t>
                        </m:r>
                      </m:e>
                      <m:sub>
                        <m:r>
                          <m:rPr>
                            <m:sty m:val="p"/>
                          </m:rPr>
                          <a:rPr lang="en-US" b="0" i="1" dirty="0">
                            <a:latin typeface="Cambria Math" panose="02040503050406030204" pitchFamily="18" charset="0"/>
                          </a:rPr>
                          <m:t>p</m:t>
                        </m:r>
                      </m:sub>
                    </m:sSub>
                    <m:r>
                      <a:rPr lang="en-US" b="0" dirty="0">
                        <a:latin typeface="Cambria Math" panose="02040503050406030204" pitchFamily="18" charset="0"/>
                      </a:rPr>
                      <m:t>=</m:t>
                    </m:r>
                    <m:r>
                      <m:rPr>
                        <m:sty m:val="p"/>
                      </m:rPr>
                      <a:rPr lang="en-US" b="0" i="0" dirty="0" smtClean="0">
                        <a:latin typeface="Cambria Math" panose="02040503050406030204" pitchFamily="18" charset="0"/>
                      </a:rPr>
                      <m:t>c</m:t>
                    </m:r>
                    <m:r>
                      <a:rPr lang="en-US" b="0" i="0" dirty="0" smtClean="0">
                        <a:latin typeface="Cambria Math" panose="02040503050406030204" pitchFamily="18" charset="0"/>
                      </a:rPr>
                      <m:t>=3 </m:t>
                    </m:r>
                    <m:r>
                      <m:rPr>
                        <m:sty m:val="p"/>
                      </m:rPr>
                      <a:rPr lang="en-US" b="0" i="0" dirty="0" smtClean="0">
                        <a:latin typeface="Cambria Math" panose="02040503050406030204" pitchFamily="18" charset="0"/>
                      </a:rPr>
                      <m:t>x</m:t>
                    </m:r>
                    <m:r>
                      <a:rPr lang="en-US" b="0" i="0" dirty="0" smtClean="0">
                        <a:latin typeface="Cambria Math" panose="02040503050406030204" pitchFamily="18" charset="0"/>
                      </a:rPr>
                      <m:t> </m:t>
                    </m:r>
                    <m:sSup>
                      <m:sSupPr>
                        <m:ctrlPr>
                          <a:rPr lang="en-US" i="1" dirty="0" smtClean="0">
                            <a:latin typeface="Cambria Math" panose="02040503050406030204" pitchFamily="18" charset="0"/>
                          </a:rPr>
                        </m:ctrlPr>
                      </m:sSupPr>
                      <m:e>
                        <m:r>
                          <a:rPr lang="en-US" b="0" i="0" dirty="0" smtClean="0">
                            <a:latin typeface="Cambria Math" panose="02040503050406030204" pitchFamily="18" charset="0"/>
                          </a:rPr>
                          <m:t>10</m:t>
                        </m:r>
                      </m:e>
                      <m:sup>
                        <m:r>
                          <a:rPr lang="en-US" b="0" i="0" dirty="0" smtClean="0">
                            <a:latin typeface="Cambria Math" panose="02040503050406030204" pitchFamily="18" charset="0"/>
                          </a:rPr>
                          <m:t>8</m:t>
                        </m:r>
                      </m:sup>
                    </m:sSup>
                    <m:f>
                      <m:fPr>
                        <m:type m:val="lin"/>
                        <m:ctrlPr>
                          <a:rPr lang="en-US" i="1" dirty="0" smtClean="0">
                            <a:latin typeface="Cambria Math" panose="02040503050406030204" pitchFamily="18" charset="0"/>
                          </a:rPr>
                        </m:ctrlPr>
                      </m:fPr>
                      <m:num>
                        <m:r>
                          <m:rPr>
                            <m:sty m:val="p"/>
                          </m:rPr>
                          <a:rPr lang="en-US" b="0" i="0" dirty="0" smtClean="0">
                            <a:latin typeface="Cambria Math" panose="02040503050406030204" pitchFamily="18" charset="0"/>
                          </a:rPr>
                          <m:t>m</m:t>
                        </m:r>
                      </m:num>
                      <m:den>
                        <m:r>
                          <m:rPr>
                            <m:sty m:val="p"/>
                          </m:rPr>
                          <a:rPr lang="en-US" b="0" i="0" dirty="0" smtClean="0">
                            <a:latin typeface="Cambria Math" panose="02040503050406030204" pitchFamily="18" charset="0"/>
                          </a:rPr>
                          <m:t>s</m:t>
                        </m:r>
                      </m:den>
                    </m:f>
                    <m:r>
                      <a:rPr lang="en-US" b="0" i="1" dirty="0" smtClean="0">
                        <a:latin typeface="Cambria Math" panose="02040503050406030204" pitchFamily="18" charset="0"/>
                      </a:rPr>
                      <m:t>.</m:t>
                    </m:r>
                  </m:oMath>
                </a14:m>
                <a:endParaRPr lang="en-US" b="0" dirty="0">
                  <a:latin typeface="Cambria Math" panose="02040503050406030204" pitchFamily="18" charset="0"/>
                </a:endParaRPr>
              </a:p>
              <a:p>
                <a:pPr lvl="1"/>
                <a:endParaRPr lang="en-US" dirty="0">
                  <a:latin typeface="Cambria Math" panose="02040503050406030204" pitchFamily="18" charset="0"/>
                </a:endParaRPr>
              </a:p>
              <a:p>
                <a:pPr lvl="1"/>
                <a:r>
                  <a:rPr lang="en-US" dirty="0">
                    <a:latin typeface="Cambria Math" panose="02040503050406030204" pitchFamily="18" charset="0"/>
                    <a:ea typeface="Cambria Math" panose="02040503050406030204" pitchFamily="18" charset="0"/>
                  </a:rPr>
                  <a:t>For Electromagnetic waves traveling along a cable:  </a:t>
                </a:r>
                <a14:m>
                  <m:oMath xmlns:m="http://schemas.openxmlformats.org/officeDocument/2006/math">
                    <m:sSub>
                      <m:sSubPr>
                        <m:ctrlPr>
                          <a:rPr lang="en-US" i="1" dirty="0">
                            <a:latin typeface="Cambria Math" panose="02040503050406030204" pitchFamily="18" charset="0"/>
                          </a:rPr>
                        </m:ctrlPr>
                      </m:sSubPr>
                      <m:e>
                        <m:r>
                          <m:rPr>
                            <m:sty m:val="p"/>
                          </m:rPr>
                          <a:rPr lang="en-US" i="1" dirty="0">
                            <a:latin typeface="Cambria Math" panose="02040503050406030204" pitchFamily="18" charset="0"/>
                          </a:rPr>
                          <m:t>u</m:t>
                        </m:r>
                      </m:e>
                      <m:sub>
                        <m:r>
                          <m:rPr>
                            <m:sty m:val="p"/>
                          </m:rPr>
                          <a:rPr lang="en-US" i="1" dirty="0">
                            <a:latin typeface="Cambria Math" panose="02040503050406030204" pitchFamily="18" charset="0"/>
                          </a:rPr>
                          <m:t>p</m:t>
                        </m:r>
                      </m:sub>
                    </m:sSub>
                    <m:r>
                      <a:rPr lang="en-US" dirty="0">
                        <a:latin typeface="Cambria Math" panose="02040503050406030204" pitchFamily="18" charset="0"/>
                        <a:ea typeface="Cambria Math" panose="02040503050406030204" pitchFamily="18" charset="0"/>
                      </a:rPr>
                      <m:t>≈</m:t>
                    </m:r>
                    <m:d>
                      <m:dPr>
                        <m:ctrlPr>
                          <a:rPr lang="en-US" i="1" dirty="0">
                            <a:latin typeface="Cambria Math" panose="02040503050406030204" pitchFamily="18" charset="0"/>
                            <a:ea typeface="Cambria Math" panose="02040503050406030204" pitchFamily="18" charset="0"/>
                          </a:rPr>
                        </m:ctrlPr>
                      </m:dPr>
                      <m:e>
                        <m:f>
                          <m:fPr>
                            <m:type m:val="lin"/>
                            <m:ctrlPr>
                              <a:rPr lang="en-US" i="1" dirty="0">
                                <a:latin typeface="Cambria Math" panose="02040503050406030204" pitchFamily="18" charset="0"/>
                                <a:ea typeface="Cambria Math" panose="02040503050406030204" pitchFamily="18" charset="0"/>
                              </a:rPr>
                            </m:ctrlPr>
                          </m:fPr>
                          <m:num>
                            <m:r>
                              <a:rPr lang="en-US" i="1" dirty="0">
                                <a:latin typeface="Cambria Math" panose="02040503050406030204" pitchFamily="18" charset="0"/>
                                <a:ea typeface="Cambria Math" panose="02040503050406030204" pitchFamily="18" charset="0"/>
                              </a:rPr>
                              <m:t>2</m:t>
                            </m:r>
                          </m:num>
                          <m:den>
                            <m:r>
                              <a:rPr lang="en-US" i="1" dirty="0">
                                <a:latin typeface="Cambria Math" panose="02040503050406030204" pitchFamily="18" charset="0"/>
                                <a:ea typeface="Cambria Math" panose="02040503050406030204" pitchFamily="18" charset="0"/>
                              </a:rPr>
                              <m:t>3</m:t>
                            </m:r>
                          </m:den>
                        </m:f>
                      </m:e>
                    </m:d>
                    <m:r>
                      <m:rPr>
                        <m:sty m:val="p"/>
                      </m:rPr>
                      <a:rPr lang="en-US" dirty="0">
                        <a:latin typeface="Cambria Math" panose="02040503050406030204" pitchFamily="18" charset="0"/>
                        <a:ea typeface="Cambria Math" panose="02040503050406030204" pitchFamily="18" charset="0"/>
                      </a:rPr>
                      <m:t>c</m:t>
                    </m:r>
                    <m:r>
                      <a:rPr lang="en-US" b="0" i="1" dirty="0" smtClean="0">
                        <a:latin typeface="Cambria Math" panose="02040503050406030204" pitchFamily="18" charset="0"/>
                        <a:ea typeface="Cambria Math" panose="02040503050406030204" pitchFamily="18" charset="0"/>
                      </a:rPr>
                      <m:t>=</m:t>
                    </m:r>
                    <m:r>
                      <a:rPr lang="en-US" b="0" i="0" dirty="0" smtClean="0">
                        <a:latin typeface="Cambria Math" panose="02040503050406030204" pitchFamily="18" charset="0"/>
                        <a:ea typeface="Cambria Math" panose="02040503050406030204" pitchFamily="18" charset="0"/>
                      </a:rPr>
                      <m:t>2</m:t>
                    </m:r>
                    <m:r>
                      <a:rPr lang="en-US" dirty="0">
                        <a:latin typeface="Cambria Math" panose="02040503050406030204" pitchFamily="18" charset="0"/>
                      </a:rPr>
                      <m:t> </m:t>
                    </m:r>
                    <m:r>
                      <m:rPr>
                        <m:sty m:val="p"/>
                      </m:rPr>
                      <a:rPr lang="en-US" dirty="0">
                        <a:latin typeface="Cambria Math" panose="02040503050406030204" pitchFamily="18" charset="0"/>
                      </a:rPr>
                      <m:t>x</m:t>
                    </m:r>
                    <m:r>
                      <a:rPr lang="en-US" dirty="0">
                        <a:latin typeface="Cambria Math" panose="02040503050406030204" pitchFamily="18" charset="0"/>
                      </a:rPr>
                      <m:t> </m:t>
                    </m:r>
                    <m:sSup>
                      <m:sSupPr>
                        <m:ctrlPr>
                          <a:rPr lang="en-US" i="1" dirty="0">
                            <a:latin typeface="Cambria Math" panose="02040503050406030204" pitchFamily="18" charset="0"/>
                          </a:rPr>
                        </m:ctrlPr>
                      </m:sSupPr>
                      <m:e>
                        <m:r>
                          <a:rPr lang="en-US" dirty="0">
                            <a:latin typeface="Cambria Math" panose="02040503050406030204" pitchFamily="18" charset="0"/>
                          </a:rPr>
                          <m:t>10</m:t>
                        </m:r>
                      </m:e>
                      <m:sup>
                        <m:r>
                          <a:rPr lang="en-US" dirty="0">
                            <a:latin typeface="Cambria Math" panose="02040503050406030204" pitchFamily="18" charset="0"/>
                          </a:rPr>
                          <m:t>8</m:t>
                        </m:r>
                      </m:sup>
                    </m:sSup>
                    <m:f>
                      <m:fPr>
                        <m:type m:val="lin"/>
                        <m:ctrlPr>
                          <a:rPr lang="en-US" i="1" dirty="0">
                            <a:latin typeface="Cambria Math" panose="02040503050406030204" pitchFamily="18" charset="0"/>
                          </a:rPr>
                        </m:ctrlPr>
                      </m:fPr>
                      <m:num>
                        <m:r>
                          <m:rPr>
                            <m:sty m:val="p"/>
                          </m:rPr>
                          <a:rPr lang="en-US" dirty="0">
                            <a:latin typeface="Cambria Math" panose="02040503050406030204" pitchFamily="18" charset="0"/>
                          </a:rPr>
                          <m:t>m</m:t>
                        </m:r>
                      </m:num>
                      <m:den>
                        <m:r>
                          <m:rPr>
                            <m:sty m:val="p"/>
                          </m:rPr>
                          <a:rPr lang="en-US" dirty="0">
                            <a:latin typeface="Cambria Math" panose="02040503050406030204" pitchFamily="18" charset="0"/>
                          </a:rPr>
                          <m:t>s</m:t>
                        </m:r>
                      </m:den>
                    </m:f>
                    <m:r>
                      <a:rPr lang="en-US" i="1" dirty="0">
                        <a:latin typeface="Cambria Math" panose="02040503050406030204" pitchFamily="18" charset="0"/>
                      </a:rPr>
                      <m:t>.</m:t>
                    </m:r>
                  </m:oMath>
                </a14:m>
                <a:r>
                  <a:rPr lang="en-US" dirty="0"/>
                  <a:t> </a:t>
                </a:r>
                <a:endParaRPr lang="en-US" dirty="0">
                  <a:latin typeface="Cambria Math" panose="02040503050406030204" pitchFamily="18" charset="0"/>
                </a:endParaRPr>
              </a:p>
              <a:p>
                <a:pPr lvl="1"/>
                <a:endParaRPr lang="en-US" dirty="0">
                  <a:latin typeface="Cambria Math" panose="02040503050406030204" pitchFamily="18" charset="0"/>
                </a:endParaRPr>
              </a:p>
              <a:p>
                <a:pPr lvl="1"/>
                <a:r>
                  <a:rPr lang="en-US" dirty="0">
                    <a:latin typeface="Cambria Math" panose="02040503050406030204" pitchFamily="18" charset="0"/>
                    <a:ea typeface="Cambria Math" panose="02040503050406030204" pitchFamily="18" charset="0"/>
                  </a:rPr>
                  <a:t>For Electromagnetic waves traveling though liquid water:  </a:t>
                </a:r>
                <a14:m>
                  <m:oMath xmlns:m="http://schemas.openxmlformats.org/officeDocument/2006/math">
                    <m:sSub>
                      <m:sSubPr>
                        <m:ctrlPr>
                          <a:rPr lang="en-US" i="1" dirty="0">
                            <a:latin typeface="Cambria Math" panose="02040503050406030204" pitchFamily="18" charset="0"/>
                          </a:rPr>
                        </m:ctrlPr>
                      </m:sSubPr>
                      <m:e>
                        <m:r>
                          <m:rPr>
                            <m:sty m:val="p"/>
                          </m:rPr>
                          <a:rPr lang="en-US" i="1" dirty="0">
                            <a:latin typeface="Cambria Math" panose="02040503050406030204" pitchFamily="18" charset="0"/>
                          </a:rPr>
                          <m:t>u</m:t>
                        </m:r>
                      </m:e>
                      <m:sub>
                        <m:r>
                          <m:rPr>
                            <m:sty m:val="p"/>
                          </m:rPr>
                          <a:rPr lang="en-US" i="1" dirty="0">
                            <a:latin typeface="Cambria Math" panose="02040503050406030204" pitchFamily="18" charset="0"/>
                          </a:rPr>
                          <m:t>p</m:t>
                        </m:r>
                      </m:sub>
                    </m:sSub>
                    <m:r>
                      <a:rPr lang="en-US" dirty="0">
                        <a:latin typeface="Cambria Math" panose="02040503050406030204" pitchFamily="18" charset="0"/>
                      </a:rPr>
                      <m:t>=</m:t>
                    </m:r>
                    <m:r>
                      <a:rPr lang="en-US" b="0" i="0" dirty="0" smtClean="0">
                        <a:latin typeface="Cambria Math" panose="02040503050406030204" pitchFamily="18" charset="0"/>
                      </a:rPr>
                      <m:t>0.</m:t>
                    </m:r>
                    <m:r>
                      <a:rPr lang="en-US" dirty="0">
                        <a:latin typeface="Cambria Math" panose="02040503050406030204" pitchFamily="18" charset="0"/>
                      </a:rPr>
                      <m:t>3</m:t>
                    </m:r>
                    <m:r>
                      <a:rPr lang="en-US" b="0" i="0" dirty="0" smtClean="0">
                        <a:latin typeface="Cambria Math" panose="02040503050406030204" pitchFamily="18" charset="0"/>
                      </a:rPr>
                      <m:t>3</m:t>
                    </m:r>
                    <m:r>
                      <a:rPr lang="en-US" dirty="0">
                        <a:latin typeface="Cambria Math" panose="02040503050406030204" pitchFamily="18" charset="0"/>
                      </a:rPr>
                      <m:t> </m:t>
                    </m:r>
                    <m:r>
                      <m:rPr>
                        <m:sty m:val="p"/>
                      </m:rPr>
                      <a:rPr lang="en-US" dirty="0">
                        <a:latin typeface="Cambria Math" panose="02040503050406030204" pitchFamily="18" charset="0"/>
                      </a:rPr>
                      <m:t>x</m:t>
                    </m:r>
                    <m:r>
                      <a:rPr lang="en-US" dirty="0">
                        <a:latin typeface="Cambria Math" panose="02040503050406030204" pitchFamily="18" charset="0"/>
                      </a:rPr>
                      <m:t> </m:t>
                    </m:r>
                    <m:sSup>
                      <m:sSupPr>
                        <m:ctrlPr>
                          <a:rPr lang="en-US" i="1" dirty="0">
                            <a:latin typeface="Cambria Math" panose="02040503050406030204" pitchFamily="18" charset="0"/>
                          </a:rPr>
                        </m:ctrlPr>
                      </m:sSupPr>
                      <m:e>
                        <m:r>
                          <a:rPr lang="en-US" dirty="0">
                            <a:latin typeface="Cambria Math" panose="02040503050406030204" pitchFamily="18" charset="0"/>
                          </a:rPr>
                          <m:t>10</m:t>
                        </m:r>
                      </m:e>
                      <m:sup>
                        <m:r>
                          <a:rPr lang="en-US" dirty="0">
                            <a:latin typeface="Cambria Math" panose="02040503050406030204" pitchFamily="18" charset="0"/>
                          </a:rPr>
                          <m:t>8</m:t>
                        </m:r>
                      </m:sup>
                    </m:sSup>
                    <m:f>
                      <m:fPr>
                        <m:type m:val="lin"/>
                        <m:ctrlPr>
                          <a:rPr lang="en-US" i="1" dirty="0">
                            <a:latin typeface="Cambria Math" panose="02040503050406030204" pitchFamily="18" charset="0"/>
                          </a:rPr>
                        </m:ctrlPr>
                      </m:fPr>
                      <m:num>
                        <m:r>
                          <m:rPr>
                            <m:sty m:val="p"/>
                          </m:rPr>
                          <a:rPr lang="en-US" dirty="0">
                            <a:latin typeface="Cambria Math" panose="02040503050406030204" pitchFamily="18" charset="0"/>
                          </a:rPr>
                          <m:t>m</m:t>
                        </m:r>
                      </m:num>
                      <m:den>
                        <m:r>
                          <m:rPr>
                            <m:sty m:val="p"/>
                          </m:rPr>
                          <a:rPr lang="en-US" dirty="0">
                            <a:latin typeface="Cambria Math" panose="02040503050406030204" pitchFamily="18" charset="0"/>
                          </a:rPr>
                          <m:t>s</m:t>
                        </m:r>
                      </m:den>
                    </m:f>
                    <m:r>
                      <a:rPr lang="en-US" i="1" dirty="0">
                        <a:latin typeface="Cambria Math" panose="02040503050406030204" pitchFamily="18" charset="0"/>
                      </a:rPr>
                      <m:t>.</m:t>
                    </m:r>
                  </m:oMath>
                </a14:m>
                <a:r>
                  <a:rPr lang="en-US" dirty="0"/>
                  <a:t> </a:t>
                </a:r>
              </a:p>
            </p:txBody>
          </p:sp>
        </mc:Choice>
        <mc:Fallback xmlns="">
          <p:sp>
            <p:nvSpPr>
              <p:cNvPr id="7" name="Rectangle 6"/>
              <p:cNvSpPr>
                <a:spLocks noRot="1" noChangeAspect="1" noMove="1" noResize="1" noEditPoints="1" noAdjustHandles="1" noChangeArrowheads="1" noChangeShapeType="1" noTextEdit="1"/>
              </p:cNvSpPr>
              <p:nvPr/>
            </p:nvSpPr>
            <p:spPr>
              <a:xfrm>
                <a:off x="219075" y="687685"/>
                <a:ext cx="11753850" cy="5996706"/>
              </a:xfrm>
              <a:prstGeom prst="rect">
                <a:avLst/>
              </a:prstGeom>
              <a:blipFill>
                <a:blip r:embed="rId2"/>
                <a:stretch>
                  <a:fillRect b="-9164"/>
                </a:stretch>
              </a:blipFill>
            </p:spPr>
            <p:txBody>
              <a:bodyPr/>
              <a:lstStyle/>
              <a:p>
                <a:r>
                  <a:rPr lang="en-US">
                    <a:noFill/>
                  </a:rPr>
                  <a:t> </a:t>
                </a:r>
              </a:p>
            </p:txBody>
          </p:sp>
        </mc:Fallback>
      </mc:AlternateContent>
    </p:spTree>
    <p:extLst>
      <p:ext uri="{BB962C8B-B14F-4D97-AF65-F5344CB8AC3E}">
        <p14:creationId xmlns:p14="http://schemas.microsoft.com/office/powerpoint/2010/main" val="32061781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 calcmode="lin" valueType="num">
                                      <p:cBhvr additive="base">
                                        <p:cTn id="7"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anim calcmode="lin" valueType="num">
                                      <p:cBhvr additive="base">
                                        <p:cTn id="11"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xEl>
                                              <p:pRg st="6" end="6"/>
                                            </p:txEl>
                                          </p:spTgt>
                                        </p:tgtEl>
                                        <p:attrNameLst>
                                          <p:attrName>style.visibility</p:attrName>
                                        </p:attrNameLst>
                                      </p:cBhvr>
                                      <p:to>
                                        <p:strVal val="visible"/>
                                      </p:to>
                                    </p:set>
                                    <p:anim calcmode="lin" valueType="num">
                                      <p:cBhvr additive="base">
                                        <p:cTn id="17"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txEl>
                                              <p:pRg st="6" end="6"/>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7">
                                            <p:txEl>
                                              <p:pRg st="7" end="7"/>
                                            </p:txEl>
                                          </p:spTgt>
                                        </p:tgtEl>
                                        <p:attrNameLst>
                                          <p:attrName>style.visibility</p:attrName>
                                        </p:attrNameLst>
                                      </p:cBhvr>
                                      <p:to>
                                        <p:strVal val="visible"/>
                                      </p:to>
                                    </p:set>
                                    <p:anim calcmode="lin" valueType="num">
                                      <p:cBhvr additive="base">
                                        <p:cTn id="21"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7">
                                            <p:txEl>
                                              <p:pRg st="9" end="9"/>
                                            </p:txEl>
                                          </p:spTgt>
                                        </p:tgtEl>
                                        <p:attrNameLst>
                                          <p:attrName>style.visibility</p:attrName>
                                        </p:attrNameLst>
                                      </p:cBhvr>
                                      <p:to>
                                        <p:strVal val="visible"/>
                                      </p:to>
                                    </p:set>
                                    <p:anim calcmode="lin" valueType="num">
                                      <p:cBhvr additive="base">
                                        <p:cTn id="27"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7">
                                            <p:txEl>
                                              <p:pRg st="11" end="11"/>
                                            </p:txEl>
                                          </p:spTgt>
                                        </p:tgtEl>
                                        <p:attrNameLst>
                                          <p:attrName>style.visibility</p:attrName>
                                        </p:attrNameLst>
                                      </p:cBhvr>
                                      <p:to>
                                        <p:strVal val="visible"/>
                                      </p:to>
                                    </p:set>
                                    <p:anim calcmode="lin" valueType="num">
                                      <p:cBhvr additive="base">
                                        <p:cTn id="33" dur="500" fill="hold"/>
                                        <p:tgtEl>
                                          <p:spTgt spid="7">
                                            <p:txEl>
                                              <p:pRg st="11" end="11"/>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7">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7">
                                            <p:txEl>
                                              <p:pRg st="13" end="13"/>
                                            </p:txEl>
                                          </p:spTgt>
                                        </p:tgtEl>
                                        <p:attrNameLst>
                                          <p:attrName>style.visibility</p:attrName>
                                        </p:attrNameLst>
                                      </p:cBhvr>
                                      <p:to>
                                        <p:strVal val="visible"/>
                                      </p:to>
                                    </p:set>
                                    <p:anim calcmode="lin" valueType="num">
                                      <p:cBhvr additive="base">
                                        <p:cTn id="39" dur="500" fill="hold"/>
                                        <p:tgtEl>
                                          <p:spTgt spid="7">
                                            <p:txEl>
                                              <p:pRg st="13" end="13"/>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7">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303673" y="-24714"/>
            <a:ext cx="11484672" cy="553998"/>
          </a:xfrm>
        </p:spPr>
        <p:txBody>
          <a:bodyPr/>
          <a:lstStyle/>
          <a:p>
            <a:pPr algn="ctr"/>
            <a:r>
              <a:rPr lang="en-US" sz="4000"/>
              <a:t>Traveling Sinusoidal Waves in Lossless Medium</a:t>
            </a:r>
          </a:p>
        </p:txBody>
      </p:sp>
      <mc:AlternateContent xmlns:mc="http://schemas.openxmlformats.org/markup-compatibility/2006" xmlns:a14="http://schemas.microsoft.com/office/drawing/2010/main">
        <mc:Choice Requires="a14">
          <p:sp>
            <p:nvSpPr>
              <p:cNvPr id="7" name="Rectangle 6"/>
              <p:cNvSpPr/>
              <p:nvPr/>
            </p:nvSpPr>
            <p:spPr>
              <a:xfrm>
                <a:off x="278959" y="636232"/>
                <a:ext cx="11632952" cy="615277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y</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x</m:t>
                          </m:r>
                          <m:r>
                            <a:rPr lang="en-US" b="0" i="0" smtClean="0">
                              <a:latin typeface="Cambria Math" panose="02040503050406030204" pitchFamily="18" charset="0"/>
                            </a:rPr>
                            <m:t>,</m:t>
                          </m:r>
                          <m:r>
                            <m:rPr>
                              <m:sty m:val="p"/>
                            </m:rPr>
                            <a:rPr lang="en-US" b="0" i="0" smtClean="0">
                              <a:latin typeface="Cambria Math" panose="02040503050406030204" pitchFamily="18" charset="0"/>
                            </a:rPr>
                            <m:t>t</m:t>
                          </m:r>
                        </m:e>
                      </m:d>
                      <m:r>
                        <a:rPr lang="en-US" b="0" i="0" smtClean="0">
                          <a:latin typeface="Cambria Math" panose="02040503050406030204" pitchFamily="18" charset="0"/>
                        </a:rPr>
                        <m:t>=</m:t>
                      </m:r>
                      <m:r>
                        <m:rPr>
                          <m:sty m:val="p"/>
                        </m:rPr>
                        <a:rPr lang="en-US" b="0" i="0" smtClean="0">
                          <a:latin typeface="Cambria Math" panose="02040503050406030204" pitchFamily="18" charset="0"/>
                        </a:rPr>
                        <m:t>Acos</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0" smtClean="0">
                                  <a:latin typeface="Cambria Math" panose="02040503050406030204" pitchFamily="18" charset="0"/>
                                </a:rPr>
                                <m:t>2</m:t>
                              </m:r>
                              <m:r>
                                <m:rPr>
                                  <m:sty m:val="p"/>
                                </m:rPr>
                                <a:rPr lang="en-US" b="0" i="0" smtClean="0">
                                  <a:latin typeface="Cambria Math" panose="02040503050406030204" pitchFamily="18" charset="0"/>
                                  <a:ea typeface="Cambria Math" panose="02040503050406030204" pitchFamily="18" charset="0"/>
                                </a:rPr>
                                <m:t>πt</m:t>
                              </m:r>
                            </m:num>
                            <m:den>
                              <m:r>
                                <m:rPr>
                                  <m:sty m:val="p"/>
                                </m:rPr>
                                <a:rPr lang="en-US" b="0" i="0" smtClean="0">
                                  <a:latin typeface="Cambria Math" panose="02040503050406030204" pitchFamily="18" charset="0"/>
                                </a:rPr>
                                <m:t>T</m:t>
                              </m:r>
                            </m:den>
                          </m:f>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0" smtClean="0">
                                  <a:latin typeface="Cambria Math" panose="02040503050406030204" pitchFamily="18" charset="0"/>
                                </a:rPr>
                                <m:t>2</m:t>
                              </m:r>
                              <m:r>
                                <m:rPr>
                                  <m:sty m:val="p"/>
                                </m:rPr>
                                <a:rPr lang="en-US" b="0" i="0" smtClean="0">
                                  <a:latin typeface="Cambria Math" panose="02040503050406030204" pitchFamily="18" charset="0"/>
                                  <a:ea typeface="Cambria Math" panose="02040503050406030204" pitchFamily="18" charset="0"/>
                                </a:rPr>
                                <m:t>πx</m:t>
                              </m:r>
                            </m:num>
                            <m:den>
                              <m:r>
                                <m:rPr>
                                  <m:sty m:val="p"/>
                                </m:rPr>
                                <a:rPr lang="el-GR" b="0" i="0" smtClean="0">
                                  <a:latin typeface="Cambria Math" panose="02040503050406030204" pitchFamily="18" charset="0"/>
                                </a:rPr>
                                <m:t>λ</m:t>
                              </m:r>
                            </m:den>
                          </m:f>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ea typeface="Cambria Math" panose="02040503050406030204" pitchFamily="18" charset="0"/>
                                </a:rPr>
                                <m:t>θ</m:t>
                              </m:r>
                            </m:e>
                            <m:sub>
                              <m:r>
                                <a:rPr lang="en-US" b="0" i="0" smtClean="0">
                                  <a:latin typeface="Cambria Math" panose="02040503050406030204" pitchFamily="18" charset="0"/>
                                </a:rPr>
                                <m:t>0</m:t>
                              </m:r>
                            </m:sub>
                          </m:sSub>
                        </m:e>
                      </m:d>
                      <m:r>
                        <a:rPr lang="en-US" b="0" i="0" smtClean="0">
                          <a:latin typeface="Cambria Math" panose="02040503050406030204" pitchFamily="18" charset="0"/>
                        </a:rPr>
                        <m:t>=</m:t>
                      </m:r>
                      <m:r>
                        <m:rPr>
                          <m:sty m:val="p"/>
                        </m:rPr>
                        <a:rPr lang="en-US">
                          <a:latin typeface="Cambria Math" panose="02040503050406030204" pitchFamily="18" charset="0"/>
                        </a:rPr>
                        <m:t>Acos</m:t>
                      </m:r>
                      <m:d>
                        <m:dPr>
                          <m:ctrlPr>
                            <a:rPr lang="en-US" i="1">
                              <a:latin typeface="Cambria Math" panose="02040503050406030204" pitchFamily="18" charset="0"/>
                            </a:rPr>
                          </m:ctrlPr>
                        </m:dPr>
                        <m:e>
                          <m:r>
                            <a:rPr lang="en-US" b="0" i="0" smtClean="0">
                              <a:latin typeface="Cambria Math" panose="02040503050406030204" pitchFamily="18" charset="0"/>
                            </a:rPr>
                            <m:t>2</m:t>
                          </m:r>
                          <m:r>
                            <m:rPr>
                              <m:sty m:val="p"/>
                            </m:rPr>
                            <a:rPr lang="el-GR" b="0" i="1" smtClean="0">
                              <a:latin typeface="Cambria Math" panose="02040503050406030204" pitchFamily="18" charset="0"/>
                              <a:ea typeface="Cambria Math" panose="02040503050406030204" pitchFamily="18" charset="0"/>
                            </a:rPr>
                            <m:t>π</m:t>
                          </m:r>
                          <m:r>
                            <m:rPr>
                              <m:sty m:val="p"/>
                            </m:rPr>
                            <a:rPr lang="en-US" b="0" i="0" smtClean="0">
                              <a:latin typeface="Cambria Math" panose="02040503050406030204" pitchFamily="18" charset="0"/>
                              <a:ea typeface="Cambria Math" panose="02040503050406030204" pitchFamily="18" charset="0"/>
                            </a:rPr>
                            <m:t>ft</m:t>
                          </m:r>
                          <m:r>
                            <a:rPr lang="en-US">
                              <a:latin typeface="Cambria Math" panose="02040503050406030204" pitchFamily="18" charset="0"/>
                            </a:rPr>
                            <m:t>−</m:t>
                          </m:r>
                          <m:f>
                            <m:fPr>
                              <m:ctrlPr>
                                <a:rPr lang="en-US" i="1">
                                  <a:latin typeface="Cambria Math" panose="02040503050406030204" pitchFamily="18" charset="0"/>
                                </a:rPr>
                              </m:ctrlPr>
                            </m:fPr>
                            <m:num>
                              <m:r>
                                <a:rPr lang="en-US">
                                  <a:latin typeface="Cambria Math" panose="02040503050406030204" pitchFamily="18" charset="0"/>
                                </a:rPr>
                                <m:t>2</m:t>
                              </m:r>
                              <m:r>
                                <m:rPr>
                                  <m:sty m:val="p"/>
                                </m:rPr>
                                <a:rPr lang="en-US">
                                  <a:latin typeface="Cambria Math" panose="02040503050406030204" pitchFamily="18" charset="0"/>
                                  <a:ea typeface="Cambria Math" panose="02040503050406030204" pitchFamily="18" charset="0"/>
                                </a:rPr>
                                <m:t>πx</m:t>
                              </m:r>
                            </m:num>
                            <m:den>
                              <m:r>
                                <m:rPr>
                                  <m:sty m:val="p"/>
                                </m:rPr>
                                <a:rPr lang="el-GR">
                                  <a:latin typeface="Cambria Math" panose="02040503050406030204" pitchFamily="18" charset="0"/>
                                </a:rPr>
                                <m:t>λ</m:t>
                              </m:r>
                            </m:den>
                          </m:f>
                          <m:r>
                            <a:rPr lang="en-US">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θ</m:t>
                              </m:r>
                            </m:e>
                            <m:sub>
                              <m:r>
                                <a:rPr lang="en-US">
                                  <a:latin typeface="Cambria Math" panose="02040503050406030204" pitchFamily="18" charset="0"/>
                                </a:rPr>
                                <m:t>0</m:t>
                              </m:r>
                            </m:sub>
                          </m:sSub>
                        </m:e>
                      </m:d>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meters</m:t>
                          </m:r>
                        </m:e>
                      </m:d>
                      <m:r>
                        <a:rPr lang="en-US" b="0" i="0" smtClean="0">
                          <a:latin typeface="Cambria Math" panose="02040503050406030204" pitchFamily="18" charset="0"/>
                        </a:rPr>
                        <m:t>.          </m:t>
                      </m:r>
                    </m:oMath>
                  </m:oMathPara>
                </a14:m>
                <a:endParaRPr lang="en-US" dirty="0"/>
              </a:p>
              <a:p>
                <a:pPr algn="just"/>
                <a:endParaRPr lang="en-US" dirty="0">
                  <a:latin typeface="Cambria Math" panose="02040503050406030204" pitchFamily="18" charset="0"/>
                  <a:ea typeface="Cambria Math" panose="02040503050406030204" pitchFamily="18" charset="0"/>
                </a:endParaRPr>
              </a:p>
              <a:p>
                <a:pPr algn="just"/>
                <a14:m>
                  <m:oMathPara xmlns:m="http://schemas.openxmlformats.org/officeDocument/2006/math">
                    <m:oMathParaPr>
                      <m:jc m:val="center"/>
                    </m:oMathParaPr>
                    <m:oMath xmlns:m="http://schemas.openxmlformats.org/officeDocument/2006/math">
                      <m:r>
                        <m:rPr>
                          <m:sty m:val="p"/>
                        </m:rPr>
                        <a:rPr lang="en-US" dirty="0">
                          <a:latin typeface="Cambria Math" panose="02040503050406030204" pitchFamily="18" charset="0"/>
                        </a:rPr>
                        <m:t>A</m:t>
                      </m:r>
                      <m:r>
                        <m:rPr>
                          <m:sty m:val="p"/>
                        </m:rPr>
                        <a:rPr lang="en-US" b="0" i="0" dirty="0" smtClean="0">
                          <a:latin typeface="Cambria Math" panose="02040503050406030204" pitchFamily="18" charset="0"/>
                        </a:rPr>
                        <m:t>ngular</m:t>
                      </m:r>
                      <m:r>
                        <a:rPr lang="en-US" b="0" i="0" dirty="0" smtClean="0">
                          <a:latin typeface="Cambria Math" panose="02040503050406030204" pitchFamily="18" charset="0"/>
                        </a:rPr>
                        <m:t> </m:t>
                      </m:r>
                      <m:r>
                        <m:rPr>
                          <m:sty m:val="p"/>
                        </m:rPr>
                        <a:rPr lang="en-US" b="0" i="0" dirty="0" smtClean="0">
                          <a:latin typeface="Cambria Math" panose="02040503050406030204" pitchFamily="18" charset="0"/>
                        </a:rPr>
                        <m:t>frequency</m:t>
                      </m:r>
                      <m:r>
                        <a:rPr lang="en-US" b="0" i="0" dirty="0" smtClean="0">
                          <a:latin typeface="Cambria Math" panose="02040503050406030204" pitchFamily="18" charset="0"/>
                        </a:rPr>
                        <m:t>: </m:t>
                      </m:r>
                      <m:r>
                        <m:rPr>
                          <m:sty m:val="p"/>
                        </m:rPr>
                        <a:rPr lang="el-GR" b="0" i="0" dirty="0" smtClean="0">
                          <a:latin typeface="Cambria Math" panose="02040503050406030204" pitchFamily="18" charset="0"/>
                          <a:ea typeface="Cambria Math" panose="02040503050406030204" pitchFamily="18" charset="0"/>
                        </a:rPr>
                        <m:t>ω</m:t>
                      </m:r>
                      <m:r>
                        <a:rPr lang="el-GR" i="1">
                          <a:latin typeface="Cambria Math" panose="02040503050406030204" pitchFamily="18" charset="0"/>
                          <a:ea typeface="Cambria Math" panose="02040503050406030204" pitchFamily="18" charset="0"/>
                        </a:rPr>
                        <m:t>≜</m:t>
                      </m:r>
                      <m:r>
                        <a:rPr lang="en-US" b="0" i="0" dirty="0" smtClean="0">
                          <a:latin typeface="Cambria Math" panose="02040503050406030204" pitchFamily="18" charset="0"/>
                          <a:ea typeface="Cambria Math" panose="02040503050406030204" pitchFamily="18" charset="0"/>
                        </a:rPr>
                        <m:t>2</m:t>
                      </m:r>
                      <m:r>
                        <m:rPr>
                          <m:sty m:val="p"/>
                        </m:rPr>
                        <a:rPr lang="en-US" b="0" i="0" dirty="0" smtClean="0">
                          <a:latin typeface="Cambria Math" panose="02040503050406030204" pitchFamily="18" charset="0"/>
                          <a:ea typeface="Cambria Math" panose="02040503050406030204" pitchFamily="18" charset="0"/>
                        </a:rPr>
                        <m:t>πf</m:t>
                      </m:r>
                      <m:r>
                        <a:rPr lang="en-US" b="0" i="0" dirty="0" smtClean="0">
                          <a:latin typeface="Cambria Math" panose="02040503050406030204" pitchFamily="18" charset="0"/>
                          <a:ea typeface="Cambria Math" panose="02040503050406030204" pitchFamily="18" charset="0"/>
                        </a:rPr>
                        <m:t> </m:t>
                      </m:r>
                      <m:f>
                        <m:fPr>
                          <m:ctrlPr>
                            <a:rPr lang="en-US" b="0" i="1" dirty="0" smtClean="0">
                              <a:latin typeface="Cambria Math" panose="02040503050406030204" pitchFamily="18" charset="0"/>
                              <a:ea typeface="Cambria Math" panose="02040503050406030204" pitchFamily="18" charset="0"/>
                            </a:rPr>
                          </m:ctrlPr>
                        </m:fPr>
                        <m:num>
                          <m:r>
                            <m:rPr>
                              <m:sty m:val="p"/>
                            </m:rPr>
                            <a:rPr lang="en-US" b="0" i="0" dirty="0" smtClean="0">
                              <a:latin typeface="Cambria Math" panose="02040503050406030204" pitchFamily="18" charset="0"/>
                              <a:ea typeface="Cambria Math" panose="02040503050406030204" pitchFamily="18" charset="0"/>
                            </a:rPr>
                            <m:t>radian</m:t>
                          </m:r>
                        </m:num>
                        <m:den>
                          <m:r>
                            <m:rPr>
                              <m:sty m:val="p"/>
                            </m:rPr>
                            <a:rPr lang="en-US" b="0" i="0" dirty="0" smtClean="0">
                              <a:latin typeface="Cambria Math" panose="02040503050406030204" pitchFamily="18" charset="0"/>
                              <a:ea typeface="Cambria Math" panose="02040503050406030204" pitchFamily="18" charset="0"/>
                            </a:rPr>
                            <m:t>second</m:t>
                          </m:r>
                        </m:den>
                      </m:f>
                      <m:r>
                        <a:rPr lang="en-US" b="0" i="1" dirty="0" smtClean="0">
                          <a:latin typeface="Cambria Math" panose="02040503050406030204" pitchFamily="18" charset="0"/>
                          <a:ea typeface="Cambria Math" panose="02040503050406030204" pitchFamily="18" charset="0"/>
                        </a:rPr>
                        <m:t>.           </m:t>
                      </m:r>
                      <m:d>
                        <m:dPr>
                          <m:ctrlPr>
                            <a:rPr lang="en-US" b="0" i="1" dirty="0" smtClean="0">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rPr>
                              </m:ctrlPr>
                            </m:fPr>
                            <m:num>
                              <m:r>
                                <a:rPr lang="en-US">
                                  <a:latin typeface="Cambria Math" panose="02040503050406030204" pitchFamily="18" charset="0"/>
                                </a:rPr>
                                <m:t>2</m:t>
                              </m:r>
                              <m:r>
                                <m:rPr>
                                  <m:sty m:val="p"/>
                                </m:rPr>
                                <a:rPr lang="en-US">
                                  <a:latin typeface="Cambria Math" panose="02040503050406030204" pitchFamily="18" charset="0"/>
                                  <a:ea typeface="Cambria Math" panose="02040503050406030204" pitchFamily="18" charset="0"/>
                                </a:rPr>
                                <m:t>πt</m:t>
                              </m:r>
                            </m:num>
                            <m:den>
                              <m:r>
                                <m:rPr>
                                  <m:sty m:val="p"/>
                                </m:rPr>
                                <a:rPr lang="en-US">
                                  <a:latin typeface="Cambria Math" panose="02040503050406030204" pitchFamily="18" charset="0"/>
                                </a:rPr>
                                <m:t>T</m:t>
                              </m:r>
                            </m:den>
                          </m:f>
                          <m:r>
                            <a:rPr lang="en-US" i="1">
                              <a:latin typeface="Cambria Math" panose="02040503050406030204" pitchFamily="18" charset="0"/>
                            </a:rPr>
                            <m:t> </m:t>
                          </m:r>
                          <m:r>
                            <m:rPr>
                              <m:sty m:val="p"/>
                            </m:rPr>
                            <a:rPr lang="en-US">
                              <a:latin typeface="Cambria Math" panose="02040503050406030204" pitchFamily="18" charset="0"/>
                            </a:rPr>
                            <m:t>has</m:t>
                          </m:r>
                          <m:r>
                            <a:rPr lang="en-US">
                              <a:latin typeface="Cambria Math" panose="02040503050406030204" pitchFamily="18" charset="0"/>
                            </a:rPr>
                            <m:t> </m:t>
                          </m:r>
                          <m:r>
                            <m:rPr>
                              <m:sty m:val="p"/>
                            </m:rPr>
                            <a:rPr lang="en-US">
                              <a:latin typeface="Cambria Math" panose="02040503050406030204" pitchFamily="18" charset="0"/>
                            </a:rPr>
                            <m:t>units</m:t>
                          </m:r>
                          <m:r>
                            <a:rPr lang="en-US">
                              <a:latin typeface="Cambria Math" panose="02040503050406030204" pitchFamily="18" charset="0"/>
                            </a:rPr>
                            <m:t> </m:t>
                          </m:r>
                          <m:r>
                            <m:rPr>
                              <m:sty m:val="p"/>
                            </m:rPr>
                            <a:rPr lang="en-US">
                              <a:latin typeface="Cambria Math" panose="02040503050406030204" pitchFamily="18" charset="0"/>
                            </a:rPr>
                            <m:t>of</m:t>
                          </m:r>
                          <m:r>
                            <a:rPr lang="en-US">
                              <a:latin typeface="Cambria Math" panose="02040503050406030204" pitchFamily="18" charset="0"/>
                            </a:rPr>
                            <m:t> </m:t>
                          </m:r>
                          <m:f>
                            <m:fPr>
                              <m:ctrlPr>
                                <a:rPr lang="en-US" i="1">
                                  <a:latin typeface="Cambria Math" panose="02040503050406030204" pitchFamily="18" charset="0"/>
                                </a:rPr>
                              </m:ctrlPr>
                            </m:fPr>
                            <m:num>
                              <m:d>
                                <m:dPr>
                                  <m:ctrlPr>
                                    <a:rPr lang="en-US" i="1">
                                      <a:latin typeface="Cambria Math" panose="02040503050406030204" pitchFamily="18" charset="0"/>
                                    </a:rPr>
                                  </m:ctrlPr>
                                </m:dPr>
                                <m:e>
                                  <m:r>
                                    <m:rPr>
                                      <m:sty m:val="p"/>
                                    </m:rPr>
                                    <a:rPr lang="en-US">
                                      <a:latin typeface="Cambria Math" panose="02040503050406030204" pitchFamily="18" charset="0"/>
                                    </a:rPr>
                                    <m:t>radian</m:t>
                                  </m:r>
                                </m:e>
                              </m:d>
                              <m:d>
                                <m:dPr>
                                  <m:ctrlPr>
                                    <a:rPr lang="en-US" i="1">
                                      <a:latin typeface="Cambria Math" panose="02040503050406030204" pitchFamily="18" charset="0"/>
                                    </a:rPr>
                                  </m:ctrlPr>
                                </m:dPr>
                                <m:e>
                                  <m:r>
                                    <m:rPr>
                                      <m:sty m:val="p"/>
                                    </m:rPr>
                                    <a:rPr lang="en-US">
                                      <a:latin typeface="Cambria Math" panose="02040503050406030204" pitchFamily="18" charset="0"/>
                                    </a:rPr>
                                    <m:t>s</m:t>
                                  </m:r>
                                </m:e>
                              </m:d>
                            </m:num>
                            <m:den>
                              <m:r>
                                <m:rPr>
                                  <m:sty m:val="p"/>
                                </m:rPr>
                                <a:rPr lang="en-US">
                                  <a:latin typeface="Cambria Math" panose="02040503050406030204" pitchFamily="18" charset="0"/>
                                </a:rPr>
                                <m:t>s</m:t>
                              </m:r>
                            </m:den>
                          </m:f>
                          <m:r>
                            <a:rPr lang="en-US">
                              <a:latin typeface="Cambria Math" panose="02040503050406030204" pitchFamily="18" charset="0"/>
                            </a:rPr>
                            <m:t>=</m:t>
                          </m:r>
                          <m:r>
                            <m:rPr>
                              <m:sty m:val="p"/>
                            </m:rPr>
                            <a:rPr lang="en-US">
                              <a:latin typeface="Cambria Math" panose="02040503050406030204" pitchFamily="18" charset="0"/>
                            </a:rPr>
                            <m:t>radian</m:t>
                          </m:r>
                        </m:e>
                      </m:d>
                      <m:r>
                        <a:rPr lang="en-US" b="0" i="1" smtClean="0">
                          <a:latin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 </m:t>
                      </m:r>
                    </m:oMath>
                  </m:oMathPara>
                </a14:m>
                <a:endParaRPr lang="en-US" b="0" i="1" dirty="0">
                  <a:latin typeface="Cambria Math" panose="02040503050406030204" pitchFamily="18" charset="0"/>
                  <a:ea typeface="Cambria Math" panose="02040503050406030204" pitchFamily="18" charset="0"/>
                </a:endParaRPr>
              </a:p>
              <a:p>
                <a:pPr algn="just"/>
                <a:endParaRPr lang="en-US" b="0" i="0" dirty="0">
                  <a:latin typeface="Cambria Math" panose="02040503050406030204" pitchFamily="18" charset="0"/>
                  <a:ea typeface="Cambria Math" panose="02040503050406030204" pitchFamily="18" charset="0"/>
                </a:endParaRPr>
              </a:p>
              <a:p>
                <a:pPr algn="just"/>
                <a14:m>
                  <m:oMathPara xmlns:m="http://schemas.openxmlformats.org/officeDocument/2006/math">
                    <m:oMathParaPr>
                      <m:jc m:val="center"/>
                    </m:oMathParaPr>
                    <m:oMath xmlns:m="http://schemas.openxmlformats.org/officeDocument/2006/math">
                      <m:r>
                        <m:rPr>
                          <m:sty m:val="p"/>
                        </m:rPr>
                        <a:rPr lang="en-US" b="0" i="0" dirty="0" smtClean="0">
                          <a:latin typeface="Cambria Math" panose="02040503050406030204" pitchFamily="18" charset="0"/>
                          <a:ea typeface="Cambria Math" panose="02040503050406030204" pitchFamily="18" charset="0"/>
                        </a:rPr>
                        <m:t>Wavenumber</m:t>
                      </m:r>
                      <m:r>
                        <a:rPr lang="en-US" b="0" i="0" dirty="0"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c</m:t>
                      </m:r>
                      <m:r>
                        <a:rPr lang="el-GR" i="1">
                          <a:latin typeface="Cambria Math" panose="02040503050406030204" pitchFamily="18" charset="0"/>
                          <a:ea typeface="Cambria Math" panose="02040503050406030204" pitchFamily="18" charset="0"/>
                        </a:rPr>
                        <m:t>≜</m:t>
                      </m:r>
                      <m:f>
                        <m:fPr>
                          <m:ctrlPr>
                            <a:rPr lang="en-US" i="1" dirty="0" smtClean="0">
                              <a:latin typeface="Cambria Math" panose="02040503050406030204" pitchFamily="18" charset="0"/>
                              <a:ea typeface="Cambria Math" panose="02040503050406030204" pitchFamily="18" charset="0"/>
                            </a:rPr>
                          </m:ctrlPr>
                        </m:fPr>
                        <m:num>
                          <m:r>
                            <a:rPr lang="en-US" b="0" i="0" dirty="0" smtClean="0">
                              <a:latin typeface="Cambria Math" panose="02040503050406030204" pitchFamily="18" charset="0"/>
                              <a:ea typeface="Cambria Math" panose="02040503050406030204" pitchFamily="18" charset="0"/>
                            </a:rPr>
                            <m:t>2</m:t>
                          </m:r>
                          <m:r>
                            <m:rPr>
                              <m:sty m:val="p"/>
                            </m:rPr>
                            <a:rPr lang="en-US" b="0" i="0" dirty="0" smtClean="0">
                              <a:latin typeface="Cambria Math" panose="02040503050406030204" pitchFamily="18" charset="0"/>
                              <a:ea typeface="Cambria Math" panose="02040503050406030204" pitchFamily="18" charset="0"/>
                            </a:rPr>
                            <m:t>π</m:t>
                          </m:r>
                        </m:num>
                        <m:den>
                          <m:r>
                            <m:rPr>
                              <m:sty m:val="p"/>
                            </m:rPr>
                            <a:rPr lang="el-GR" b="0" i="0">
                              <a:latin typeface="Cambria Math" panose="02040503050406030204" pitchFamily="18" charset="0"/>
                            </a:rPr>
                            <m:t>λ</m:t>
                          </m:r>
                        </m:den>
                      </m:f>
                      <m:r>
                        <a:rPr lang="en-US" b="0" i="1" smtClean="0">
                          <a:latin typeface="Cambria Math" panose="02040503050406030204" pitchFamily="18" charset="0"/>
                        </a:rPr>
                        <m:t> </m:t>
                      </m:r>
                      <m:f>
                        <m:fPr>
                          <m:ctrlPr>
                            <a:rPr lang="en-US" i="1" dirty="0">
                              <a:latin typeface="Cambria Math" panose="02040503050406030204" pitchFamily="18" charset="0"/>
                              <a:ea typeface="Cambria Math" panose="02040503050406030204" pitchFamily="18" charset="0"/>
                            </a:rPr>
                          </m:ctrlPr>
                        </m:fPr>
                        <m:num>
                          <m:r>
                            <m:rPr>
                              <m:sty m:val="p"/>
                            </m:rPr>
                            <a:rPr lang="en-US" dirty="0">
                              <a:latin typeface="Cambria Math" panose="02040503050406030204" pitchFamily="18" charset="0"/>
                              <a:ea typeface="Cambria Math" panose="02040503050406030204" pitchFamily="18" charset="0"/>
                            </a:rPr>
                            <m:t>radian</m:t>
                          </m:r>
                        </m:num>
                        <m:den>
                          <m:r>
                            <m:rPr>
                              <m:sty m:val="p"/>
                            </m:rPr>
                            <a:rPr lang="en-US" b="0" i="0" dirty="0" smtClean="0">
                              <a:latin typeface="Cambria Math" panose="02040503050406030204" pitchFamily="18" charset="0"/>
                              <a:ea typeface="Cambria Math" panose="02040503050406030204" pitchFamily="18" charset="0"/>
                            </a:rPr>
                            <m:t>meter</m:t>
                          </m:r>
                        </m:den>
                      </m:f>
                      <m:r>
                        <a:rPr lang="en-US" b="0" i="0" dirty="0" smtClean="0">
                          <a:latin typeface="Cambria Math" panose="02040503050406030204" pitchFamily="18" charset="0"/>
                          <a:ea typeface="Cambria Math" panose="02040503050406030204" pitchFamily="18" charset="0"/>
                        </a:rPr>
                        <m:t>.         </m:t>
                      </m:r>
                      <m:d>
                        <m:dPr>
                          <m:ctrlPr>
                            <a:rPr lang="en-US" b="0" i="1" dirty="0" smtClean="0">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rPr>
                              </m:ctrlPr>
                            </m:fPr>
                            <m:num>
                              <m:r>
                                <a:rPr lang="en-US">
                                  <a:latin typeface="Cambria Math" panose="02040503050406030204" pitchFamily="18" charset="0"/>
                                </a:rPr>
                                <m:t>2</m:t>
                              </m:r>
                              <m:r>
                                <m:rPr>
                                  <m:sty m:val="p"/>
                                </m:rPr>
                                <a:rPr lang="en-US">
                                  <a:latin typeface="Cambria Math" panose="02040503050406030204" pitchFamily="18" charset="0"/>
                                  <a:ea typeface="Cambria Math" panose="02040503050406030204" pitchFamily="18" charset="0"/>
                                </a:rPr>
                                <m:t>πx</m:t>
                              </m:r>
                            </m:num>
                            <m:den>
                              <m:r>
                                <m:rPr>
                                  <m:sty m:val="p"/>
                                </m:rPr>
                                <a:rPr lang="el-GR">
                                  <a:latin typeface="Cambria Math" panose="02040503050406030204" pitchFamily="18" charset="0"/>
                                </a:rPr>
                                <m:t>λ</m:t>
                              </m:r>
                            </m:den>
                          </m:f>
                          <m:r>
                            <a:rPr lang="en-US" i="1">
                              <a:latin typeface="Cambria Math" panose="02040503050406030204" pitchFamily="18" charset="0"/>
                            </a:rPr>
                            <m:t> </m:t>
                          </m:r>
                          <m:r>
                            <m:rPr>
                              <m:sty m:val="p"/>
                            </m:rPr>
                            <a:rPr lang="en-US">
                              <a:latin typeface="Cambria Math" panose="02040503050406030204" pitchFamily="18" charset="0"/>
                            </a:rPr>
                            <m:t>has</m:t>
                          </m:r>
                          <m:r>
                            <a:rPr lang="en-US">
                              <a:latin typeface="Cambria Math" panose="02040503050406030204" pitchFamily="18" charset="0"/>
                            </a:rPr>
                            <m:t> </m:t>
                          </m:r>
                          <m:r>
                            <m:rPr>
                              <m:sty m:val="p"/>
                            </m:rPr>
                            <a:rPr lang="en-US">
                              <a:latin typeface="Cambria Math" panose="02040503050406030204" pitchFamily="18" charset="0"/>
                            </a:rPr>
                            <m:t>units</m:t>
                          </m:r>
                          <m:r>
                            <a:rPr lang="en-US">
                              <a:latin typeface="Cambria Math" panose="02040503050406030204" pitchFamily="18" charset="0"/>
                            </a:rPr>
                            <m:t> </m:t>
                          </m:r>
                          <m:r>
                            <m:rPr>
                              <m:sty m:val="p"/>
                            </m:rPr>
                            <a:rPr lang="en-US">
                              <a:latin typeface="Cambria Math" panose="02040503050406030204" pitchFamily="18" charset="0"/>
                            </a:rPr>
                            <m:t>of</m:t>
                          </m:r>
                          <m:r>
                            <a:rPr lang="en-US">
                              <a:latin typeface="Cambria Math" panose="02040503050406030204" pitchFamily="18" charset="0"/>
                            </a:rPr>
                            <m:t> </m:t>
                          </m:r>
                          <m:f>
                            <m:fPr>
                              <m:ctrlPr>
                                <a:rPr lang="en-US" i="1">
                                  <a:latin typeface="Cambria Math" panose="02040503050406030204" pitchFamily="18" charset="0"/>
                                </a:rPr>
                              </m:ctrlPr>
                            </m:fPr>
                            <m:num>
                              <m:d>
                                <m:dPr>
                                  <m:ctrlPr>
                                    <a:rPr lang="en-US" i="1">
                                      <a:latin typeface="Cambria Math" panose="02040503050406030204" pitchFamily="18" charset="0"/>
                                    </a:rPr>
                                  </m:ctrlPr>
                                </m:dPr>
                                <m:e>
                                  <m:r>
                                    <m:rPr>
                                      <m:sty m:val="p"/>
                                    </m:rPr>
                                    <a:rPr lang="en-US">
                                      <a:latin typeface="Cambria Math" panose="02040503050406030204" pitchFamily="18" charset="0"/>
                                    </a:rPr>
                                    <m:t>radian</m:t>
                                  </m:r>
                                </m:e>
                              </m:d>
                              <m:d>
                                <m:dPr>
                                  <m:ctrlPr>
                                    <a:rPr lang="en-US" i="1">
                                      <a:latin typeface="Cambria Math" panose="02040503050406030204" pitchFamily="18" charset="0"/>
                                    </a:rPr>
                                  </m:ctrlPr>
                                </m:dPr>
                                <m:e>
                                  <m:r>
                                    <m:rPr>
                                      <m:sty m:val="p"/>
                                    </m:rPr>
                                    <a:rPr lang="en-US">
                                      <a:latin typeface="Cambria Math" panose="02040503050406030204" pitchFamily="18" charset="0"/>
                                    </a:rPr>
                                    <m:t>m</m:t>
                                  </m:r>
                                </m:e>
                              </m:d>
                            </m:num>
                            <m:den>
                              <m:r>
                                <m:rPr>
                                  <m:sty m:val="p"/>
                                </m:rPr>
                                <a:rPr lang="en-US">
                                  <a:latin typeface="Cambria Math" panose="02040503050406030204" pitchFamily="18" charset="0"/>
                                </a:rPr>
                                <m:t>m</m:t>
                              </m:r>
                            </m:den>
                          </m:f>
                          <m:r>
                            <a:rPr lang="en-US">
                              <a:latin typeface="Cambria Math" panose="02040503050406030204" pitchFamily="18" charset="0"/>
                            </a:rPr>
                            <m:t>=</m:t>
                          </m:r>
                          <m:r>
                            <m:rPr>
                              <m:sty m:val="p"/>
                            </m:rPr>
                            <a:rPr lang="en-US">
                              <a:latin typeface="Cambria Math" panose="02040503050406030204" pitchFamily="18" charset="0"/>
                            </a:rPr>
                            <m:t>radian</m:t>
                          </m:r>
                        </m:e>
                      </m:d>
                      <m:r>
                        <a:rPr lang="en-US" i="1">
                          <a:latin typeface="Cambria Math" panose="02040503050406030204" pitchFamily="18" charset="0"/>
                        </a:rPr>
                        <m:t>.</m:t>
                      </m:r>
                      <m:r>
                        <a:rPr lang="en-US" i="1" dirty="0">
                          <a:latin typeface="Cambria Math" panose="02040503050406030204" pitchFamily="18" charset="0"/>
                          <a:ea typeface="Cambria Math" panose="02040503050406030204" pitchFamily="18" charset="0"/>
                        </a:rPr>
                        <m:t> </m:t>
                      </m:r>
                      <m:r>
                        <a:rPr lang="en-US" b="0" i="0" dirty="0" smtClean="0">
                          <a:latin typeface="Cambria Math" panose="02040503050406030204" pitchFamily="18" charset="0"/>
                          <a:ea typeface="Cambria Math" panose="02040503050406030204" pitchFamily="18" charset="0"/>
                        </a:rPr>
                        <m:t> </m:t>
                      </m:r>
                    </m:oMath>
                  </m:oMathPara>
                </a14:m>
                <a:endParaRPr lang="en-US" b="0" i="0" dirty="0">
                  <a:latin typeface="Cambria Math" panose="02040503050406030204" pitchFamily="18" charset="0"/>
                  <a:ea typeface="Cambria Math" panose="02040503050406030204" pitchFamily="18" charset="0"/>
                </a:endParaRPr>
              </a:p>
              <a:p>
                <a:pPr algn="just"/>
                <a:endParaRPr lang="en-US" dirty="0">
                  <a:latin typeface="Cambria Math" panose="02040503050406030204" pitchFamily="18" charset="0"/>
                  <a:ea typeface="Cambria Math" panose="02040503050406030204" pitchFamily="18" charset="0"/>
                </a:endParaRPr>
              </a:p>
              <a:p>
                <a:pPr marL="285750" indent="-285750" algn="just">
                  <a:buFont typeface="Arial" panose="020B0604020202020204" pitchFamily="34" charset="0"/>
                  <a:buChar char="•"/>
                </a:pPr>
                <a:r>
                  <a:rPr lang="en-US" b="0" i="0" dirty="0">
                    <a:latin typeface="Cambria Math" panose="02040503050406030204" pitchFamily="18" charset="0"/>
                    <a:ea typeface="Cambria Math" panose="02040503050406030204" pitchFamily="18" charset="0"/>
                  </a:rPr>
                  <a:t>Wavenumber indicates the number of waveform cycles occurring over a unit distance x, i.e., spatial frequency, analogous to angular frequency. For example, an angular frequency </a:t>
                </a:r>
                <a14:m>
                  <m:oMath xmlns:m="http://schemas.openxmlformats.org/officeDocument/2006/math">
                    <m:r>
                      <m:rPr>
                        <m:sty m:val="p"/>
                      </m:rPr>
                      <a:rPr lang="el-GR" dirty="0">
                        <a:latin typeface="Cambria Math" panose="02040503050406030204" pitchFamily="18" charset="0"/>
                        <a:ea typeface="Cambria Math" panose="02040503050406030204" pitchFamily="18" charset="0"/>
                      </a:rPr>
                      <m:t>ω</m:t>
                    </m:r>
                    <m:r>
                      <a:rPr lang="en-US" dirty="0">
                        <a:latin typeface="Cambria Math" panose="02040503050406030204" pitchFamily="18" charset="0"/>
                        <a:ea typeface="Cambria Math" panose="02040503050406030204" pitchFamily="18" charset="0"/>
                      </a:rPr>
                      <m:t>=</m:t>
                    </m:r>
                  </m:oMath>
                </a14:m>
                <a:r>
                  <a:rPr lang="en-US" b="0" i="0" dirty="0">
                    <a:latin typeface="Cambria Math" panose="02040503050406030204" pitchFamily="18" charset="0"/>
                    <a:ea typeface="Cambria Math" panose="02040503050406030204" pitchFamily="18" charset="0"/>
                  </a:rPr>
                  <a:t> </a:t>
                </a:r>
                <a:r>
                  <a:rPr lang="en-US" dirty="0">
                    <a:latin typeface="Cambria Math" panose="02040503050406030204" pitchFamily="18" charset="0"/>
                    <a:ea typeface="Cambria Math" panose="02040503050406030204" pitchFamily="18" charset="0"/>
                  </a:rPr>
                  <a:t>2</a:t>
                </a:r>
                <a:r>
                  <a:rPr lang="el-GR" dirty="0">
                    <a:latin typeface="Cambria Math" panose="02040503050406030204" pitchFamily="18" charset="0"/>
                    <a:ea typeface="Cambria Math" panose="02040503050406030204" pitchFamily="18" charset="0"/>
                  </a:rPr>
                  <a:t>π</a:t>
                </a:r>
                <a:r>
                  <a:rPr lang="en-US" dirty="0">
                    <a:latin typeface="Cambria Math" panose="02040503050406030204" pitchFamily="18" charset="0"/>
                    <a:ea typeface="Cambria Math" panose="02040503050406030204" pitchFamily="18" charset="0"/>
                  </a:rPr>
                  <a:t> radian/s, results in a single waveform cycle occurring over a time interval of 1 second. A</a:t>
                </a:r>
                <a:r>
                  <a:rPr lang="en-US" b="0" i="0" dirty="0">
                    <a:latin typeface="Cambria Math" panose="02040503050406030204" pitchFamily="18" charset="0"/>
                    <a:ea typeface="Cambria Math" panose="02040503050406030204" pitchFamily="18" charset="0"/>
                  </a:rPr>
                  <a:t> </a:t>
                </a:r>
                <a:r>
                  <a:rPr lang="en-US" dirty="0">
                    <a:latin typeface="Cambria Math" panose="02040503050406030204" pitchFamily="18" charset="0"/>
                    <a:ea typeface="Cambria Math" panose="02040503050406030204" pitchFamily="18" charset="0"/>
                  </a:rPr>
                  <a:t>wavenumber 2</a:t>
                </a:r>
                <a:r>
                  <a:rPr lang="el-GR" dirty="0">
                    <a:latin typeface="Cambria Math" panose="02040503050406030204" pitchFamily="18" charset="0"/>
                    <a:ea typeface="Cambria Math" panose="02040503050406030204" pitchFamily="18" charset="0"/>
                  </a:rPr>
                  <a:t>π</a:t>
                </a:r>
                <a:r>
                  <a:rPr lang="en-US" dirty="0">
                    <a:latin typeface="Cambria Math" panose="02040503050406030204" pitchFamily="18" charset="0"/>
                    <a:ea typeface="Cambria Math" panose="02040503050406030204" pitchFamily="18" charset="0"/>
                  </a:rPr>
                  <a:t>/</a:t>
                </a:r>
                <a:r>
                  <a:rPr lang="el-GR" dirty="0">
                    <a:latin typeface="Cambria Math" panose="02040503050406030204" pitchFamily="18" charset="0"/>
                    <a:ea typeface="Cambria Math" panose="02040503050406030204" pitchFamily="18" charset="0"/>
                  </a:rPr>
                  <a:t>λ</a:t>
                </a:r>
                <a:r>
                  <a:rPr lang="en-US" dirty="0">
                    <a:latin typeface="Cambria Math" panose="02040503050406030204" pitchFamily="18" charset="0"/>
                    <a:ea typeface="Cambria Math" panose="02040503050406030204" pitchFamily="18" charset="0"/>
                  </a:rPr>
                  <a:t> = 2</a:t>
                </a:r>
                <a:r>
                  <a:rPr lang="el-GR" dirty="0">
                    <a:latin typeface="Cambria Math" panose="02040503050406030204" pitchFamily="18" charset="0"/>
                    <a:ea typeface="Cambria Math" panose="02040503050406030204" pitchFamily="18" charset="0"/>
                  </a:rPr>
                  <a:t>π</a:t>
                </a:r>
                <a:r>
                  <a:rPr lang="en-US" dirty="0">
                    <a:latin typeface="Cambria Math" panose="02040503050406030204" pitchFamily="18" charset="0"/>
                    <a:ea typeface="Cambria Math" panose="02040503050406030204" pitchFamily="18" charset="0"/>
                  </a:rPr>
                  <a:t> radian/m, results in a single waveform cycle occurring over a distance interval of 1 meter. The longer the wavelength, the lower the wavenumber.</a:t>
                </a:r>
              </a:p>
              <a:p>
                <a:pPr algn="just"/>
                <a:endParaRPr lang="en-US" b="0" i="0" dirty="0">
                  <a:latin typeface="Cambria Math" panose="02040503050406030204" pitchFamily="18" charset="0"/>
                  <a:ea typeface="Cambria Math" panose="02040503050406030204" pitchFamily="18" charset="0"/>
                </a:endParaRPr>
              </a:p>
              <a:p>
                <a:pPr algn="just"/>
                <a14:m>
                  <m:oMathPara xmlns:m="http://schemas.openxmlformats.org/officeDocument/2006/math">
                    <m:oMathParaPr>
                      <m:jc m:val="centerGroup"/>
                    </m:oMathParaPr>
                    <m:oMath xmlns:m="http://schemas.openxmlformats.org/officeDocument/2006/math">
                      <m:r>
                        <m:rPr>
                          <m:sty m:val="p"/>
                        </m:rPr>
                        <a:rPr lang="en-US" b="0" i="0">
                          <a:latin typeface="Cambria Math" panose="02040503050406030204" pitchFamily="18" charset="0"/>
                        </a:rPr>
                        <m:t>y</m:t>
                      </m:r>
                      <m:d>
                        <m:dPr>
                          <m:ctrlPr>
                            <a:rPr lang="en-US" i="1">
                              <a:latin typeface="Cambria Math" panose="02040503050406030204" pitchFamily="18" charset="0"/>
                            </a:rPr>
                          </m:ctrlPr>
                        </m:dPr>
                        <m:e>
                          <m:r>
                            <m:rPr>
                              <m:sty m:val="p"/>
                            </m:rPr>
                            <a:rPr lang="en-US" b="0" i="0">
                              <a:latin typeface="Cambria Math" panose="02040503050406030204" pitchFamily="18" charset="0"/>
                            </a:rPr>
                            <m:t>x</m:t>
                          </m:r>
                          <m:r>
                            <a:rPr lang="en-US" b="0" i="0">
                              <a:latin typeface="Cambria Math" panose="02040503050406030204" pitchFamily="18" charset="0"/>
                            </a:rPr>
                            <m:t>,</m:t>
                          </m:r>
                          <m:r>
                            <m:rPr>
                              <m:sty m:val="p"/>
                            </m:rPr>
                            <a:rPr lang="en-US" b="0" i="0">
                              <a:latin typeface="Cambria Math" panose="02040503050406030204" pitchFamily="18" charset="0"/>
                            </a:rPr>
                            <m:t>t</m:t>
                          </m:r>
                        </m:e>
                      </m:d>
                      <m:r>
                        <a:rPr lang="en-US" b="0" i="0">
                          <a:latin typeface="Cambria Math" panose="02040503050406030204" pitchFamily="18" charset="0"/>
                        </a:rPr>
                        <m:t>=</m:t>
                      </m:r>
                      <m:r>
                        <m:rPr>
                          <m:sty m:val="p"/>
                        </m:rPr>
                        <a:rPr lang="en-US" b="0" i="0">
                          <a:latin typeface="Cambria Math" panose="02040503050406030204" pitchFamily="18" charset="0"/>
                        </a:rPr>
                        <m:t>Acos</m:t>
                      </m:r>
                      <m:d>
                        <m:dPr>
                          <m:ctrlPr>
                            <a:rPr lang="en-US" i="1">
                              <a:latin typeface="Cambria Math" panose="02040503050406030204" pitchFamily="18" charset="0"/>
                            </a:rPr>
                          </m:ctrlPr>
                        </m:dPr>
                        <m:e>
                          <m:r>
                            <m:rPr>
                              <m:sty m:val="p"/>
                            </m:rPr>
                            <a:rPr lang="en-US" b="0" i="0" smtClean="0">
                              <a:latin typeface="Cambria Math" panose="02040503050406030204" pitchFamily="18" charset="0"/>
                              <a:ea typeface="Cambria Math" panose="02040503050406030204" pitchFamily="18" charset="0"/>
                            </a:rPr>
                            <m:t>ω</m:t>
                          </m:r>
                          <m:r>
                            <m:rPr>
                              <m:sty m:val="p"/>
                            </m:rPr>
                            <a:rPr lang="en-US" b="0" i="0">
                              <a:latin typeface="Cambria Math" panose="02040503050406030204" pitchFamily="18" charset="0"/>
                              <a:ea typeface="Cambria Math" panose="02040503050406030204" pitchFamily="18" charset="0"/>
                            </a:rPr>
                            <m:t>t</m:t>
                          </m:r>
                          <m:r>
                            <a:rPr lang="en-US" b="0" i="0">
                              <a:latin typeface="Cambria Math" panose="02040503050406030204" pitchFamily="18" charset="0"/>
                            </a:rPr>
                            <m:t>−</m:t>
                          </m:r>
                          <m:r>
                            <m:rPr>
                              <m:sty m:val="p"/>
                            </m:rPr>
                            <a:rPr lang="el-GR" b="0" i="0" smtClean="0">
                              <a:latin typeface="Cambria Math" panose="02040503050406030204" pitchFamily="18" charset="0"/>
                              <a:ea typeface="Cambria Math" panose="02040503050406030204" pitchFamily="18" charset="0"/>
                            </a:rPr>
                            <m:t>β</m:t>
                          </m:r>
                          <m:r>
                            <m:rPr>
                              <m:sty m:val="p"/>
                            </m:rPr>
                            <a:rPr lang="en-US" b="0" i="0" smtClean="0">
                              <a:latin typeface="Cambria Math" panose="02040503050406030204" pitchFamily="18" charset="0"/>
                              <a:ea typeface="Cambria Math" panose="02040503050406030204" pitchFamily="18" charset="0"/>
                            </a:rPr>
                            <m:t>x</m:t>
                          </m:r>
                          <m:r>
                            <a:rPr lang="en-US" b="0" i="0">
                              <a:latin typeface="Cambria Math" panose="02040503050406030204" pitchFamily="18" charset="0"/>
                            </a:rPr>
                            <m:t>+</m:t>
                          </m:r>
                          <m:sSub>
                            <m:sSubPr>
                              <m:ctrlPr>
                                <a:rPr lang="en-US" i="1">
                                  <a:latin typeface="Cambria Math" panose="02040503050406030204" pitchFamily="18" charset="0"/>
                                </a:rPr>
                              </m:ctrlPr>
                            </m:sSubPr>
                            <m:e>
                              <m:r>
                                <m:rPr>
                                  <m:sty m:val="p"/>
                                </m:rPr>
                                <a:rPr lang="en-US" b="0" i="0">
                                  <a:latin typeface="Cambria Math" panose="02040503050406030204" pitchFamily="18" charset="0"/>
                                  <a:ea typeface="Cambria Math" panose="02040503050406030204" pitchFamily="18" charset="0"/>
                                </a:rPr>
                                <m:t>θ</m:t>
                              </m:r>
                            </m:e>
                            <m:sub>
                              <m:r>
                                <a:rPr lang="en-US" b="0" i="0">
                                  <a:latin typeface="Cambria Math" panose="02040503050406030204" pitchFamily="18" charset="0"/>
                                </a:rPr>
                                <m:t>0</m:t>
                              </m:r>
                            </m:sub>
                          </m:sSub>
                        </m:e>
                      </m:d>
                      <m:r>
                        <a:rPr lang="en-US" b="0" i="1" smtClean="0">
                          <a:latin typeface="Cambria Math" panose="02040503050406030204" pitchFamily="18" charset="0"/>
                        </a:rPr>
                        <m:t>  </m:t>
                      </m:r>
                      <m:d>
                        <m:dPr>
                          <m:ctrlPr>
                            <a:rPr lang="en-US" i="1">
                              <a:latin typeface="Cambria Math" panose="02040503050406030204" pitchFamily="18" charset="0"/>
                            </a:rPr>
                          </m:ctrlPr>
                        </m:dPr>
                        <m:e>
                          <m:r>
                            <m:rPr>
                              <m:sty m:val="p"/>
                            </m:rPr>
                            <a:rPr lang="en-US" b="0" i="0">
                              <a:latin typeface="Cambria Math" panose="02040503050406030204" pitchFamily="18" charset="0"/>
                            </a:rPr>
                            <m:t>meters</m:t>
                          </m:r>
                        </m:e>
                      </m:d>
                      <m:r>
                        <a:rPr lang="en-US" b="0">
                          <a:latin typeface="Cambria Math" panose="02040503050406030204" pitchFamily="18" charset="0"/>
                        </a:rPr>
                        <m:t>.  </m:t>
                      </m:r>
                      <m:r>
                        <a:rPr lang="en-US" b="1">
                          <a:latin typeface="Cambria Math" panose="02040503050406030204" pitchFamily="18" charset="0"/>
                        </a:rPr>
                        <m:t>   </m:t>
                      </m:r>
                    </m:oMath>
                  </m:oMathPara>
                </a14:m>
                <a:endParaRPr lang="en-US" b="1" dirty="0">
                  <a:latin typeface="Cambria Math" panose="02040503050406030204" pitchFamily="18" charset="0"/>
                </a:endParaRPr>
              </a:p>
              <a:p>
                <a:pPr algn="just"/>
                <a:endParaRPr lang="en-US" dirty="0">
                  <a:latin typeface="Cambria Math" panose="02040503050406030204" pitchFamily="18" charset="0"/>
                </a:endParaRPr>
              </a:p>
              <a:p>
                <a:pPr algn="just"/>
                <a14:m>
                  <m:oMathPara xmlns:m="http://schemas.openxmlformats.org/officeDocument/2006/math">
                    <m:oMathParaPr>
                      <m:jc m:val="center"/>
                    </m:oMathParaPr>
                    <m:oMath xmlns:m="http://schemas.openxmlformats.org/officeDocument/2006/math">
                      <m:f>
                        <m:fPr>
                          <m:ctrlPr>
                            <a:rPr lang="en-US" i="1" dirty="0" smtClean="0">
                              <a:latin typeface="Cambria Math" panose="02040503050406030204" pitchFamily="18" charset="0"/>
                            </a:rPr>
                          </m:ctrlPr>
                        </m:fPr>
                        <m:num>
                          <m:r>
                            <m:rPr>
                              <m:sty m:val="p"/>
                            </m:rPr>
                            <a:rPr lang="en-US" i="0" dirty="0" smtClean="0">
                              <a:latin typeface="Cambria Math" panose="02040503050406030204" pitchFamily="18" charset="0"/>
                              <a:ea typeface="Cambria Math" panose="02040503050406030204" pitchFamily="18" charset="0"/>
                            </a:rPr>
                            <m:t>ω</m:t>
                          </m:r>
                        </m:num>
                        <m:den>
                          <m:r>
                            <m:rPr>
                              <m:sty m:val="p"/>
                            </m:rPr>
                            <a:rPr lang="en-US" i="0" dirty="0" smtClean="0">
                              <a:latin typeface="Cambria Math" panose="02040503050406030204" pitchFamily="18" charset="0"/>
                              <a:ea typeface="Cambria Math" panose="02040503050406030204" pitchFamily="18" charset="0"/>
                            </a:rPr>
                            <m:t>β</m:t>
                          </m:r>
                        </m:den>
                      </m:f>
                      <m:r>
                        <a:rPr lang="en-US" b="0" i="0" dirty="0" smtClean="0">
                          <a:latin typeface="Cambria Math" panose="02040503050406030204" pitchFamily="18" charset="0"/>
                        </a:rPr>
                        <m:t>=</m:t>
                      </m:r>
                      <m:f>
                        <m:fPr>
                          <m:ctrlPr>
                            <a:rPr lang="en-US" b="0" i="1" dirty="0" smtClean="0">
                              <a:latin typeface="Cambria Math" panose="02040503050406030204" pitchFamily="18" charset="0"/>
                            </a:rPr>
                          </m:ctrlPr>
                        </m:fPr>
                        <m:num>
                          <m:r>
                            <m:rPr>
                              <m:sty m:val="p"/>
                            </m:rPr>
                            <a:rPr lang="el-GR">
                              <a:latin typeface="Cambria Math" panose="02040503050406030204" pitchFamily="18" charset="0"/>
                            </a:rPr>
                            <m:t>λ</m:t>
                          </m:r>
                          <m:r>
                            <a:rPr lang="en-US" dirty="0">
                              <a:latin typeface="Cambria Math" panose="02040503050406030204" pitchFamily="18" charset="0"/>
                              <a:ea typeface="Cambria Math" panose="02040503050406030204" pitchFamily="18" charset="0"/>
                            </a:rPr>
                            <m:t>2</m:t>
                          </m:r>
                          <m:r>
                            <m:rPr>
                              <m:sty m:val="p"/>
                            </m:rPr>
                            <a:rPr lang="en-US" dirty="0">
                              <a:latin typeface="Cambria Math" panose="02040503050406030204" pitchFamily="18" charset="0"/>
                              <a:ea typeface="Cambria Math" panose="02040503050406030204" pitchFamily="18" charset="0"/>
                            </a:rPr>
                            <m:t>πf</m:t>
                          </m:r>
                        </m:num>
                        <m:den>
                          <m:r>
                            <a:rPr lang="en-US" i="0" dirty="0">
                              <a:latin typeface="Cambria Math" panose="02040503050406030204" pitchFamily="18" charset="0"/>
                              <a:ea typeface="Cambria Math" panose="02040503050406030204" pitchFamily="18" charset="0"/>
                            </a:rPr>
                            <m:t>2</m:t>
                          </m:r>
                          <m:r>
                            <m:rPr>
                              <m:sty m:val="p"/>
                            </m:rPr>
                            <a:rPr lang="en-US" i="0" dirty="0">
                              <a:latin typeface="Cambria Math" panose="02040503050406030204" pitchFamily="18" charset="0"/>
                              <a:ea typeface="Cambria Math" panose="02040503050406030204" pitchFamily="18" charset="0"/>
                            </a:rPr>
                            <m:t>π</m:t>
                          </m:r>
                        </m:den>
                      </m:f>
                      <m:r>
                        <a:rPr lang="en-US" b="0" i="1" dirty="0" smtClean="0">
                          <a:latin typeface="Cambria Math" panose="02040503050406030204" pitchFamily="18" charset="0"/>
                        </a:rPr>
                        <m:t>=</m:t>
                      </m:r>
                      <m:r>
                        <m:rPr>
                          <m:sty m:val="p"/>
                        </m:rPr>
                        <a:rPr lang="el-GR">
                          <a:latin typeface="Cambria Math" panose="02040503050406030204" pitchFamily="18" charset="0"/>
                        </a:rPr>
                        <m:t>λ</m:t>
                      </m:r>
                      <m:r>
                        <m:rPr>
                          <m:sty m:val="p"/>
                        </m:rPr>
                        <a:rPr lang="en-US" dirty="0">
                          <a:latin typeface="Cambria Math" panose="02040503050406030204" pitchFamily="18" charset="0"/>
                          <a:ea typeface="Cambria Math" panose="02040503050406030204" pitchFamily="18" charset="0"/>
                        </a:rPr>
                        <m:t>f</m:t>
                      </m:r>
                      <m:r>
                        <a:rPr lang="en-US" b="0" i="1" dirty="0" smtClean="0">
                          <a:latin typeface="Cambria Math" panose="02040503050406030204" pitchFamily="18" charset="0"/>
                          <a:ea typeface="Cambria Math" panose="02040503050406030204" pitchFamily="18" charset="0"/>
                        </a:rPr>
                        <m:t>.  </m:t>
                      </m:r>
                    </m:oMath>
                  </m:oMathPara>
                </a14:m>
                <a:endParaRPr lang="en-US" b="0" i="1" dirty="0">
                  <a:latin typeface="Cambria Math" panose="02040503050406030204" pitchFamily="18" charset="0"/>
                  <a:ea typeface="Cambria Math" panose="02040503050406030204" pitchFamily="18" charset="0"/>
                </a:endParaRPr>
              </a:p>
              <a:p>
                <a:pPr algn="just"/>
                <a:endParaRPr lang="en-US" i="1" dirty="0">
                  <a:latin typeface="Cambria Math" panose="02040503050406030204" pitchFamily="18" charset="0"/>
                </a:endParaRPr>
              </a:p>
              <a:p>
                <a:pPr algn="just"/>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rPr>
                          </m:ctrlPr>
                        </m:sSubPr>
                        <m:e>
                          <m:r>
                            <m:rPr>
                              <m:sty m:val="p"/>
                            </m:rPr>
                            <a:rPr lang="en-US" b="0" i="0" dirty="0">
                              <a:latin typeface="Cambria Math" panose="02040503050406030204" pitchFamily="18" charset="0"/>
                            </a:rPr>
                            <m:t>Phase</m:t>
                          </m:r>
                          <m:r>
                            <a:rPr lang="en-US" b="0" i="0" dirty="0">
                              <a:latin typeface="Cambria Math" panose="02040503050406030204" pitchFamily="18" charset="0"/>
                            </a:rPr>
                            <m:t> </m:t>
                          </m:r>
                          <m:r>
                            <m:rPr>
                              <m:sty m:val="p"/>
                            </m:rPr>
                            <a:rPr lang="en-US" b="0" i="0" dirty="0">
                              <a:latin typeface="Cambria Math" panose="02040503050406030204" pitchFamily="18" charset="0"/>
                            </a:rPr>
                            <m:t>Velocity</m:t>
                          </m:r>
                          <m:r>
                            <a:rPr lang="en-US" b="0" i="0" dirty="0">
                              <a:latin typeface="Cambria Math" panose="02040503050406030204" pitchFamily="18" charset="0"/>
                            </a:rPr>
                            <m:t>: </m:t>
                          </m:r>
                          <m:r>
                            <m:rPr>
                              <m:sty m:val="p"/>
                            </m:rPr>
                            <a:rPr lang="en-US" b="0" i="0" dirty="0">
                              <a:latin typeface="Cambria Math" panose="02040503050406030204" pitchFamily="18" charset="0"/>
                            </a:rPr>
                            <m:t>u</m:t>
                          </m:r>
                        </m:e>
                        <m:sub>
                          <m:r>
                            <m:rPr>
                              <m:sty m:val="p"/>
                            </m:rPr>
                            <a:rPr lang="en-US" b="0" i="0" dirty="0">
                              <a:latin typeface="Cambria Math" panose="02040503050406030204" pitchFamily="18" charset="0"/>
                            </a:rPr>
                            <m:t>p</m:t>
                          </m:r>
                        </m:sub>
                      </m:sSub>
                      <m:r>
                        <a:rPr lang="en-US" b="0" i="0" dirty="0">
                          <a:latin typeface="Cambria Math" panose="02040503050406030204" pitchFamily="18" charset="0"/>
                        </a:rPr>
                        <m:t>=</m:t>
                      </m:r>
                      <m:f>
                        <m:fPr>
                          <m:ctrlPr>
                            <a:rPr lang="en-US" i="1" dirty="0">
                              <a:latin typeface="Cambria Math" panose="02040503050406030204" pitchFamily="18" charset="0"/>
                            </a:rPr>
                          </m:ctrlPr>
                        </m:fPr>
                        <m:num>
                          <m:r>
                            <m:rPr>
                              <m:sty m:val="p"/>
                            </m:rPr>
                            <a:rPr lang="el-GR" b="0" i="0">
                              <a:latin typeface="Cambria Math" panose="02040503050406030204" pitchFamily="18" charset="0"/>
                            </a:rPr>
                            <m:t>λ</m:t>
                          </m:r>
                        </m:num>
                        <m:den>
                          <m:r>
                            <m:rPr>
                              <m:sty m:val="p"/>
                            </m:rPr>
                            <a:rPr lang="en-US" b="0" i="0" dirty="0">
                              <a:latin typeface="Cambria Math" panose="02040503050406030204" pitchFamily="18" charset="0"/>
                            </a:rPr>
                            <m:t>T</m:t>
                          </m:r>
                        </m:den>
                      </m:f>
                      <m:r>
                        <a:rPr lang="en-US" b="0" i="0" dirty="0">
                          <a:latin typeface="Cambria Math" panose="02040503050406030204" pitchFamily="18" charset="0"/>
                        </a:rPr>
                        <m:t>=</m:t>
                      </m:r>
                      <m:r>
                        <m:rPr>
                          <m:sty m:val="p"/>
                        </m:rPr>
                        <a:rPr lang="el-GR" b="0" i="0">
                          <a:latin typeface="Cambria Math" panose="02040503050406030204" pitchFamily="18" charset="0"/>
                        </a:rPr>
                        <m:t>λ</m:t>
                      </m:r>
                      <m:r>
                        <m:rPr>
                          <m:sty m:val="p"/>
                        </m:rPr>
                        <a:rPr lang="en-US" b="0" i="0">
                          <a:latin typeface="Cambria Math" panose="02040503050406030204" pitchFamily="18" charset="0"/>
                          <a:ea typeface="Cambria Math" panose="02040503050406030204" pitchFamily="18" charset="0"/>
                        </a:rPr>
                        <m:t>f</m:t>
                      </m:r>
                      <m:r>
                        <a:rPr lang="en-US" b="0" i="0" smtClean="0">
                          <a:latin typeface="Cambria Math" panose="02040503050406030204" pitchFamily="18" charset="0"/>
                          <a:ea typeface="Cambria Math" panose="02040503050406030204" pitchFamily="18" charset="0"/>
                        </a:rPr>
                        <m:t>=</m:t>
                      </m:r>
                      <m:f>
                        <m:fPr>
                          <m:ctrlPr>
                            <a:rPr lang="en-US" i="1" smtClean="0">
                              <a:latin typeface="Cambria Math" panose="02040503050406030204" pitchFamily="18" charset="0"/>
                              <a:ea typeface="Cambria Math" panose="02040503050406030204" pitchFamily="18" charset="0"/>
                            </a:rPr>
                          </m:ctrlPr>
                        </m:fPr>
                        <m:num>
                          <m:r>
                            <m:rPr>
                              <m:sty m:val="p"/>
                            </m:rPr>
                            <a:rPr lang="en-US" b="0" i="0" smtClean="0">
                              <a:latin typeface="Cambria Math" panose="02040503050406030204" pitchFamily="18" charset="0"/>
                              <a:ea typeface="Cambria Math" panose="02040503050406030204" pitchFamily="18" charset="0"/>
                            </a:rPr>
                            <m:t>ω</m:t>
                          </m:r>
                        </m:num>
                        <m:den>
                          <m:r>
                            <m:rPr>
                              <m:sty m:val="p"/>
                            </m:rPr>
                            <a:rPr lang="en-US" b="0" i="0" smtClean="0">
                              <a:latin typeface="Cambria Math" panose="02040503050406030204" pitchFamily="18" charset="0"/>
                              <a:ea typeface="Cambria Math" panose="02040503050406030204" pitchFamily="18" charset="0"/>
                            </a:rPr>
                            <m:t>β</m:t>
                          </m:r>
                        </m:den>
                      </m:f>
                      <m:r>
                        <a:rPr lang="en-US" b="0" i="1" smtClean="0">
                          <a:latin typeface="Cambria Math" panose="02040503050406030204" pitchFamily="18" charset="0"/>
                          <a:ea typeface="Cambria Math" panose="02040503050406030204" pitchFamily="18" charset="0"/>
                        </a:rPr>
                        <m:t>.</m:t>
                      </m:r>
                      <m:r>
                        <a:rPr lang="en-US">
                          <a:latin typeface="Cambria Math" panose="02040503050406030204" pitchFamily="18" charset="0"/>
                        </a:rPr>
                        <m:t>    </m:t>
                      </m:r>
                    </m:oMath>
                  </m:oMathPara>
                </a14:m>
                <a:endParaRPr lang="en-US" dirty="0"/>
              </a:p>
            </p:txBody>
          </p:sp>
        </mc:Choice>
        <mc:Fallback xmlns="">
          <p:sp>
            <p:nvSpPr>
              <p:cNvPr id="7" name="Rectangle 6"/>
              <p:cNvSpPr>
                <a:spLocks noRot="1" noChangeAspect="1" noMove="1" noResize="1" noEditPoints="1" noAdjustHandles="1" noChangeArrowheads="1" noChangeShapeType="1" noTextEdit="1"/>
              </p:cNvSpPr>
              <p:nvPr/>
            </p:nvSpPr>
            <p:spPr>
              <a:xfrm>
                <a:off x="278959" y="636232"/>
                <a:ext cx="11632952" cy="6152775"/>
              </a:xfrm>
              <a:prstGeom prst="rect">
                <a:avLst/>
              </a:prstGeom>
              <a:blipFill>
                <a:blip r:embed="rId2"/>
                <a:stretch>
                  <a:fillRect l="-156" r="-156"/>
                </a:stretch>
              </a:blipFill>
            </p:spPr>
            <p:txBody>
              <a:bodyPr/>
              <a:lstStyle/>
              <a:p>
                <a:r>
                  <a:rPr lang="en-US">
                    <a:noFill/>
                  </a:rPr>
                  <a:t> </a:t>
                </a:r>
              </a:p>
            </p:txBody>
          </p:sp>
        </mc:Fallback>
      </mc:AlternateContent>
    </p:spTree>
    <p:extLst>
      <p:ext uri="{BB962C8B-B14F-4D97-AF65-F5344CB8AC3E}">
        <p14:creationId xmlns:p14="http://schemas.microsoft.com/office/powerpoint/2010/main" val="2950902500"/>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362463" y="4927"/>
            <a:ext cx="11532973" cy="498598"/>
          </a:xfrm>
        </p:spPr>
        <p:txBody>
          <a:bodyPr/>
          <a:lstStyle/>
          <a:p>
            <a:pPr algn="ctr"/>
            <a:r>
              <a:rPr lang="en-US" sz="3600"/>
              <a:t>Angular Frequency </a:t>
            </a:r>
            <a:r>
              <a:rPr lang="el-GR" sz="3600">
                <a:latin typeface="+mn-lt"/>
                <a:cs typeface="Arial" panose="020B0604020202020204" pitchFamily="34" charset="0"/>
              </a:rPr>
              <a:t>ω</a:t>
            </a:r>
            <a:r>
              <a:rPr lang="en-US" sz="3600">
                <a:latin typeface="+mn-lt"/>
              </a:rPr>
              <a:t> </a:t>
            </a:r>
            <a:r>
              <a:rPr lang="en-US" sz="3600"/>
              <a:t>and Wavenumber </a:t>
            </a:r>
            <a:r>
              <a:rPr lang="el-GR" sz="3600">
                <a:latin typeface="Arial" panose="020B0604020202020204" pitchFamily="34" charset="0"/>
                <a:cs typeface="Arial" panose="020B0604020202020204" pitchFamily="34" charset="0"/>
              </a:rPr>
              <a:t>β</a:t>
            </a:r>
            <a:endParaRPr lang="en-US" sz="3600"/>
          </a:p>
        </p:txBody>
      </p:sp>
      <p:pic>
        <p:nvPicPr>
          <p:cNvPr id="5" name="Picture 4">
            <a:extLst>
              <a:ext uri="{FF2B5EF4-FFF2-40B4-BE49-F238E27FC236}">
                <a16:creationId xmlns:a16="http://schemas.microsoft.com/office/drawing/2014/main" id="{4CAAFCFC-185E-D279-6DA3-D6852896B102}"/>
              </a:ext>
            </a:extLst>
          </p:cNvPr>
          <p:cNvPicPr>
            <a:picLocks noChangeAspect="1"/>
          </p:cNvPicPr>
          <p:nvPr/>
        </p:nvPicPr>
        <p:blipFill>
          <a:blip r:embed="rId2"/>
          <a:stretch>
            <a:fillRect/>
          </a:stretch>
        </p:blipFill>
        <p:spPr>
          <a:xfrm>
            <a:off x="717952" y="600075"/>
            <a:ext cx="10576282" cy="6162675"/>
          </a:xfrm>
          <a:prstGeom prst="rect">
            <a:avLst/>
          </a:prstGeom>
        </p:spPr>
      </p:pic>
    </p:spTree>
    <p:extLst>
      <p:ext uri="{BB962C8B-B14F-4D97-AF65-F5344CB8AC3E}">
        <p14:creationId xmlns:p14="http://schemas.microsoft.com/office/powerpoint/2010/main" val="4071500627"/>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730C7418-1A8A-E1FF-D1CB-D0DF60CC11C1}"/>
              </a:ext>
            </a:extLst>
          </p:cNvPr>
          <p:cNvPicPr>
            <a:picLocks noChangeAspect="1"/>
          </p:cNvPicPr>
          <p:nvPr/>
        </p:nvPicPr>
        <p:blipFill>
          <a:blip r:embed="rId2"/>
          <a:stretch>
            <a:fillRect/>
          </a:stretch>
        </p:blipFill>
        <p:spPr>
          <a:xfrm>
            <a:off x="1901074" y="1361320"/>
            <a:ext cx="8436716" cy="5412233"/>
          </a:xfrm>
          <a:prstGeom prst="rect">
            <a:avLst/>
          </a:prstGeom>
        </p:spPr>
      </p:pic>
      <p:sp>
        <p:nvSpPr>
          <p:cNvPr id="2" name="Even and Odd Functions (Symmetry)"/>
          <p:cNvSpPr>
            <a:spLocks noGrp="1"/>
          </p:cNvSpPr>
          <p:nvPr>
            <p:ph type="title"/>
          </p:nvPr>
        </p:nvSpPr>
        <p:spPr>
          <a:xfrm>
            <a:off x="288681" y="62055"/>
            <a:ext cx="11727827" cy="553998"/>
          </a:xfrm>
        </p:spPr>
        <p:txBody>
          <a:bodyPr/>
          <a:lstStyle/>
          <a:p>
            <a:pPr algn="ctr"/>
            <a:r>
              <a:rPr lang="en-US" sz="4000" dirty="0"/>
              <a:t>Sinusoidal Voltage Wave Traveling in a Positive x Direction</a:t>
            </a:r>
          </a:p>
        </p:txBody>
      </p:sp>
      <mc:AlternateContent xmlns:mc="http://schemas.openxmlformats.org/markup-compatibility/2006" xmlns:a14="http://schemas.microsoft.com/office/drawing/2010/main">
        <mc:Choice Requires="a14">
          <p:sp>
            <p:nvSpPr>
              <p:cNvPr id="7" name="Rectangle 6"/>
              <p:cNvSpPr/>
              <p:nvPr/>
            </p:nvSpPr>
            <p:spPr>
              <a:xfrm>
                <a:off x="914398" y="741168"/>
                <a:ext cx="10367112" cy="50687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y</m:t>
                    </m:r>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x</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t</m:t>
                        </m:r>
                      </m:e>
                    </m:d>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cos</m:t>
                    </m:r>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πt</m:t>
                            </m:r>
                          </m:num>
                          <m:den>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T</m:t>
                            </m:r>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πx</m:t>
                            </m:r>
                          </m:num>
                          <m:den>
                            <m:r>
                              <m:rPr>
                                <m:sty m:val="p"/>
                              </m:rPr>
                              <a:rPr kumimoji="0" lang="el-GR"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λ</m:t>
                            </m:r>
                          </m:den>
                        </m:f>
                      </m:e>
                    </m:d>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V</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T =1 second, </a:t>
                </a:r>
                <a:r>
                  <a:rPr kumimoji="0" lang="el-GR"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λ</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1 meter,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θ</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=0</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radians, Phase Velocity = 1 meter/sec.</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a:t>
                </a:r>
              </a:p>
            </p:txBody>
          </p:sp>
        </mc:Choice>
        <mc:Fallback xmlns="">
          <p:sp>
            <p:nvSpPr>
              <p:cNvPr id="7" name="Rectangle 6"/>
              <p:cNvSpPr>
                <a:spLocks noRot="1" noChangeAspect="1" noMove="1" noResize="1" noEditPoints="1" noAdjustHandles="1" noChangeArrowheads="1" noChangeShapeType="1" noTextEdit="1"/>
              </p:cNvSpPr>
              <p:nvPr/>
            </p:nvSpPr>
            <p:spPr>
              <a:xfrm>
                <a:off x="914398" y="741168"/>
                <a:ext cx="10367112" cy="506870"/>
              </a:xfrm>
              <a:prstGeom prst="rect">
                <a:avLst/>
              </a:prstGeom>
              <a:blipFill>
                <a:blip r:embed="rId3"/>
                <a:stretch>
                  <a:fillRect/>
                </a:stretch>
              </a:blipFill>
            </p:spPr>
            <p:txBody>
              <a:bodyPr/>
              <a:lstStyle/>
              <a:p>
                <a:r>
                  <a:rPr lang="en-US">
                    <a:noFill/>
                  </a:rPr>
                  <a:t> </a:t>
                </a:r>
              </a:p>
            </p:txBody>
          </p:sp>
        </mc:Fallback>
      </mc:AlternateContent>
      <p:cxnSp>
        <p:nvCxnSpPr>
          <p:cNvPr id="13" name="Straight Arrow Connector 12"/>
          <p:cNvCxnSpPr/>
          <p:nvPr/>
        </p:nvCxnSpPr>
        <p:spPr>
          <a:xfrm>
            <a:off x="2285202" y="1651952"/>
            <a:ext cx="398023" cy="5675"/>
          </a:xfrm>
          <a:prstGeom prst="straightConnector1">
            <a:avLst/>
          </a:prstGeom>
          <a:ln w="19050">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40685" y="2099250"/>
            <a:ext cx="1260389"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Increasing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time</a:t>
            </a:r>
          </a:p>
        </p:txBody>
      </p:sp>
      <p:cxnSp>
        <p:nvCxnSpPr>
          <p:cNvPr id="9" name="Straight Arrow Connector 8"/>
          <p:cNvCxnSpPr/>
          <p:nvPr/>
        </p:nvCxnSpPr>
        <p:spPr>
          <a:xfrm>
            <a:off x="1191217" y="2798691"/>
            <a:ext cx="0" cy="671088"/>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22CC2432-815A-C29E-84F3-37EBB8512DEF}"/>
              </a:ext>
            </a:extLst>
          </p:cNvPr>
          <p:cNvCxnSpPr>
            <a:cxnSpLocks/>
          </p:cNvCxnSpPr>
          <p:nvPr/>
        </p:nvCxnSpPr>
        <p:spPr>
          <a:xfrm>
            <a:off x="6299546" y="2942197"/>
            <a:ext cx="823402" cy="1488401"/>
          </a:xfrm>
          <a:prstGeom prst="straightConnector1">
            <a:avLst/>
          </a:prstGeom>
          <a:ln w="254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7903D35C-B636-1E45-84B3-94AC454D109E}"/>
              </a:ext>
            </a:extLst>
          </p:cNvPr>
          <p:cNvSpPr/>
          <p:nvPr/>
        </p:nvSpPr>
        <p:spPr>
          <a:xfrm>
            <a:off x="6199129" y="2731261"/>
            <a:ext cx="100417" cy="97654"/>
          </a:xfrm>
          <a:prstGeom prst="ellipse">
            <a:avLst/>
          </a:prstGeom>
          <a:solidFill>
            <a:schemeClr val="accent2"/>
          </a:solidFill>
        </p:spPr>
        <p:style>
          <a:lnRef idx="2">
            <a:schemeClr val="accent1">
              <a:shade val="15000"/>
            </a:schemeClr>
          </a:lnRef>
          <a:fillRef idx="1003">
            <a:schemeClr val="l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mbria" panose="02040503050406030204"/>
              <a:ea typeface="+mn-ea"/>
              <a:cs typeface="+mn-cs"/>
            </a:endParaRPr>
          </a:p>
        </p:txBody>
      </p:sp>
      <p:sp>
        <p:nvSpPr>
          <p:cNvPr id="6" name="Oval 5">
            <a:extLst>
              <a:ext uri="{FF2B5EF4-FFF2-40B4-BE49-F238E27FC236}">
                <a16:creationId xmlns:a16="http://schemas.microsoft.com/office/drawing/2014/main" id="{EC819459-936E-2A46-52F9-9C6EE1B59507}"/>
              </a:ext>
            </a:extLst>
          </p:cNvPr>
          <p:cNvSpPr/>
          <p:nvPr/>
        </p:nvSpPr>
        <p:spPr>
          <a:xfrm>
            <a:off x="7122948" y="4513626"/>
            <a:ext cx="100417" cy="97654"/>
          </a:xfrm>
          <a:prstGeom prst="ellipse">
            <a:avLst/>
          </a:prstGeom>
          <a:solidFill>
            <a:schemeClr val="accent2"/>
          </a:solidFill>
        </p:spPr>
        <p:style>
          <a:lnRef idx="2">
            <a:schemeClr val="accent1">
              <a:shade val="15000"/>
            </a:schemeClr>
          </a:lnRef>
          <a:fillRef idx="1003">
            <a:schemeClr val="l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mbria" panose="02040503050406030204"/>
              <a:ea typeface="+mn-ea"/>
              <a:cs typeface="+mn-cs"/>
            </a:endParaRPr>
          </a:p>
        </p:txBody>
      </p:sp>
      <p:sp>
        <p:nvSpPr>
          <p:cNvPr id="10" name="Oval 9">
            <a:extLst>
              <a:ext uri="{FF2B5EF4-FFF2-40B4-BE49-F238E27FC236}">
                <a16:creationId xmlns:a16="http://schemas.microsoft.com/office/drawing/2014/main" id="{6246CA3D-67D6-F8D8-FABC-05EF653C93F3}"/>
              </a:ext>
            </a:extLst>
          </p:cNvPr>
          <p:cNvSpPr/>
          <p:nvPr/>
        </p:nvSpPr>
        <p:spPr>
          <a:xfrm>
            <a:off x="8148180" y="6286232"/>
            <a:ext cx="100417" cy="97654"/>
          </a:xfrm>
          <a:prstGeom prst="ellipse">
            <a:avLst/>
          </a:prstGeom>
          <a:solidFill>
            <a:schemeClr val="accent2"/>
          </a:solidFill>
        </p:spPr>
        <p:style>
          <a:lnRef idx="2">
            <a:schemeClr val="accent1">
              <a:shade val="15000"/>
            </a:schemeClr>
          </a:lnRef>
          <a:fillRef idx="1003">
            <a:schemeClr val="l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mbria" panose="02040503050406030204"/>
              <a:ea typeface="+mn-ea"/>
              <a:cs typeface="+mn-cs"/>
            </a:endParaRPr>
          </a:p>
        </p:txBody>
      </p:sp>
      <p:cxnSp>
        <p:nvCxnSpPr>
          <p:cNvPr id="11" name="Straight Arrow Connector 10">
            <a:extLst>
              <a:ext uri="{FF2B5EF4-FFF2-40B4-BE49-F238E27FC236}">
                <a16:creationId xmlns:a16="http://schemas.microsoft.com/office/drawing/2014/main" id="{7F844A8E-2C85-3A6F-A90B-AC8858DE8E25}"/>
              </a:ext>
            </a:extLst>
          </p:cNvPr>
          <p:cNvCxnSpPr>
            <a:cxnSpLocks/>
          </p:cNvCxnSpPr>
          <p:nvPr/>
        </p:nvCxnSpPr>
        <p:spPr>
          <a:xfrm>
            <a:off x="7242219" y="4715135"/>
            <a:ext cx="915388" cy="1514114"/>
          </a:xfrm>
          <a:prstGeom prst="straightConnector1">
            <a:avLst/>
          </a:prstGeom>
          <a:ln w="254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67681D30-431E-554D-6D65-0E69A5FEA42B}"/>
              </a:ext>
            </a:extLst>
          </p:cNvPr>
          <p:cNvCxnSpPr/>
          <p:nvPr/>
        </p:nvCxnSpPr>
        <p:spPr>
          <a:xfrm>
            <a:off x="3144612" y="3426396"/>
            <a:ext cx="398023" cy="5675"/>
          </a:xfrm>
          <a:prstGeom prst="straightConnector1">
            <a:avLst/>
          </a:prstGeom>
          <a:ln w="19050">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D3369E04-BD64-0B8C-88FE-46452498B963}"/>
              </a:ext>
            </a:extLst>
          </p:cNvPr>
          <p:cNvCxnSpPr/>
          <p:nvPr/>
        </p:nvCxnSpPr>
        <p:spPr>
          <a:xfrm>
            <a:off x="4118608" y="5198002"/>
            <a:ext cx="398023" cy="5675"/>
          </a:xfrm>
          <a:prstGeom prst="straightConnector1">
            <a:avLst/>
          </a:prstGeom>
          <a:ln w="19050">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1752470"/>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931CA455-A30A-1F02-6EE4-6025CE8C00DF}"/>
              </a:ext>
            </a:extLst>
          </p:cNvPr>
          <p:cNvPicPr>
            <a:picLocks noChangeAspect="1"/>
          </p:cNvPicPr>
          <p:nvPr/>
        </p:nvPicPr>
        <p:blipFill>
          <a:blip r:embed="rId2"/>
          <a:stretch>
            <a:fillRect/>
          </a:stretch>
        </p:blipFill>
        <p:spPr>
          <a:xfrm>
            <a:off x="1944933" y="1355884"/>
            <a:ext cx="8642314" cy="5440062"/>
          </a:xfrm>
          <a:prstGeom prst="rect">
            <a:avLst/>
          </a:prstGeom>
        </p:spPr>
      </p:pic>
      <p:sp>
        <p:nvSpPr>
          <p:cNvPr id="2" name="Even and Odd Functions (Symmetry)"/>
          <p:cNvSpPr>
            <a:spLocks noGrp="1"/>
          </p:cNvSpPr>
          <p:nvPr>
            <p:ph type="title"/>
          </p:nvPr>
        </p:nvSpPr>
        <p:spPr>
          <a:xfrm>
            <a:off x="288681" y="62055"/>
            <a:ext cx="11727827" cy="540884"/>
          </a:xfrm>
        </p:spPr>
        <p:txBody>
          <a:bodyPr/>
          <a:lstStyle/>
          <a:p>
            <a:pPr algn="ctr"/>
            <a:r>
              <a:rPr lang="en-US" sz="4000" dirty="0"/>
              <a:t>Sinusoidal Voltage Wave Traveling in a Negative x Direction</a:t>
            </a:r>
          </a:p>
        </p:txBody>
      </p:sp>
      <mc:AlternateContent xmlns:mc="http://schemas.openxmlformats.org/markup-compatibility/2006" xmlns:a14="http://schemas.microsoft.com/office/drawing/2010/main">
        <mc:Choice Requires="a14">
          <p:sp>
            <p:nvSpPr>
              <p:cNvPr id="7" name="Rectangle 6"/>
              <p:cNvSpPr/>
              <p:nvPr/>
            </p:nvSpPr>
            <p:spPr>
              <a:xfrm>
                <a:off x="914398" y="741168"/>
                <a:ext cx="10367112" cy="50687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y</m:t>
                    </m:r>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x</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t</m:t>
                        </m:r>
                      </m:e>
                    </m:d>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cos</m:t>
                    </m:r>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πt</m:t>
                            </m:r>
                          </m:num>
                          <m:den>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T</m:t>
                            </m:r>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πx</m:t>
                            </m:r>
                          </m:num>
                          <m:den>
                            <m:r>
                              <m:rPr>
                                <m:sty m:val="p"/>
                              </m:rPr>
                              <a:rPr kumimoji="0" lang="el-GR"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λ</m:t>
                            </m:r>
                          </m:den>
                        </m:f>
                      </m:e>
                    </m:d>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V</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T =1 second, </a:t>
                </a:r>
                <a:r>
                  <a:rPr kumimoji="0" lang="el-GR"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λ</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1 meter,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θ</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=0</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radians, Phase Velocity = 1 meter/sec.</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a:t>
                </a:r>
              </a:p>
            </p:txBody>
          </p:sp>
        </mc:Choice>
        <mc:Fallback xmlns="">
          <p:sp>
            <p:nvSpPr>
              <p:cNvPr id="7" name="Rectangle 6"/>
              <p:cNvSpPr>
                <a:spLocks noRot="1" noChangeAspect="1" noMove="1" noResize="1" noEditPoints="1" noAdjustHandles="1" noChangeArrowheads="1" noChangeShapeType="1" noTextEdit="1"/>
              </p:cNvSpPr>
              <p:nvPr/>
            </p:nvSpPr>
            <p:spPr>
              <a:xfrm>
                <a:off x="914398" y="741168"/>
                <a:ext cx="10367112" cy="506870"/>
              </a:xfrm>
              <a:prstGeom prst="rect">
                <a:avLst/>
              </a:prstGeom>
              <a:blipFill>
                <a:blip r:embed="rId3"/>
                <a:stretch>
                  <a:fillRect/>
                </a:stretch>
              </a:blipFill>
            </p:spPr>
            <p:txBody>
              <a:bodyPr/>
              <a:lstStyle/>
              <a:p>
                <a:r>
                  <a:rPr lang="en-US">
                    <a:noFill/>
                  </a:rPr>
                  <a:t> </a:t>
                </a:r>
              </a:p>
            </p:txBody>
          </p:sp>
        </mc:Fallback>
      </mc:AlternateContent>
      <p:cxnSp>
        <p:nvCxnSpPr>
          <p:cNvPr id="13" name="Straight Arrow Connector 12"/>
          <p:cNvCxnSpPr/>
          <p:nvPr/>
        </p:nvCxnSpPr>
        <p:spPr>
          <a:xfrm>
            <a:off x="9939767" y="1756187"/>
            <a:ext cx="398023" cy="5675"/>
          </a:xfrm>
          <a:prstGeom prst="straightConnector1">
            <a:avLst/>
          </a:prstGeom>
          <a:ln w="19050">
            <a:solidFill>
              <a:schemeClr val="bg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40685" y="2099250"/>
            <a:ext cx="1260389"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Increasing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time</a:t>
            </a:r>
          </a:p>
        </p:txBody>
      </p:sp>
      <p:cxnSp>
        <p:nvCxnSpPr>
          <p:cNvPr id="9" name="Straight Arrow Connector 8"/>
          <p:cNvCxnSpPr/>
          <p:nvPr/>
        </p:nvCxnSpPr>
        <p:spPr>
          <a:xfrm>
            <a:off x="1191217" y="2798691"/>
            <a:ext cx="0" cy="671088"/>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22CC2432-815A-C29E-84F3-37EBB8512DEF}"/>
              </a:ext>
            </a:extLst>
          </p:cNvPr>
          <p:cNvCxnSpPr>
            <a:cxnSpLocks/>
          </p:cNvCxnSpPr>
          <p:nvPr/>
        </p:nvCxnSpPr>
        <p:spPr>
          <a:xfrm flipH="1">
            <a:off x="5338199" y="2986408"/>
            <a:ext cx="918655" cy="1522878"/>
          </a:xfrm>
          <a:prstGeom prst="straightConnector1">
            <a:avLst/>
          </a:prstGeom>
          <a:ln w="254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7903D35C-B636-1E45-84B3-94AC454D109E}"/>
              </a:ext>
            </a:extLst>
          </p:cNvPr>
          <p:cNvSpPr/>
          <p:nvPr/>
        </p:nvSpPr>
        <p:spPr>
          <a:xfrm>
            <a:off x="6283972" y="2806677"/>
            <a:ext cx="100417" cy="97654"/>
          </a:xfrm>
          <a:prstGeom prst="ellipse">
            <a:avLst/>
          </a:prstGeom>
          <a:solidFill>
            <a:schemeClr val="accent2"/>
          </a:solidFill>
        </p:spPr>
        <p:style>
          <a:lnRef idx="2">
            <a:schemeClr val="accent1">
              <a:shade val="15000"/>
            </a:schemeClr>
          </a:lnRef>
          <a:fillRef idx="1003">
            <a:schemeClr val="l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mbria" panose="02040503050406030204"/>
              <a:ea typeface="+mn-ea"/>
              <a:cs typeface="+mn-cs"/>
            </a:endParaRPr>
          </a:p>
        </p:txBody>
      </p:sp>
      <p:sp>
        <p:nvSpPr>
          <p:cNvPr id="6" name="Oval 5">
            <a:extLst>
              <a:ext uri="{FF2B5EF4-FFF2-40B4-BE49-F238E27FC236}">
                <a16:creationId xmlns:a16="http://schemas.microsoft.com/office/drawing/2014/main" id="{EC819459-936E-2A46-52F9-9C6EE1B59507}"/>
              </a:ext>
            </a:extLst>
          </p:cNvPr>
          <p:cNvSpPr/>
          <p:nvPr/>
        </p:nvSpPr>
        <p:spPr>
          <a:xfrm>
            <a:off x="5247018" y="4607896"/>
            <a:ext cx="100417" cy="97654"/>
          </a:xfrm>
          <a:prstGeom prst="ellipse">
            <a:avLst/>
          </a:prstGeom>
          <a:solidFill>
            <a:schemeClr val="accent2"/>
          </a:solidFill>
        </p:spPr>
        <p:style>
          <a:lnRef idx="2">
            <a:schemeClr val="accent1">
              <a:shade val="15000"/>
            </a:schemeClr>
          </a:lnRef>
          <a:fillRef idx="1003">
            <a:schemeClr val="l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mbria" panose="02040503050406030204"/>
              <a:ea typeface="+mn-ea"/>
              <a:cs typeface="+mn-cs"/>
            </a:endParaRPr>
          </a:p>
        </p:txBody>
      </p:sp>
      <p:sp>
        <p:nvSpPr>
          <p:cNvPr id="10" name="Oval 9">
            <a:extLst>
              <a:ext uri="{FF2B5EF4-FFF2-40B4-BE49-F238E27FC236}">
                <a16:creationId xmlns:a16="http://schemas.microsoft.com/office/drawing/2014/main" id="{6246CA3D-67D6-F8D8-FABC-05EF653C93F3}"/>
              </a:ext>
            </a:extLst>
          </p:cNvPr>
          <p:cNvSpPr/>
          <p:nvPr/>
        </p:nvSpPr>
        <p:spPr>
          <a:xfrm>
            <a:off x="4217203" y="6399356"/>
            <a:ext cx="100417" cy="97654"/>
          </a:xfrm>
          <a:prstGeom prst="ellipse">
            <a:avLst/>
          </a:prstGeom>
          <a:solidFill>
            <a:schemeClr val="accent2"/>
          </a:solidFill>
        </p:spPr>
        <p:style>
          <a:lnRef idx="2">
            <a:schemeClr val="accent1">
              <a:shade val="15000"/>
            </a:schemeClr>
          </a:lnRef>
          <a:fillRef idx="1003">
            <a:schemeClr val="l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mbria" panose="02040503050406030204"/>
              <a:ea typeface="+mn-ea"/>
              <a:cs typeface="+mn-cs"/>
            </a:endParaRPr>
          </a:p>
        </p:txBody>
      </p:sp>
      <p:cxnSp>
        <p:nvCxnSpPr>
          <p:cNvPr id="11" name="Straight Arrow Connector 10">
            <a:extLst>
              <a:ext uri="{FF2B5EF4-FFF2-40B4-BE49-F238E27FC236}">
                <a16:creationId xmlns:a16="http://schemas.microsoft.com/office/drawing/2014/main" id="{7F844A8E-2C85-3A6F-A90B-AC8858DE8E25}"/>
              </a:ext>
            </a:extLst>
          </p:cNvPr>
          <p:cNvCxnSpPr>
            <a:cxnSpLocks/>
          </p:cNvCxnSpPr>
          <p:nvPr/>
        </p:nvCxnSpPr>
        <p:spPr>
          <a:xfrm flipH="1">
            <a:off x="4317620" y="4804160"/>
            <a:ext cx="863980" cy="1487350"/>
          </a:xfrm>
          <a:prstGeom prst="straightConnector1">
            <a:avLst/>
          </a:prstGeom>
          <a:ln w="254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37E0613F-F890-F728-7E6A-8D1A08E153B9}"/>
              </a:ext>
            </a:extLst>
          </p:cNvPr>
          <p:cNvCxnSpPr/>
          <p:nvPr/>
        </p:nvCxnSpPr>
        <p:spPr>
          <a:xfrm>
            <a:off x="9187001" y="3497487"/>
            <a:ext cx="398023" cy="5675"/>
          </a:xfrm>
          <a:prstGeom prst="straightConnector1">
            <a:avLst/>
          </a:prstGeom>
          <a:ln w="19050">
            <a:solidFill>
              <a:schemeClr val="bg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38932802-56E8-8108-FDF4-F56C28779FE2}"/>
              </a:ext>
            </a:extLst>
          </p:cNvPr>
          <p:cNvCxnSpPr/>
          <p:nvPr/>
        </p:nvCxnSpPr>
        <p:spPr>
          <a:xfrm>
            <a:off x="8175619" y="5293960"/>
            <a:ext cx="398023" cy="5675"/>
          </a:xfrm>
          <a:prstGeom prst="straightConnector1">
            <a:avLst/>
          </a:prstGeom>
          <a:ln w="19050">
            <a:solidFill>
              <a:schemeClr val="bg1"/>
            </a:solidFill>
            <a:headEnd type="triangl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5300449"/>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583213" y="-51089"/>
            <a:ext cx="11358210" cy="553998"/>
          </a:xfrm>
        </p:spPr>
        <p:txBody>
          <a:bodyPr/>
          <a:lstStyle/>
          <a:p>
            <a:pPr algn="ctr"/>
            <a:r>
              <a:rPr lang="en-US" sz="4000"/>
              <a:t>Traveling Waves</a:t>
            </a:r>
          </a:p>
        </p:txBody>
      </p:sp>
      <p:sp>
        <p:nvSpPr>
          <p:cNvPr id="5" name="Rectangle 4"/>
          <p:cNvSpPr/>
          <p:nvPr/>
        </p:nvSpPr>
        <p:spPr>
          <a:xfrm>
            <a:off x="121938" y="552337"/>
            <a:ext cx="11819485"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a:buFont typeface="Arial" panose="020B0604020202020204" pitchFamily="34" charset="0"/>
              <a:buChar char="•"/>
            </a:pPr>
            <a:r>
              <a:rPr lang="en-US" dirty="0">
                <a:latin typeface="Cambria Math" panose="02040503050406030204" pitchFamily="18" charset="0"/>
                <a:ea typeface="Cambria Math" panose="02040503050406030204" pitchFamily="18" charset="0"/>
              </a:rPr>
              <a:t>Go to </a:t>
            </a:r>
            <a:r>
              <a:rPr lang="en-US" u="sng" dirty="0">
                <a:latin typeface="Cambria Math" panose="02040503050406030204" pitchFamily="18" charset="0"/>
                <a:ea typeface="Cambria Math" panose="02040503050406030204" pitchFamily="18" charset="0"/>
                <a:hlinkClick r:id="rId3"/>
              </a:rPr>
              <a:t>Applied Electromagnetics 8E Textbook Website</a:t>
            </a:r>
            <a:r>
              <a:rPr lang="en-US" dirty="0">
                <a:latin typeface="Cambria Math" panose="02040503050406030204" pitchFamily="18" charset="0"/>
                <a:ea typeface="Cambria Math" panose="02040503050406030204" pitchFamily="18" charset="0"/>
              </a:rPr>
              <a:t> to run the Interactive </a:t>
            </a:r>
            <a:r>
              <a:rPr lang="en-US" b="1" dirty="0">
                <a:latin typeface="Cambria Math" panose="02040503050406030204" pitchFamily="18" charset="0"/>
                <a:ea typeface="Cambria Math" panose="02040503050406030204" pitchFamily="18" charset="0"/>
              </a:rPr>
              <a:t>Modules</a:t>
            </a:r>
            <a:r>
              <a:rPr lang="en-US" dirty="0">
                <a:latin typeface="Cambria Math" panose="02040503050406030204" pitchFamily="18" charset="0"/>
                <a:ea typeface="Cambria Math" panose="02040503050406030204" pitchFamily="18" charset="0"/>
              </a:rPr>
              <a:t>, located under Student Resources. Click on Chapter 1: Introduction: Waves and Phasors </a:t>
            </a:r>
            <a:r>
              <a:rPr lang="en-US" dirty="0">
                <a:latin typeface="Cambria Math" panose="02040503050406030204" pitchFamily="18" charset="0"/>
                <a:ea typeface="Cambria Math" panose="02040503050406030204" pitchFamily="18" charset="0"/>
                <a:sym typeface="Wingdings" panose="05000000000000000000" pitchFamily="2" charset="2"/>
              </a:rPr>
              <a:t> 1.2 Traveling Waves. </a:t>
            </a:r>
          </a:p>
        </p:txBody>
      </p:sp>
      <p:pic>
        <p:nvPicPr>
          <p:cNvPr id="9" name="Picture 8">
            <a:extLst>
              <a:ext uri="{FF2B5EF4-FFF2-40B4-BE49-F238E27FC236}">
                <a16:creationId xmlns:a16="http://schemas.microsoft.com/office/drawing/2014/main" id="{640E0319-773D-4C82-BEFB-20DEBE797F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95475" y="1309323"/>
            <a:ext cx="7652538" cy="5501052"/>
          </a:xfrm>
          <a:prstGeom prst="rect">
            <a:avLst/>
          </a:prstGeom>
        </p:spPr>
      </p:pic>
      <p:sp>
        <p:nvSpPr>
          <p:cNvPr id="3" name="TextBox 2">
            <a:extLst>
              <a:ext uri="{FF2B5EF4-FFF2-40B4-BE49-F238E27FC236}">
                <a16:creationId xmlns:a16="http://schemas.microsoft.com/office/drawing/2014/main" id="{9D1EAF04-D2DF-D97C-80D4-5C2E8156CE18}"/>
              </a:ext>
            </a:extLst>
          </p:cNvPr>
          <p:cNvSpPr txBox="1"/>
          <p:nvPr/>
        </p:nvSpPr>
        <p:spPr>
          <a:xfrm>
            <a:off x="10030968" y="4480560"/>
            <a:ext cx="1592615" cy="369332"/>
          </a:xfrm>
          <a:prstGeom prst="rect">
            <a:avLst/>
          </a:prstGeom>
          <a:noFill/>
        </p:spPr>
        <p:txBody>
          <a:bodyPr wrap="none" rtlCol="0">
            <a:spAutoFit/>
          </a:bodyPr>
          <a:lstStyle/>
          <a:p>
            <a:r>
              <a:rPr lang="en-US" dirty="0">
                <a:solidFill>
                  <a:schemeClr val="bg1"/>
                </a:solidFill>
              </a:rPr>
              <a:t>Poll Questions</a:t>
            </a:r>
          </a:p>
        </p:txBody>
      </p:sp>
    </p:spTree>
    <p:extLst>
      <p:ext uri="{BB962C8B-B14F-4D97-AF65-F5344CB8AC3E}">
        <p14:creationId xmlns:p14="http://schemas.microsoft.com/office/powerpoint/2010/main" val="19456648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1481651" y="32341"/>
            <a:ext cx="9228697" cy="498598"/>
          </a:xfrm>
        </p:spPr>
        <p:txBody>
          <a:bodyPr/>
          <a:lstStyle/>
          <a:p>
            <a:pPr algn="ctr"/>
            <a:r>
              <a:rPr lang="en-US" sz="3600"/>
              <a:t>Traveling Sinusoidal Wave in a Lossy Medium</a:t>
            </a:r>
          </a:p>
        </p:txBody>
      </p:sp>
      <mc:AlternateContent xmlns:mc="http://schemas.openxmlformats.org/markup-compatibility/2006" xmlns:a14="http://schemas.microsoft.com/office/drawing/2010/main">
        <mc:Choice Requires="a14">
          <p:sp>
            <p:nvSpPr>
              <p:cNvPr id="7" name="Rectangle 6"/>
              <p:cNvSpPr/>
              <p:nvPr/>
            </p:nvSpPr>
            <p:spPr>
              <a:xfrm>
                <a:off x="81339" y="828462"/>
                <a:ext cx="11912952" cy="182267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y</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x</m:t>
                          </m:r>
                          <m:r>
                            <a:rPr lang="en-US" b="0" i="0" smtClean="0">
                              <a:latin typeface="Cambria Math" panose="02040503050406030204" pitchFamily="18" charset="0"/>
                            </a:rPr>
                            <m:t>,</m:t>
                          </m:r>
                          <m:r>
                            <m:rPr>
                              <m:sty m:val="p"/>
                            </m:rPr>
                            <a:rPr lang="en-US" b="0" i="0" smtClean="0">
                              <a:latin typeface="Cambria Math" panose="02040503050406030204" pitchFamily="18" charset="0"/>
                            </a:rPr>
                            <m:t>t</m:t>
                          </m:r>
                        </m:e>
                      </m:d>
                      <m:r>
                        <a:rPr lang="en-US" b="0" i="0" smtClean="0">
                          <a:latin typeface="Cambria Math" panose="02040503050406030204" pitchFamily="18" charset="0"/>
                        </a:rPr>
                        <m:t>=</m:t>
                      </m:r>
                      <m:r>
                        <m:rPr>
                          <m:sty m:val="p"/>
                        </m:rPr>
                        <a:rPr lang="en-US" b="0" i="0" smtClean="0">
                          <a:latin typeface="Cambria Math" panose="02040503050406030204" pitchFamily="18" charset="0"/>
                        </a:rPr>
                        <m:t>A</m:t>
                      </m:r>
                      <m:sSup>
                        <m:sSupPr>
                          <m:ctrlPr>
                            <a:rPr lang="en-US" b="0" i="1" smtClean="0">
                              <a:latin typeface="Cambria Math" panose="02040503050406030204" pitchFamily="18" charset="0"/>
                              <a:ea typeface="Cambria Math" panose="02040503050406030204" pitchFamily="18" charset="0"/>
                            </a:rPr>
                          </m:ctrlPr>
                        </m:sSupPr>
                        <m:e>
                          <m:r>
                            <m:rPr>
                              <m:sty m:val="p"/>
                            </m:rPr>
                            <a:rPr lang="en-US" b="0" i="0" smtClean="0">
                              <a:latin typeface="Cambria Math" panose="02040503050406030204" pitchFamily="18" charset="0"/>
                              <a:ea typeface="Cambria Math" panose="02040503050406030204" pitchFamily="18" charset="0"/>
                            </a:rPr>
                            <m:t>e</m:t>
                          </m:r>
                        </m:e>
                        <m:sup>
                          <m:r>
                            <a:rPr lang="en-US" b="0" i="0"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αx</m:t>
                          </m:r>
                        </m:sup>
                      </m:sSup>
                      <m:r>
                        <m:rPr>
                          <m:sty m:val="p"/>
                        </m:rPr>
                        <a:rPr lang="en-US" b="0" i="0" smtClean="0">
                          <a:latin typeface="Cambria Math" panose="02040503050406030204" pitchFamily="18" charset="0"/>
                        </a:rPr>
                        <m:t>cos</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0" smtClean="0">
                                  <a:latin typeface="Cambria Math" panose="02040503050406030204" pitchFamily="18" charset="0"/>
                                </a:rPr>
                                <m:t>2</m:t>
                              </m:r>
                              <m:r>
                                <m:rPr>
                                  <m:sty m:val="p"/>
                                </m:rPr>
                                <a:rPr lang="en-US" b="0" i="0" smtClean="0">
                                  <a:latin typeface="Cambria Math" panose="02040503050406030204" pitchFamily="18" charset="0"/>
                                  <a:ea typeface="Cambria Math" panose="02040503050406030204" pitchFamily="18" charset="0"/>
                                </a:rPr>
                                <m:t>πt</m:t>
                              </m:r>
                            </m:num>
                            <m:den>
                              <m:r>
                                <m:rPr>
                                  <m:sty m:val="p"/>
                                </m:rPr>
                                <a:rPr lang="en-US" b="0" i="0" smtClean="0">
                                  <a:latin typeface="Cambria Math" panose="02040503050406030204" pitchFamily="18" charset="0"/>
                                </a:rPr>
                                <m:t>T</m:t>
                              </m:r>
                            </m:den>
                          </m:f>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0" smtClean="0">
                                  <a:latin typeface="Cambria Math" panose="02040503050406030204" pitchFamily="18" charset="0"/>
                                </a:rPr>
                                <m:t>2</m:t>
                              </m:r>
                              <m:r>
                                <m:rPr>
                                  <m:sty m:val="p"/>
                                </m:rPr>
                                <a:rPr lang="en-US" b="0" i="0" smtClean="0">
                                  <a:latin typeface="Cambria Math" panose="02040503050406030204" pitchFamily="18" charset="0"/>
                                  <a:ea typeface="Cambria Math" panose="02040503050406030204" pitchFamily="18" charset="0"/>
                                </a:rPr>
                                <m:t>πx</m:t>
                              </m:r>
                            </m:num>
                            <m:den>
                              <m:r>
                                <m:rPr>
                                  <m:sty m:val="p"/>
                                </m:rPr>
                                <a:rPr lang="el-GR" b="0" i="0" smtClean="0">
                                  <a:latin typeface="Cambria Math" panose="02040503050406030204" pitchFamily="18" charset="0"/>
                                </a:rPr>
                                <m:t>λ</m:t>
                              </m:r>
                            </m:den>
                          </m:f>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ea typeface="Cambria Math" panose="02040503050406030204" pitchFamily="18" charset="0"/>
                                </a:rPr>
                                <m:t>θ</m:t>
                              </m:r>
                            </m:e>
                            <m:sub>
                              <m:r>
                                <a:rPr lang="en-US" b="0" i="0" smtClean="0">
                                  <a:latin typeface="Cambria Math" panose="02040503050406030204" pitchFamily="18" charset="0"/>
                                </a:rPr>
                                <m:t>0</m:t>
                              </m:r>
                            </m:sub>
                          </m:sSub>
                        </m:e>
                      </m:d>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meters</m:t>
                          </m:r>
                        </m:e>
                      </m:d>
                      <m:r>
                        <a:rPr lang="en-US" b="0" i="0" smtClean="0">
                          <a:latin typeface="Cambria Math" panose="02040503050406030204" pitchFamily="18" charset="0"/>
                        </a:rPr>
                        <m:t>.     </m:t>
                      </m:r>
                      <m:r>
                        <a:rPr lang="en-US">
                          <a:latin typeface="Cambria Math" panose="02040503050406030204" pitchFamily="18" charset="0"/>
                          <a:ea typeface="Cambria Math" panose="02040503050406030204" pitchFamily="18" charset="0"/>
                        </a:rPr>
                        <m:t>∅</m:t>
                      </m:r>
                      <m:d>
                        <m:dPr>
                          <m:ctrlPr>
                            <a:rPr lang="en-US" i="1">
                              <a:latin typeface="Cambria Math" panose="02040503050406030204" pitchFamily="18" charset="0"/>
                              <a:ea typeface="Cambria Math" panose="02040503050406030204" pitchFamily="18" charset="0"/>
                            </a:rPr>
                          </m:ctrlPr>
                        </m:dPr>
                        <m:e>
                          <m:r>
                            <m:rPr>
                              <m:sty m:val="p"/>
                            </m:rPr>
                            <a:rPr lang="en-US">
                              <a:latin typeface="Cambria Math" panose="02040503050406030204" pitchFamily="18" charset="0"/>
                              <a:ea typeface="Cambria Math" panose="02040503050406030204" pitchFamily="18" charset="0"/>
                            </a:rPr>
                            <m:t>x</m:t>
                          </m:r>
                          <m:r>
                            <a:rPr lang="en-US">
                              <a:latin typeface="Cambria Math" panose="02040503050406030204" pitchFamily="18" charset="0"/>
                              <a:ea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t</m:t>
                          </m:r>
                        </m:e>
                      </m:d>
                      <m:r>
                        <a:rPr lang="en-US">
                          <a:latin typeface="Cambria Math" panose="02040503050406030204" pitchFamily="18" charset="0"/>
                          <a:ea typeface="Cambria Math" panose="02040503050406030204" pitchFamily="18" charset="0"/>
                        </a:rPr>
                        <m:t>=</m:t>
                      </m:r>
                      <m:d>
                        <m:dPr>
                          <m:ctrlPr>
                            <a:rPr lang="en-US" i="1">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rPr>
                              </m:ctrlPr>
                            </m:fPr>
                            <m:num>
                              <m:r>
                                <a:rPr lang="en-US">
                                  <a:latin typeface="Cambria Math" panose="02040503050406030204" pitchFamily="18" charset="0"/>
                                </a:rPr>
                                <m:t>2</m:t>
                              </m:r>
                              <m:r>
                                <m:rPr>
                                  <m:sty m:val="p"/>
                                </m:rPr>
                                <a:rPr lang="en-US">
                                  <a:latin typeface="Cambria Math" panose="02040503050406030204" pitchFamily="18" charset="0"/>
                                  <a:ea typeface="Cambria Math" panose="02040503050406030204" pitchFamily="18" charset="0"/>
                                </a:rPr>
                                <m:t>πt</m:t>
                              </m:r>
                            </m:num>
                            <m:den>
                              <m:r>
                                <m:rPr>
                                  <m:sty m:val="p"/>
                                </m:rPr>
                                <a:rPr lang="en-US">
                                  <a:latin typeface="Cambria Math" panose="02040503050406030204" pitchFamily="18" charset="0"/>
                                </a:rPr>
                                <m:t>T</m:t>
                              </m:r>
                            </m:den>
                          </m:f>
                          <m:r>
                            <a:rPr lang="en-US">
                              <a:latin typeface="Cambria Math" panose="02040503050406030204" pitchFamily="18" charset="0"/>
                            </a:rPr>
                            <m:t>−</m:t>
                          </m:r>
                          <m:f>
                            <m:fPr>
                              <m:ctrlPr>
                                <a:rPr lang="en-US" i="1">
                                  <a:latin typeface="Cambria Math" panose="02040503050406030204" pitchFamily="18" charset="0"/>
                                </a:rPr>
                              </m:ctrlPr>
                            </m:fPr>
                            <m:num>
                              <m:r>
                                <a:rPr lang="en-US">
                                  <a:latin typeface="Cambria Math" panose="02040503050406030204" pitchFamily="18" charset="0"/>
                                </a:rPr>
                                <m:t>2</m:t>
                              </m:r>
                              <m:r>
                                <m:rPr>
                                  <m:sty m:val="p"/>
                                </m:rPr>
                                <a:rPr lang="en-US">
                                  <a:latin typeface="Cambria Math" panose="02040503050406030204" pitchFamily="18" charset="0"/>
                                  <a:ea typeface="Cambria Math" panose="02040503050406030204" pitchFamily="18" charset="0"/>
                                </a:rPr>
                                <m:t>πx</m:t>
                              </m:r>
                            </m:num>
                            <m:den>
                              <m:r>
                                <m:rPr>
                                  <m:sty m:val="p"/>
                                </m:rPr>
                                <a:rPr lang="el-GR">
                                  <a:latin typeface="Cambria Math" panose="02040503050406030204" pitchFamily="18" charset="0"/>
                                </a:rPr>
                                <m:t>λ</m:t>
                              </m:r>
                            </m:den>
                          </m:f>
                          <m:r>
                            <a:rPr lang="en-US">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θ</m:t>
                              </m:r>
                            </m:e>
                            <m:sub>
                              <m:r>
                                <a:rPr lang="en-US">
                                  <a:latin typeface="Cambria Math" panose="02040503050406030204" pitchFamily="18" charset="0"/>
                                </a:rPr>
                                <m:t>0</m:t>
                              </m:r>
                            </m:sub>
                          </m:sSub>
                        </m:e>
                      </m:d>
                    </m:oMath>
                  </m:oMathPara>
                </a14:m>
                <a:endParaRPr lang="en-US" dirty="0"/>
              </a:p>
              <a:p>
                <a:r>
                  <a:rPr lang="en-US" dirty="0">
                    <a:latin typeface="Cambria Math" panose="02040503050406030204" pitchFamily="18" charset="0"/>
                    <a:ea typeface="Cambria Math" panose="02040503050406030204" pitchFamily="18" charset="0"/>
                  </a:rPr>
                  <a:t>       </a:t>
                </a:r>
              </a:p>
              <a:p>
                <a:r>
                  <a:rPr lang="en-US" dirty="0">
                    <a:latin typeface="Cambria Math" panose="02040503050406030204" pitchFamily="18" charset="0"/>
                    <a:ea typeface="Cambria Math" panose="02040503050406030204" pitchFamily="18" charset="0"/>
                  </a:rPr>
                  <a:t>Where A is the amplitude, </a:t>
                </a:r>
                <a:r>
                  <a:rPr lang="el-GR" dirty="0">
                    <a:latin typeface="Cambria Math" panose="02040503050406030204" pitchFamily="18" charset="0"/>
                    <a:ea typeface="Cambria Math" panose="02040503050406030204" pitchFamily="18" charset="0"/>
                  </a:rPr>
                  <a:t>α</a:t>
                </a:r>
                <a:r>
                  <a:rPr lang="en-US" dirty="0">
                    <a:latin typeface="Cambria Math" panose="02040503050406030204" pitchFamily="18" charset="0"/>
                    <a:ea typeface="Cambria Math" panose="02040503050406030204" pitchFamily="18" charset="0"/>
                  </a:rPr>
                  <a:t> is the attenuation constant in units of neper per meter (Np/m). T is the time period, </a:t>
                </a:r>
                <a:r>
                  <a:rPr lang="el-GR" dirty="0">
                    <a:latin typeface="Cambria Math" panose="02040503050406030204" pitchFamily="18" charset="0"/>
                    <a:ea typeface="Cambria Math" panose="02040503050406030204" pitchFamily="18" charset="0"/>
                  </a:rPr>
                  <a:t>λ</a:t>
                </a:r>
                <a:r>
                  <a:rPr lang="en-US" dirty="0">
                    <a:latin typeface="Cambria Math" panose="02040503050406030204" pitchFamily="18" charset="0"/>
                    <a:ea typeface="Cambria Math" panose="02040503050406030204" pitchFamily="18" charset="0"/>
                  </a:rPr>
                  <a:t> is the spatial wavelength and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θ</m:t>
                        </m:r>
                      </m:e>
                      <m:sub>
                        <m:r>
                          <a:rPr lang="en-US">
                            <a:latin typeface="Cambria Math" panose="02040503050406030204" pitchFamily="18" charset="0"/>
                          </a:rPr>
                          <m:t>0</m:t>
                        </m:r>
                      </m:sub>
                    </m:sSub>
                  </m:oMath>
                </a14:m>
                <a:r>
                  <a:rPr lang="en-US" dirty="0">
                    <a:latin typeface="Cambria Math" panose="02040503050406030204" pitchFamily="18" charset="0"/>
                    <a:ea typeface="Cambria Math" panose="02040503050406030204" pitchFamily="18" charset="0"/>
                  </a:rPr>
                  <a:t> is the reference phase. Units of </a:t>
                </a:r>
                <a:r>
                  <a:rPr lang="el-GR" dirty="0">
                    <a:latin typeface="Cambria Math" panose="02040503050406030204" pitchFamily="18" charset="0"/>
                    <a:ea typeface="Cambria Math" panose="02040503050406030204" pitchFamily="18" charset="0"/>
                  </a:rPr>
                  <a:t>α</a:t>
                </a:r>
                <a:r>
                  <a:rPr lang="en-US" dirty="0">
                    <a:latin typeface="Cambria Math" panose="02040503050406030204" pitchFamily="18" charset="0"/>
                    <a:ea typeface="Cambria Math" panose="02040503050406030204" pitchFamily="18" charset="0"/>
                  </a:rPr>
                  <a:t> are neper per meter (Np/m), where neper is a dimensionless unit assigned to various logarithmic ratios. Neper named after John Napier, the inventor of logarithms.</a:t>
                </a:r>
                <a:r>
                  <a:rPr lang="en-US" dirty="0"/>
                  <a:t>  </a:t>
                </a:r>
              </a:p>
            </p:txBody>
          </p:sp>
        </mc:Choice>
        <mc:Fallback xmlns="">
          <p:sp>
            <p:nvSpPr>
              <p:cNvPr id="7" name="Rectangle 6"/>
              <p:cNvSpPr>
                <a:spLocks noRot="1" noChangeAspect="1" noMove="1" noResize="1" noEditPoints="1" noAdjustHandles="1" noChangeArrowheads="1" noChangeShapeType="1" noTextEdit="1"/>
              </p:cNvSpPr>
              <p:nvPr/>
            </p:nvSpPr>
            <p:spPr>
              <a:xfrm>
                <a:off x="81339" y="828462"/>
                <a:ext cx="11912952" cy="1822678"/>
              </a:xfrm>
              <a:prstGeom prst="rect">
                <a:avLst/>
              </a:prstGeom>
              <a:blipFill>
                <a:blip r:embed="rId2"/>
                <a:stretch>
                  <a:fillRect l="-204" r="-407" b="-2597"/>
                </a:stretch>
              </a:blipFill>
            </p:spPr>
            <p:txBody>
              <a:bodyPr/>
              <a:lstStyle/>
              <a:p>
                <a:r>
                  <a:rPr lang="en-US">
                    <a:noFill/>
                  </a:rPr>
                  <a:t> </a:t>
                </a:r>
              </a:p>
            </p:txBody>
          </p:sp>
        </mc:Fallback>
      </mc:AlternateContent>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48930" y="2747588"/>
            <a:ext cx="5651156" cy="4110412"/>
          </a:xfrm>
          <a:prstGeom prst="rect">
            <a:avLst/>
          </a:prstGeom>
        </p:spPr>
      </p:pic>
    </p:spTree>
    <p:extLst>
      <p:ext uri="{BB962C8B-B14F-4D97-AF65-F5344CB8AC3E}">
        <p14:creationId xmlns:p14="http://schemas.microsoft.com/office/powerpoint/2010/main" val="4269707401"/>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81339" y="-54649"/>
            <a:ext cx="11615350" cy="553998"/>
          </a:xfrm>
        </p:spPr>
        <p:txBody>
          <a:bodyPr/>
          <a:lstStyle/>
          <a:p>
            <a:pPr algn="ctr"/>
            <a:r>
              <a:rPr lang="en-US" sz="4000"/>
              <a:t>Damped Sinusoidal Example 1</a:t>
            </a:r>
          </a:p>
        </p:txBody>
      </p:sp>
      <mc:AlternateContent xmlns:mc="http://schemas.openxmlformats.org/markup-compatibility/2006" xmlns:a14="http://schemas.microsoft.com/office/drawing/2010/main">
        <mc:Choice Requires="a14">
          <p:sp>
            <p:nvSpPr>
              <p:cNvPr id="7" name="Rectangle 6"/>
              <p:cNvSpPr/>
              <p:nvPr/>
            </p:nvSpPr>
            <p:spPr>
              <a:xfrm>
                <a:off x="5100506" y="694239"/>
                <a:ext cx="6988030" cy="611436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a:buFont typeface="Arial" panose="020B0604020202020204" pitchFamily="34" charset="0"/>
                  <a:buChar char="•"/>
                </a:pPr>
                <a:r>
                  <a:rPr lang="en-US">
                    <a:latin typeface="Cambria Math" panose="02040503050406030204" pitchFamily="18" charset="0"/>
                    <a:ea typeface="Cambria Math" panose="02040503050406030204" pitchFamily="18" charset="0"/>
                  </a:rPr>
                  <a:t>Given the adjacent damped sinusoid, what is the wave amplitude, wavelength, and attenuation constant?</a:t>
                </a:r>
                <a:endParaRPr lang="en-US"/>
              </a:p>
              <a:p>
                <a:endParaRPr lang="en-US">
                  <a:latin typeface="Cambria Math" panose="02040503050406030204" pitchFamily="18" charset="0"/>
                  <a:ea typeface="Cambria Math" panose="02040503050406030204" pitchFamily="18" charset="0"/>
                </a:endParaRPr>
              </a:p>
              <a:p>
                <a:r>
                  <a:rPr lang="en-US">
                    <a:latin typeface="Cambria Math" panose="02040503050406030204" pitchFamily="18" charset="0"/>
                    <a:ea typeface="Cambria Math" panose="02040503050406030204" pitchFamily="18" charset="0"/>
                  </a:rPr>
                  <a:t>Amplitude:         At x = 0, sinusoidal amplitude A = 5 V.    </a:t>
                </a:r>
              </a:p>
              <a:p>
                <a:endParaRPr lang="en-US">
                  <a:latin typeface="Cambria Math" panose="02040503050406030204" pitchFamily="18" charset="0"/>
                  <a:ea typeface="Cambria Math" panose="02040503050406030204" pitchFamily="18" charset="0"/>
                </a:endParaRPr>
              </a:p>
              <a:p>
                <a:r>
                  <a:rPr lang="en-US">
                    <a:latin typeface="Cambria Math" panose="02040503050406030204" pitchFamily="18" charset="0"/>
                    <a:ea typeface="Cambria Math" panose="02040503050406030204" pitchFamily="18" charset="0"/>
                  </a:rPr>
                  <a:t>Wavelength:       Based on marker, </a:t>
                </a:r>
                <a:r>
                  <a:rPr lang="el-GR">
                    <a:latin typeface="Cambria Math" panose="02040503050406030204" pitchFamily="18" charset="0"/>
                    <a:ea typeface="Cambria Math" panose="02040503050406030204" pitchFamily="18" charset="0"/>
                  </a:rPr>
                  <a:t>λ</a:t>
                </a:r>
                <a:r>
                  <a:rPr lang="en-US">
                    <a:latin typeface="Cambria Math" panose="02040503050406030204" pitchFamily="18" charset="0"/>
                    <a:ea typeface="Cambria Math" panose="02040503050406030204" pitchFamily="18" charset="0"/>
                  </a:rPr>
                  <a:t> = 5.6 cm = 0.056 m.</a:t>
                </a:r>
                <a14:m>
                  <m:oMath xmlns:m="http://schemas.openxmlformats.org/officeDocument/2006/math">
                    <m:r>
                      <a:rPr lang="en-US">
                        <a:latin typeface="Cambria Math" panose="02040503050406030204" pitchFamily="18" charset="0"/>
                      </a:rPr>
                      <m:t>     </m:t>
                    </m:r>
                  </m:oMath>
                </a14:m>
                <a:endParaRPr lang="en-US">
                  <a:latin typeface="Cambria Math" panose="02040503050406030204" pitchFamily="18" charset="0"/>
                  <a:ea typeface="Cambria Math" panose="02040503050406030204" pitchFamily="18" charset="0"/>
                </a:endParaRPr>
              </a:p>
              <a:p>
                <a:endParaRPr lang="en-US">
                  <a:latin typeface="Cambria Math" panose="02040503050406030204" pitchFamily="18" charset="0"/>
                  <a:ea typeface="Cambria Math" panose="02040503050406030204" pitchFamily="18" charset="0"/>
                </a:endParaRPr>
              </a:p>
              <a:p>
                <a:r>
                  <a:rPr lang="en-US">
                    <a:latin typeface="Cambria Math" panose="02040503050406030204" pitchFamily="18" charset="0"/>
                    <a:ea typeface="Cambria Math" panose="02040503050406030204" pitchFamily="18" charset="0"/>
                  </a:rPr>
                  <a:t>Attenuation Constant </a:t>
                </a:r>
                <a:r>
                  <a:rPr lang="el-GR">
                    <a:latin typeface="Cambria Math" panose="02040503050406030204" pitchFamily="18" charset="0"/>
                    <a:ea typeface="Cambria Math" panose="02040503050406030204" pitchFamily="18" charset="0"/>
                  </a:rPr>
                  <a:t>α</a:t>
                </a:r>
                <a:r>
                  <a:rPr lang="en-US">
                    <a:latin typeface="Cambria Math" panose="02040503050406030204" pitchFamily="18" charset="0"/>
                    <a:ea typeface="Cambria Math" panose="02040503050406030204" pitchFamily="18" charset="0"/>
                  </a:rPr>
                  <a:t>: </a:t>
                </a:r>
              </a:p>
              <a:p>
                <a:endParaRPr lang="en-US">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atin typeface="Cambria Math" panose="02040503050406030204" pitchFamily="18" charset="0"/>
                        </a:rPr>
                        <m:t>5</m:t>
                      </m:r>
                      <m:sSup>
                        <m:sSupPr>
                          <m:ctrlPr>
                            <a:rPr lang="en-US" i="1">
                              <a:latin typeface="Cambria Math" panose="02040503050406030204" pitchFamily="18" charset="0"/>
                            </a:rPr>
                          </m:ctrlPr>
                        </m:sSupPr>
                        <m:e>
                          <m:r>
                            <m:rPr>
                              <m:sty m:val="p"/>
                            </m:rPr>
                            <a:rPr lang="en-US">
                              <a:latin typeface="Cambria Math" panose="02040503050406030204" pitchFamily="18" charset="0"/>
                            </a:rPr>
                            <m:t>e</m:t>
                          </m:r>
                        </m:e>
                        <m:sup>
                          <m:r>
                            <a:rPr lang="en-US">
                              <a:latin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α</m:t>
                          </m:r>
                          <m:r>
                            <a:rPr lang="en-US" b="0" i="0" smtClean="0">
                              <a:latin typeface="Cambria Math" panose="02040503050406030204" pitchFamily="18" charset="0"/>
                              <a:ea typeface="Cambria Math" panose="02040503050406030204" pitchFamily="18" charset="0"/>
                            </a:rPr>
                            <m:t>0.0</m:t>
                          </m:r>
                          <m:r>
                            <a:rPr lang="en-US">
                              <a:latin typeface="Cambria Math" panose="02040503050406030204" pitchFamily="18" charset="0"/>
                              <a:ea typeface="Cambria Math" panose="02040503050406030204" pitchFamily="18" charset="0"/>
                            </a:rPr>
                            <m:t>56</m:t>
                          </m:r>
                        </m:sup>
                      </m:sSup>
                      <m:r>
                        <a:rPr lang="en-US" i="1">
                          <a:latin typeface="Cambria Math" panose="02040503050406030204" pitchFamily="18" charset="0"/>
                        </a:rPr>
                        <m:t>=</m:t>
                      </m:r>
                      <m:r>
                        <a:rPr lang="en-US">
                          <a:latin typeface="Cambria Math" panose="02040503050406030204" pitchFamily="18" charset="0"/>
                        </a:rPr>
                        <m:t>3.57.  </m:t>
                      </m:r>
                      <m:sSup>
                        <m:sSupPr>
                          <m:ctrlPr>
                            <a:rPr lang="en-US" i="1">
                              <a:latin typeface="Cambria Math" panose="02040503050406030204" pitchFamily="18" charset="0"/>
                            </a:rPr>
                          </m:ctrlPr>
                        </m:sSupPr>
                        <m:e>
                          <m:r>
                            <m:rPr>
                              <m:sty m:val="p"/>
                            </m:rPr>
                            <a:rPr lang="en-US">
                              <a:latin typeface="Cambria Math" panose="02040503050406030204" pitchFamily="18" charset="0"/>
                            </a:rPr>
                            <m:t>e</m:t>
                          </m:r>
                        </m:e>
                        <m:sup>
                          <m:r>
                            <a:rPr lang="en-US">
                              <a:latin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α</m:t>
                          </m:r>
                          <m:r>
                            <a:rPr lang="en-US" b="0" i="0" smtClean="0">
                              <a:latin typeface="Cambria Math" panose="02040503050406030204" pitchFamily="18" charset="0"/>
                              <a:ea typeface="Cambria Math" panose="02040503050406030204" pitchFamily="18" charset="0"/>
                            </a:rPr>
                            <m:t>0.0</m:t>
                          </m:r>
                          <m:r>
                            <a:rPr lang="en-US">
                              <a:latin typeface="Cambria Math" panose="02040503050406030204" pitchFamily="18" charset="0"/>
                              <a:ea typeface="Cambria Math" panose="02040503050406030204" pitchFamily="18" charset="0"/>
                            </a:rPr>
                            <m:t>56</m:t>
                          </m:r>
                        </m:sup>
                      </m:s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3.57</m:t>
                          </m:r>
                        </m:num>
                        <m:den>
                          <m:r>
                            <a:rPr lang="en-US" i="1">
                              <a:latin typeface="Cambria Math" panose="02040503050406030204" pitchFamily="18" charset="0"/>
                            </a:rPr>
                            <m:t>5</m:t>
                          </m:r>
                        </m:den>
                      </m:f>
                      <m:r>
                        <a:rPr lang="en-US" i="1">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ln</m:t>
                          </m:r>
                        </m:fName>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m:rPr>
                                      <m:sty m:val="p"/>
                                    </m:rPr>
                                    <a:rPr lang="en-US">
                                      <a:latin typeface="Cambria Math" panose="02040503050406030204" pitchFamily="18" charset="0"/>
                                    </a:rPr>
                                    <m:t>e</m:t>
                                  </m:r>
                                </m:e>
                                <m:sup>
                                  <m:r>
                                    <a:rPr lang="en-US">
                                      <a:latin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α</m:t>
                                  </m:r>
                                  <m:r>
                                    <a:rPr lang="en-US" b="0" i="0" smtClean="0">
                                      <a:latin typeface="Cambria Math" panose="02040503050406030204" pitchFamily="18" charset="0"/>
                                      <a:ea typeface="Cambria Math" panose="02040503050406030204" pitchFamily="18" charset="0"/>
                                    </a:rPr>
                                    <m:t>0.0</m:t>
                                  </m:r>
                                  <m:r>
                                    <a:rPr lang="en-US">
                                      <a:latin typeface="Cambria Math" panose="02040503050406030204" pitchFamily="18" charset="0"/>
                                      <a:ea typeface="Cambria Math" panose="02040503050406030204" pitchFamily="18" charset="0"/>
                                    </a:rPr>
                                    <m:t>56</m:t>
                                  </m:r>
                                </m:sup>
                              </m:sSup>
                            </m:e>
                          </m:d>
                        </m:e>
                      </m:func>
                      <m:r>
                        <a:rPr lang="en-US" i="1">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ln</m:t>
                          </m:r>
                        </m:fName>
                        <m:e>
                          <m:d>
                            <m:dPr>
                              <m:ctrlPr>
                                <a:rPr lang="en-US" i="1" smtClean="0">
                                  <a:latin typeface="Cambria Math" panose="02040503050406030204" pitchFamily="18" charset="0"/>
                                </a:rPr>
                              </m:ctrlPr>
                            </m:dPr>
                            <m:e>
                              <m:f>
                                <m:fPr>
                                  <m:ctrlPr>
                                    <a:rPr lang="en-US" i="1" smtClean="0">
                                      <a:latin typeface="Cambria Math" panose="02040503050406030204" pitchFamily="18" charset="0"/>
                                    </a:rPr>
                                  </m:ctrlPr>
                                </m:fPr>
                                <m:num>
                                  <m:r>
                                    <a:rPr lang="en-US" b="0" i="1" smtClean="0">
                                      <a:latin typeface="Cambria Math" panose="02040503050406030204" pitchFamily="18" charset="0"/>
                                    </a:rPr>
                                    <m:t>3.57</m:t>
                                  </m:r>
                                </m:num>
                                <m:den>
                                  <m:r>
                                    <a:rPr lang="en-US" b="0" i="1" smtClean="0">
                                      <a:latin typeface="Cambria Math" panose="02040503050406030204" pitchFamily="18" charset="0"/>
                                    </a:rPr>
                                    <m:t>5</m:t>
                                  </m:r>
                                </m:den>
                              </m:f>
                            </m:e>
                          </m:d>
                        </m:e>
                      </m:func>
                      <m:r>
                        <a:rPr lang="en-US" b="0" i="1" smtClean="0">
                          <a:latin typeface="Cambria Math" panose="02040503050406030204" pitchFamily="18" charset="0"/>
                        </a:rPr>
                        <m:t>.</m:t>
                      </m:r>
                    </m:oMath>
                  </m:oMathPara>
                </a14:m>
                <a:endParaRPr lang="en-US"/>
              </a:p>
              <a:p>
                <a:endParaRPr lang="en-US"/>
              </a:p>
              <a:p>
                <a:pPr/>
                <a14:m>
                  <m:oMathPara xmlns:m="http://schemas.openxmlformats.org/officeDocument/2006/math">
                    <m:oMathParaPr>
                      <m:jc m:val="center"/>
                    </m:oMathParaPr>
                    <m:oMath xmlns:m="http://schemas.openxmlformats.org/officeDocument/2006/math">
                      <m:r>
                        <a:rPr lang="en-US">
                          <a:latin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α</m:t>
                      </m:r>
                      <m:r>
                        <a:rPr lang="en-US" b="0" i="0" smtClean="0">
                          <a:latin typeface="Cambria Math" panose="02040503050406030204" pitchFamily="18" charset="0"/>
                          <a:ea typeface="Cambria Math" panose="02040503050406030204" pitchFamily="18" charset="0"/>
                        </a:rPr>
                        <m:t>0.0</m:t>
                      </m:r>
                      <m:r>
                        <a:rPr lang="en-US">
                          <a:latin typeface="Cambria Math" panose="02040503050406030204" pitchFamily="18" charset="0"/>
                          <a:ea typeface="Cambria Math" panose="02040503050406030204" pitchFamily="18" charset="0"/>
                        </a:rPr>
                        <m:t>56=−0.337.   </m:t>
                      </m:r>
                      <m:r>
                        <m:rPr>
                          <m:sty m:val="p"/>
                        </m:rPr>
                        <a:rPr lang="el-GR" b="0" i="1">
                          <a:latin typeface="Cambria Math" panose="02040503050406030204" pitchFamily="18" charset="0"/>
                          <a:ea typeface="Cambria Math" panose="02040503050406030204" pitchFamily="18" charset="0"/>
                        </a:rPr>
                        <m:t>α</m:t>
                      </m:r>
                      <m:r>
                        <a:rPr lang="en-US" b="0">
                          <a:latin typeface="Cambria Math" panose="02040503050406030204" pitchFamily="18" charset="0"/>
                          <a:ea typeface="Cambria Math" panose="02040503050406030204" pitchFamily="18" charset="0"/>
                        </a:rPr>
                        <m:t>=</m:t>
                      </m:r>
                      <m:r>
                        <a:rPr lang="en-US" b="0" i="1">
                          <a:latin typeface="Cambria Math" panose="02040503050406030204" pitchFamily="18" charset="0"/>
                          <a:ea typeface="Cambria Math" panose="02040503050406030204" pitchFamily="18" charset="0"/>
                        </a:rPr>
                        <m:t>6</m:t>
                      </m:r>
                      <m:r>
                        <a:rPr lang="en-US" b="0" i="0" smtClean="0">
                          <a:latin typeface="Cambria Math" panose="02040503050406030204" pitchFamily="18" charset="0"/>
                          <a:ea typeface="Cambria Math" panose="02040503050406030204" pitchFamily="18" charset="0"/>
                        </a:rPr>
                        <m:t>.02</m:t>
                      </m:r>
                      <m:r>
                        <a:rPr lang="en-US" b="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m:rPr>
                              <m:sty m:val="p"/>
                            </m:rPr>
                            <a:rPr lang="en-US" b="0" i="0" smtClean="0">
                              <a:latin typeface="Cambria Math" panose="02040503050406030204" pitchFamily="18" charset="0"/>
                              <a:ea typeface="Cambria Math" panose="02040503050406030204" pitchFamily="18" charset="0"/>
                            </a:rPr>
                            <m:t>Np</m:t>
                          </m:r>
                        </m:num>
                        <m:den>
                          <m:r>
                            <m:rPr>
                              <m:sty m:val="p"/>
                            </m:rPr>
                            <a:rPr lang="en-US" b="0" i="0" smtClean="0">
                              <a:latin typeface="Cambria Math" panose="02040503050406030204" pitchFamily="18" charset="0"/>
                              <a:ea typeface="Cambria Math" panose="02040503050406030204" pitchFamily="18" charset="0"/>
                            </a:rPr>
                            <m:t>m</m:t>
                          </m:r>
                        </m:den>
                      </m:f>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0" smtClean="0">
                                  <a:latin typeface="Cambria Math" panose="02040503050406030204" pitchFamily="18" charset="0"/>
                                  <a:ea typeface="Cambria Math" panose="02040503050406030204" pitchFamily="18" charset="0"/>
                                </a:rPr>
                                <m:t>1 </m:t>
                              </m:r>
                              <m:r>
                                <m:rPr>
                                  <m:sty m:val="p"/>
                                </m:rPr>
                                <a:rPr lang="en-US" b="0" i="0" smtClean="0">
                                  <a:latin typeface="Cambria Math" panose="02040503050406030204" pitchFamily="18" charset="0"/>
                                  <a:ea typeface="Cambria Math" panose="02040503050406030204" pitchFamily="18" charset="0"/>
                                </a:rPr>
                                <m:t>m</m:t>
                              </m:r>
                            </m:num>
                            <m:den>
                              <m:r>
                                <a:rPr lang="en-US" b="0" i="0" smtClean="0">
                                  <a:latin typeface="Cambria Math" panose="02040503050406030204" pitchFamily="18" charset="0"/>
                                  <a:ea typeface="Cambria Math" panose="02040503050406030204" pitchFamily="18" charset="0"/>
                                </a:rPr>
                                <m:t>100 </m:t>
                              </m:r>
                              <m:r>
                                <m:rPr>
                                  <m:sty m:val="p"/>
                                </m:rPr>
                                <a:rPr lang="en-US" b="0" i="0" smtClean="0">
                                  <a:latin typeface="Cambria Math" panose="02040503050406030204" pitchFamily="18" charset="0"/>
                                  <a:ea typeface="Cambria Math" panose="02040503050406030204" pitchFamily="18" charset="0"/>
                                </a:rPr>
                                <m:t>cm</m:t>
                              </m:r>
                            </m:den>
                          </m:f>
                        </m:e>
                      </m:d>
                      <m:r>
                        <a:rPr lang="en-US" b="0" i="1" smtClean="0">
                          <a:latin typeface="Cambria Math" panose="02040503050406030204" pitchFamily="18" charset="0"/>
                          <a:ea typeface="Cambria Math" panose="02040503050406030204" pitchFamily="18" charset="0"/>
                        </a:rPr>
                        <m:t>=0.06</m:t>
                      </m:r>
                      <m:f>
                        <m:fPr>
                          <m:ctrlPr>
                            <a:rPr lang="en-US" b="0" i="1" smtClean="0">
                              <a:latin typeface="Cambria Math" panose="02040503050406030204" pitchFamily="18" charset="0"/>
                              <a:ea typeface="Cambria Math" panose="02040503050406030204" pitchFamily="18" charset="0"/>
                            </a:rPr>
                          </m:ctrlPr>
                        </m:fPr>
                        <m:num>
                          <m:r>
                            <m:rPr>
                              <m:sty m:val="p"/>
                            </m:rPr>
                            <a:rPr lang="en-US" b="0" i="0" smtClean="0">
                              <a:latin typeface="Cambria Math" panose="02040503050406030204" pitchFamily="18" charset="0"/>
                              <a:ea typeface="Cambria Math" panose="02040503050406030204" pitchFamily="18" charset="0"/>
                            </a:rPr>
                            <m:t>Np</m:t>
                          </m:r>
                        </m:num>
                        <m:den>
                          <m:r>
                            <m:rPr>
                              <m:sty m:val="p"/>
                            </m:rPr>
                            <a:rPr lang="en-US" b="0" i="0" smtClean="0">
                              <a:latin typeface="Cambria Math" panose="02040503050406030204" pitchFamily="18" charset="0"/>
                              <a:ea typeface="Cambria Math" panose="02040503050406030204" pitchFamily="18" charset="0"/>
                            </a:rPr>
                            <m:t>cm</m:t>
                          </m:r>
                        </m:den>
                      </m:f>
                      <m:r>
                        <a:rPr lang="en-US" b="0" i="0" smtClean="0">
                          <a:latin typeface="Cambria Math" panose="02040503050406030204" pitchFamily="18" charset="0"/>
                          <a:ea typeface="Cambria Math" panose="02040503050406030204" pitchFamily="18" charset="0"/>
                        </a:rPr>
                        <m:t>.</m:t>
                      </m:r>
                      <m:r>
                        <a:rPr lang="en-US">
                          <a:latin typeface="Cambria Math" panose="02040503050406030204" pitchFamily="18" charset="0"/>
                          <a:ea typeface="Cambria Math" panose="02040503050406030204" pitchFamily="18" charset="0"/>
                        </a:rPr>
                        <m:t>      </m:t>
                      </m:r>
                    </m:oMath>
                  </m:oMathPara>
                </a14:m>
                <a:endParaRPr lang="en-US">
                  <a:latin typeface="Cambria Math" panose="02040503050406030204" pitchFamily="18" charset="0"/>
                  <a:ea typeface="Cambria Math" panose="02040503050406030204" pitchFamily="18" charset="0"/>
                </a:endParaRPr>
              </a:p>
              <a:p>
                <a:r>
                  <a:rPr lang="en-US">
                    <a:latin typeface="Cambria Math" panose="02040503050406030204" pitchFamily="18" charset="0"/>
                    <a:ea typeface="Cambria Math" panose="02040503050406030204" pitchFamily="18" charset="0"/>
                  </a:rPr>
                  <a:t>  </a:t>
                </a:r>
              </a:p>
              <a:p>
                <a:r>
                  <a:rPr lang="en-US">
                    <a:latin typeface="Cambria Math" panose="02040503050406030204" pitchFamily="18" charset="0"/>
                    <a:ea typeface="Cambria Math" panose="02040503050406030204" pitchFamily="18" charset="0"/>
                  </a:rPr>
                  <a:t>Could also solve directly in cm:</a:t>
                </a:r>
              </a:p>
              <a:p>
                <a:endParaRPr lang="en-US">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b="0" i="0" smtClean="0">
                          <a:latin typeface="Cambria Math" panose="02040503050406030204" pitchFamily="18" charset="0"/>
                        </a:rPr>
                        <m:t>5</m:t>
                      </m:r>
                      <m:sSup>
                        <m:sSupPr>
                          <m:ctrlPr>
                            <a:rPr lang="en-US" i="1">
                              <a:latin typeface="Cambria Math" panose="02040503050406030204" pitchFamily="18" charset="0"/>
                            </a:rPr>
                          </m:ctrlPr>
                        </m:sSupPr>
                        <m:e>
                          <m:r>
                            <m:rPr>
                              <m:sty m:val="p"/>
                            </m:rPr>
                            <a:rPr lang="en-US">
                              <a:latin typeface="Cambria Math" panose="02040503050406030204" pitchFamily="18" charset="0"/>
                            </a:rPr>
                            <m:t>e</m:t>
                          </m:r>
                        </m:e>
                        <m:sup>
                          <m:r>
                            <a:rPr lang="en-US">
                              <a:latin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α</m:t>
                          </m:r>
                          <m:r>
                            <a:rPr lang="en-US">
                              <a:latin typeface="Cambria Math" panose="02040503050406030204" pitchFamily="18" charset="0"/>
                              <a:ea typeface="Cambria Math" panose="02040503050406030204" pitchFamily="18" charset="0"/>
                            </a:rPr>
                            <m:t>5.6</m:t>
                          </m:r>
                        </m:sup>
                      </m:sSup>
                      <m:r>
                        <a:rPr lang="en-US" i="1">
                          <a:latin typeface="Cambria Math" panose="02040503050406030204" pitchFamily="18" charset="0"/>
                        </a:rPr>
                        <m:t>=</m:t>
                      </m:r>
                      <m:r>
                        <a:rPr lang="en-US" b="0" i="0" smtClean="0">
                          <a:latin typeface="Cambria Math" panose="02040503050406030204" pitchFamily="18" charset="0"/>
                        </a:rPr>
                        <m:t>3.57.  </m:t>
                      </m:r>
                      <m:sSup>
                        <m:sSupPr>
                          <m:ctrlPr>
                            <a:rPr lang="en-US" i="1" smtClean="0">
                              <a:latin typeface="Cambria Math" panose="02040503050406030204" pitchFamily="18" charset="0"/>
                            </a:rPr>
                          </m:ctrlPr>
                        </m:sSupPr>
                        <m:e>
                          <m:r>
                            <m:rPr>
                              <m:sty m:val="p"/>
                            </m:rPr>
                            <a:rPr lang="en-US" b="0" i="0" smtClean="0">
                              <a:latin typeface="Cambria Math" panose="02040503050406030204" pitchFamily="18" charset="0"/>
                            </a:rPr>
                            <m:t>e</m:t>
                          </m:r>
                        </m:e>
                        <m:sup>
                          <m:r>
                            <a:rPr lang="en-US" b="0" i="0" smtClean="0">
                              <a:latin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α</m:t>
                          </m:r>
                          <m:r>
                            <a:rPr lang="en-US" b="0" i="0" smtClean="0">
                              <a:latin typeface="Cambria Math" panose="02040503050406030204" pitchFamily="18" charset="0"/>
                              <a:ea typeface="Cambria Math" panose="02040503050406030204" pitchFamily="18" charset="0"/>
                            </a:rPr>
                            <m:t>5.6</m:t>
                          </m:r>
                        </m:sup>
                      </m:s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3.57</m:t>
                          </m:r>
                        </m:num>
                        <m:den>
                          <m:r>
                            <a:rPr lang="en-US" b="0" i="1" smtClean="0">
                              <a:latin typeface="Cambria Math" panose="02040503050406030204" pitchFamily="18" charset="0"/>
                            </a:rPr>
                            <m:t>5</m:t>
                          </m:r>
                        </m:den>
                      </m:f>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ln</m:t>
                          </m:r>
                        </m:fName>
                        <m:e>
                          <m:d>
                            <m:dPr>
                              <m:ctrlPr>
                                <a:rPr lang="en-US" b="0" i="1" smtClean="0">
                                  <a:latin typeface="Cambria Math" panose="02040503050406030204" pitchFamily="18" charset="0"/>
                                </a:rPr>
                              </m:ctrlPr>
                            </m:dPr>
                            <m:e>
                              <m:sSup>
                                <m:sSupPr>
                                  <m:ctrlPr>
                                    <a:rPr lang="en-US" i="1">
                                      <a:latin typeface="Cambria Math" panose="02040503050406030204" pitchFamily="18" charset="0"/>
                                    </a:rPr>
                                  </m:ctrlPr>
                                </m:sSupPr>
                                <m:e>
                                  <m:r>
                                    <m:rPr>
                                      <m:sty m:val="p"/>
                                    </m:rPr>
                                    <a:rPr lang="en-US">
                                      <a:latin typeface="Cambria Math" panose="02040503050406030204" pitchFamily="18" charset="0"/>
                                    </a:rPr>
                                    <m:t>e</m:t>
                                  </m:r>
                                </m:e>
                                <m:sup>
                                  <m:r>
                                    <a:rPr lang="en-US">
                                      <a:latin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α</m:t>
                                  </m:r>
                                  <m:r>
                                    <a:rPr lang="en-US">
                                      <a:latin typeface="Cambria Math" panose="02040503050406030204" pitchFamily="18" charset="0"/>
                                      <a:ea typeface="Cambria Math" panose="02040503050406030204" pitchFamily="18" charset="0"/>
                                    </a:rPr>
                                    <m:t>5.6</m:t>
                                  </m:r>
                                </m:sup>
                              </m:sSup>
                            </m:e>
                          </m:d>
                        </m:e>
                      </m:func>
                      <m:r>
                        <a:rPr lang="en-US" b="0" i="1" smtClean="0">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ln</m:t>
                          </m:r>
                        </m:fName>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3.57</m:t>
                                  </m:r>
                                </m:num>
                                <m:den>
                                  <m:r>
                                    <a:rPr lang="en-US" i="1">
                                      <a:latin typeface="Cambria Math" panose="02040503050406030204" pitchFamily="18" charset="0"/>
                                    </a:rPr>
                                    <m:t>5</m:t>
                                  </m:r>
                                </m:den>
                              </m:f>
                            </m:e>
                          </m:d>
                        </m:e>
                      </m:func>
                      <m:r>
                        <a:rPr lang="en-US" b="0" i="1" smtClean="0">
                          <a:latin typeface="Cambria Math" panose="02040503050406030204" pitchFamily="18" charset="0"/>
                        </a:rPr>
                        <m:t>.</m:t>
                      </m:r>
                    </m:oMath>
                  </m:oMathPara>
                </a14:m>
                <a:endParaRPr lang="en-US"/>
              </a:p>
              <a:p>
                <a:endParaRPr lang="en-US"/>
              </a:p>
              <a:p>
                <a:pPr/>
                <a14:m>
                  <m:oMathPara xmlns:m="http://schemas.openxmlformats.org/officeDocument/2006/math">
                    <m:oMathParaPr>
                      <m:jc m:val="center"/>
                    </m:oMathParaPr>
                    <m:oMath xmlns:m="http://schemas.openxmlformats.org/officeDocument/2006/math">
                      <m:r>
                        <a:rPr lang="en-US" b="0" i="0" smtClean="0">
                          <a:latin typeface="Cambria Math" panose="02040503050406030204" pitchFamily="18" charset="0"/>
                        </a:rPr>
                        <m:t>−</m:t>
                      </m:r>
                      <m:r>
                        <m:rPr>
                          <m:sty m:val="p"/>
                        </m:rPr>
                        <a:rPr lang="en-US" i="0">
                          <a:latin typeface="Cambria Math" panose="02040503050406030204" pitchFamily="18" charset="0"/>
                          <a:ea typeface="Cambria Math" panose="02040503050406030204" pitchFamily="18" charset="0"/>
                        </a:rPr>
                        <m:t>α</m:t>
                      </m:r>
                      <m:r>
                        <a:rPr lang="en-US" i="0">
                          <a:latin typeface="Cambria Math" panose="02040503050406030204" pitchFamily="18" charset="0"/>
                          <a:ea typeface="Cambria Math" panose="02040503050406030204" pitchFamily="18" charset="0"/>
                        </a:rPr>
                        <m:t>5.6=−0.337.         </m:t>
                      </m:r>
                      <m:r>
                        <m:rPr>
                          <m:sty m:val="p"/>
                        </m:rPr>
                        <a:rPr lang="el-GR" b="0" i="0" smtClean="0">
                          <a:latin typeface="Cambria Math" panose="02040503050406030204" pitchFamily="18" charset="0"/>
                          <a:ea typeface="Cambria Math" panose="02040503050406030204" pitchFamily="18" charset="0"/>
                        </a:rPr>
                        <m:t>α</m:t>
                      </m:r>
                      <m:r>
                        <a:rPr lang="en-US" b="0" i="0" smtClean="0">
                          <a:latin typeface="Cambria Math" panose="02040503050406030204" pitchFamily="18" charset="0"/>
                          <a:ea typeface="Cambria Math" panose="02040503050406030204" pitchFamily="18" charset="0"/>
                        </a:rPr>
                        <m:t>=0.06 </m:t>
                      </m:r>
                      <m:f>
                        <m:fPr>
                          <m:type m:val="lin"/>
                          <m:ctrlPr>
                            <a:rPr lang="en-US" i="1" smtClean="0">
                              <a:latin typeface="Cambria Math" panose="02040503050406030204" pitchFamily="18" charset="0"/>
                              <a:ea typeface="Cambria Math" panose="02040503050406030204" pitchFamily="18" charset="0"/>
                            </a:rPr>
                          </m:ctrlPr>
                        </m:fPr>
                        <m:num>
                          <m:r>
                            <m:rPr>
                              <m:sty m:val="p"/>
                            </m:rPr>
                            <a:rPr lang="en-US" b="0" i="0" smtClean="0">
                              <a:latin typeface="Cambria Math" panose="02040503050406030204" pitchFamily="18" charset="0"/>
                              <a:ea typeface="Cambria Math" panose="02040503050406030204" pitchFamily="18" charset="0"/>
                            </a:rPr>
                            <m:t>Np</m:t>
                          </m:r>
                        </m:num>
                        <m:den>
                          <m:r>
                            <m:rPr>
                              <m:sty m:val="p"/>
                            </m:rPr>
                            <a:rPr lang="en-US" b="0" i="0" smtClean="0">
                              <a:latin typeface="Cambria Math" panose="02040503050406030204" pitchFamily="18" charset="0"/>
                              <a:ea typeface="Cambria Math" panose="02040503050406030204" pitchFamily="18" charset="0"/>
                            </a:rPr>
                            <m:t>cm</m:t>
                          </m:r>
                          <m:r>
                            <a:rPr lang="en-US" b="0" i="0" smtClean="0">
                              <a:latin typeface="Cambria Math" panose="02040503050406030204" pitchFamily="18" charset="0"/>
                              <a:ea typeface="Cambria Math" panose="02040503050406030204" pitchFamily="18" charset="0"/>
                            </a:rPr>
                            <m:t>.</m:t>
                          </m:r>
                        </m:den>
                      </m:f>
                    </m:oMath>
                  </m:oMathPara>
                </a14:m>
                <a:endParaRPr lang="en-US"/>
              </a:p>
            </p:txBody>
          </p:sp>
        </mc:Choice>
        <mc:Fallback xmlns="">
          <p:sp>
            <p:nvSpPr>
              <p:cNvPr id="7" name="Rectangle 6"/>
              <p:cNvSpPr>
                <a:spLocks noRot="1" noChangeAspect="1" noMove="1" noResize="1" noEditPoints="1" noAdjustHandles="1" noChangeArrowheads="1" noChangeShapeType="1" noTextEdit="1"/>
              </p:cNvSpPr>
              <p:nvPr/>
            </p:nvSpPr>
            <p:spPr>
              <a:xfrm>
                <a:off x="5100506" y="694239"/>
                <a:ext cx="6988030" cy="6114366"/>
              </a:xfrm>
              <a:prstGeom prst="rect">
                <a:avLst/>
              </a:prstGeom>
              <a:blipFill>
                <a:blip r:embed="rId2"/>
                <a:stretch>
                  <a:fillRect l="-433" t="-296" b="-9387"/>
                </a:stretch>
              </a:blipFill>
            </p:spPr>
            <p:txBody>
              <a:bodyPr/>
              <a:lstStyle/>
              <a:p>
                <a:r>
                  <a:rPr lang="en-US">
                    <a:noFill/>
                  </a:rPr>
                  <a:t> </a:t>
                </a:r>
              </a:p>
            </p:txBody>
          </p:sp>
        </mc:Fallback>
      </mc:AlternateContent>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56" y="1359017"/>
            <a:ext cx="5005351" cy="4353924"/>
          </a:xfrm>
          <a:prstGeom prst="rect">
            <a:avLst/>
          </a:prstGeom>
        </p:spPr>
      </p:pic>
    </p:spTree>
    <p:extLst>
      <p:ext uri="{BB962C8B-B14F-4D97-AF65-F5344CB8AC3E}">
        <p14:creationId xmlns:p14="http://schemas.microsoft.com/office/powerpoint/2010/main" val="23805586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 calcmode="lin" valueType="num">
                                      <p:cBhvr additive="base">
                                        <p:cTn id="7"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anim calcmode="lin" valueType="num">
                                      <p:cBhvr additive="base">
                                        <p:cTn id="11"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xEl>
                                              <p:pRg st="6" end="6"/>
                                            </p:txEl>
                                          </p:spTgt>
                                        </p:tgtEl>
                                        <p:attrNameLst>
                                          <p:attrName>style.visibility</p:attrName>
                                        </p:attrNameLst>
                                      </p:cBhvr>
                                      <p:to>
                                        <p:strVal val="visible"/>
                                      </p:to>
                                    </p:set>
                                    <p:anim calcmode="lin" valueType="num">
                                      <p:cBhvr additive="base">
                                        <p:cTn id="17"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txEl>
                                              <p:pRg st="6" end="6"/>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7">
                                            <p:txEl>
                                              <p:pRg st="8" end="8"/>
                                            </p:txEl>
                                          </p:spTgt>
                                        </p:tgtEl>
                                        <p:attrNameLst>
                                          <p:attrName>style.visibility</p:attrName>
                                        </p:attrNameLst>
                                      </p:cBhvr>
                                      <p:to>
                                        <p:strVal val="visible"/>
                                      </p:to>
                                    </p:set>
                                    <p:anim calcmode="lin" valueType="num">
                                      <p:cBhvr additive="base">
                                        <p:cTn id="21"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7">
                                            <p:txEl>
                                              <p:pRg st="8" end="8"/>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7">
                                            <p:txEl>
                                              <p:pRg st="10" end="10"/>
                                            </p:txEl>
                                          </p:spTgt>
                                        </p:tgtEl>
                                        <p:attrNameLst>
                                          <p:attrName>style.visibility</p:attrName>
                                        </p:attrNameLst>
                                      </p:cBhvr>
                                      <p:to>
                                        <p:strVal val="visible"/>
                                      </p:to>
                                    </p:set>
                                    <p:anim calcmode="lin" valueType="num">
                                      <p:cBhvr additive="base">
                                        <p:cTn id="25" dur="500" fill="hold"/>
                                        <p:tgtEl>
                                          <p:spTgt spid="7">
                                            <p:txEl>
                                              <p:pRg st="10" end="1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
                                            <p:txEl>
                                              <p:pRg st="12" end="12"/>
                                            </p:txEl>
                                          </p:spTgt>
                                        </p:tgtEl>
                                        <p:attrNameLst>
                                          <p:attrName>style.visibility</p:attrName>
                                        </p:attrNameLst>
                                      </p:cBhvr>
                                      <p:to>
                                        <p:strVal val="visible"/>
                                      </p:to>
                                    </p:set>
                                    <p:anim calcmode="lin" valueType="num">
                                      <p:cBhvr additive="base">
                                        <p:cTn id="31" dur="500" fill="hold"/>
                                        <p:tgtEl>
                                          <p:spTgt spid="7">
                                            <p:txEl>
                                              <p:pRg st="12" end="1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12" end="12"/>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7">
                                            <p:txEl>
                                              <p:pRg st="14" end="14"/>
                                            </p:txEl>
                                          </p:spTgt>
                                        </p:tgtEl>
                                        <p:attrNameLst>
                                          <p:attrName>style.visibility</p:attrName>
                                        </p:attrNameLst>
                                      </p:cBhvr>
                                      <p:to>
                                        <p:strVal val="visible"/>
                                      </p:to>
                                    </p:set>
                                    <p:anim calcmode="lin" valueType="num">
                                      <p:cBhvr additive="base">
                                        <p:cTn id="35" dur="500" fill="hold"/>
                                        <p:tgtEl>
                                          <p:spTgt spid="7">
                                            <p:txEl>
                                              <p:pRg st="14" end="1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7">
                                            <p:txEl>
                                              <p:pRg st="14" end="14"/>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7">
                                            <p:txEl>
                                              <p:pRg st="16" end="16"/>
                                            </p:txEl>
                                          </p:spTgt>
                                        </p:tgtEl>
                                        <p:attrNameLst>
                                          <p:attrName>style.visibility</p:attrName>
                                        </p:attrNameLst>
                                      </p:cBhvr>
                                      <p:to>
                                        <p:strVal val="visible"/>
                                      </p:to>
                                    </p:set>
                                    <p:anim calcmode="lin" valueType="num">
                                      <p:cBhvr additive="base">
                                        <p:cTn id="39" dur="500" fill="hold"/>
                                        <p:tgtEl>
                                          <p:spTgt spid="7">
                                            <p:txEl>
                                              <p:pRg st="16" end="1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7">
                                            <p:txEl>
                                              <p:pRg st="16" end="1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81339" y="37630"/>
            <a:ext cx="11615350" cy="553998"/>
          </a:xfrm>
        </p:spPr>
        <p:txBody>
          <a:bodyPr/>
          <a:lstStyle/>
          <a:p>
            <a:pPr algn="ctr"/>
            <a:r>
              <a:rPr lang="en-US" sz="4000"/>
              <a:t>Damped Sinusoidal Example 2</a:t>
            </a:r>
          </a:p>
        </p:txBody>
      </p:sp>
      <mc:AlternateContent xmlns:mc="http://schemas.openxmlformats.org/markup-compatibility/2006" xmlns:a14="http://schemas.microsoft.com/office/drawing/2010/main">
        <mc:Choice Requires="a14">
          <p:sp>
            <p:nvSpPr>
              <p:cNvPr id="7" name="Rectangle 6"/>
              <p:cNvSpPr/>
              <p:nvPr/>
            </p:nvSpPr>
            <p:spPr>
              <a:xfrm>
                <a:off x="5321642" y="1038115"/>
                <a:ext cx="6779741" cy="535204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ambria Math" panose="02040503050406030204" pitchFamily="18" charset="0"/>
                    <a:ea typeface="Cambria Math" panose="02040503050406030204" pitchFamily="18" charset="0"/>
                  </a:rPr>
                  <a:t>The waveform v(t, x) = 5cos(</a:t>
                </a:r>
                <a:r>
                  <a:rPr lang="el-GR" dirty="0">
                    <a:ea typeface="Cambria Math" panose="02040503050406030204" pitchFamily="18" charset="0"/>
                    <a:cs typeface="Arial" panose="020B0604020202020204" pitchFamily="34" charset="0"/>
                  </a:rPr>
                  <a:t>ω</a:t>
                </a:r>
                <a:r>
                  <a:rPr lang="en-US" dirty="0">
                    <a:ea typeface="Cambria Math" panose="02040503050406030204" pitchFamily="18" charset="0"/>
                    <a:cs typeface="Arial" panose="020B0604020202020204" pitchFamily="34" charset="0"/>
                  </a:rPr>
                  <a:t>t</a:t>
                </a:r>
                <a:r>
                  <a:rPr lang="en-US" dirty="0">
                    <a:latin typeface="Arial" panose="020B0604020202020204" pitchFamily="34" charset="0"/>
                    <a:ea typeface="Cambria Math" panose="02040503050406030204" pitchFamily="18" charset="0"/>
                    <a:cs typeface="Arial" panose="020B0604020202020204" pitchFamily="34" charset="0"/>
                  </a:rPr>
                  <a:t> - </a:t>
                </a:r>
                <a:r>
                  <a:rPr lang="en-US" dirty="0">
                    <a:latin typeface="Cambria Math" panose="02040503050406030204" pitchFamily="18" charset="0"/>
                    <a:ea typeface="Cambria Math" panose="02040503050406030204" pitchFamily="18" charset="0"/>
                  </a:rPr>
                  <a:t>4</a:t>
                </a:r>
                <a:r>
                  <a:rPr lang="el-GR" dirty="0">
                    <a:latin typeface="Cambria Math" panose="02040503050406030204" pitchFamily="18" charset="0"/>
                    <a:ea typeface="Cambria Math" panose="02040503050406030204" pitchFamily="18" charset="0"/>
                  </a:rPr>
                  <a:t>π</a:t>
                </a:r>
                <a:r>
                  <a:rPr lang="en-US" dirty="0">
                    <a:latin typeface="Cambria Math" panose="02040503050406030204" pitchFamily="18" charset="0"/>
                    <a:ea typeface="Cambria Math" panose="02040503050406030204" pitchFamily="18" charset="0"/>
                  </a:rPr>
                  <a:t>x) V, with t = 0, i.e., </a:t>
                </a:r>
              </a:p>
              <a:p>
                <a:r>
                  <a:rPr lang="en-US" dirty="0">
                    <a:latin typeface="Cambria Math" panose="02040503050406030204" pitchFamily="18" charset="0"/>
                    <a:ea typeface="Cambria Math" panose="02040503050406030204" pitchFamily="18" charset="0"/>
                  </a:rPr>
                  <a:t>v(t = 0, x) = 5cos(</a:t>
                </a:r>
                <a:r>
                  <a:rPr lang="el-GR" dirty="0">
                    <a:ea typeface="Cambria Math" panose="02040503050406030204" pitchFamily="18" charset="0"/>
                    <a:cs typeface="Arial" panose="020B0604020202020204" pitchFamily="34" charset="0"/>
                  </a:rPr>
                  <a:t>ω</a:t>
                </a:r>
                <a:r>
                  <a:rPr lang="en-US" dirty="0">
                    <a:ea typeface="Cambria Math" panose="02040503050406030204" pitchFamily="18" charset="0"/>
                    <a:cs typeface="Arial" panose="020B0604020202020204" pitchFamily="34" charset="0"/>
                  </a:rPr>
                  <a:t>t </a:t>
                </a:r>
                <a:r>
                  <a:rPr lang="en-US" dirty="0">
                    <a:latin typeface="Arial" panose="020B0604020202020204" pitchFamily="34" charset="0"/>
                    <a:ea typeface="Cambria Math" panose="02040503050406030204" pitchFamily="18" charset="0"/>
                    <a:cs typeface="Arial" panose="020B0604020202020204" pitchFamily="34" charset="0"/>
                  </a:rPr>
                  <a:t>- </a:t>
                </a:r>
                <a:r>
                  <a:rPr lang="en-US" dirty="0">
                    <a:latin typeface="Cambria Math" panose="02040503050406030204" pitchFamily="18" charset="0"/>
                    <a:ea typeface="Cambria Math" panose="02040503050406030204" pitchFamily="18" charset="0"/>
                  </a:rPr>
                  <a:t>4</a:t>
                </a:r>
                <a:r>
                  <a:rPr lang="el-GR" dirty="0">
                    <a:latin typeface="Cambria Math" panose="02040503050406030204" pitchFamily="18" charset="0"/>
                    <a:ea typeface="Cambria Math" panose="02040503050406030204" pitchFamily="18" charset="0"/>
                  </a:rPr>
                  <a:t>π</a:t>
                </a:r>
                <a:r>
                  <a:rPr lang="en-US" dirty="0">
                    <a:latin typeface="Cambria Math" panose="02040503050406030204" pitchFamily="18" charset="0"/>
                    <a:ea typeface="Cambria Math" panose="02040503050406030204" pitchFamily="18" charset="0"/>
                  </a:rPr>
                  <a:t>x) V is illustrated as the red waveform in the adjacent graph. The damped blue and green sinusoids illustrated in the adjacent graph both having the same amplitude, frequency and wavelength as the red waveform. For t = 0, what is the expression for the damped blue waveform and the damped green waveform? </a:t>
                </a:r>
              </a:p>
              <a:p>
                <a:endParaRPr lang="en-US" dirty="0">
                  <a:latin typeface="Cambria Math" panose="02040503050406030204" pitchFamily="18" charset="0"/>
                  <a:ea typeface="Cambria Math" panose="02040503050406030204" pitchFamily="18" charset="0"/>
                </a:endParaRPr>
              </a:p>
              <a:p>
                <a:pPr>
                  <a:spcAft>
                    <a:spcPts val="1200"/>
                  </a:spcAft>
                </a:pPr>
                <a:r>
                  <a:rPr lang="en-US" dirty="0">
                    <a:latin typeface="Cambria Math" panose="02040503050406030204" pitchFamily="18" charset="0"/>
                    <a:ea typeface="Cambria Math" panose="02040503050406030204" pitchFamily="18" charset="0"/>
                  </a:rPr>
                  <a:t>Blue Waveform:     </a:t>
                </a:r>
                <a14:m>
                  <m:oMath xmlns:m="http://schemas.openxmlformats.org/officeDocument/2006/math">
                    <m:r>
                      <a:rPr lang="en-US">
                        <a:latin typeface="Cambria Math" panose="02040503050406030204" pitchFamily="18" charset="0"/>
                      </a:rPr>
                      <m:t>5</m:t>
                    </m:r>
                    <m:sSup>
                      <m:sSupPr>
                        <m:ctrlPr>
                          <a:rPr lang="en-US" i="1">
                            <a:latin typeface="Cambria Math" panose="02040503050406030204" pitchFamily="18" charset="0"/>
                          </a:rPr>
                        </m:ctrlPr>
                      </m:sSupPr>
                      <m:e>
                        <m:r>
                          <m:rPr>
                            <m:sty m:val="p"/>
                          </m:rPr>
                          <a:rPr lang="en-US">
                            <a:latin typeface="Cambria Math" panose="02040503050406030204" pitchFamily="18" charset="0"/>
                          </a:rPr>
                          <m:t>e</m:t>
                        </m:r>
                      </m:e>
                      <m:sup>
                        <m:r>
                          <a:rPr lang="en-US">
                            <a:latin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α</m:t>
                        </m:r>
                        <m:r>
                          <a:rPr lang="en-US" b="0" i="0" smtClean="0">
                            <a:latin typeface="Cambria Math" panose="02040503050406030204" pitchFamily="18" charset="0"/>
                            <a:ea typeface="Cambria Math" panose="02040503050406030204" pitchFamily="18" charset="0"/>
                          </a:rPr>
                          <m:t>0.</m:t>
                        </m:r>
                        <m:r>
                          <a:rPr lang="en-US">
                            <a:latin typeface="Cambria Math" panose="02040503050406030204" pitchFamily="18" charset="0"/>
                            <a:ea typeface="Cambria Math" panose="02040503050406030204" pitchFamily="18" charset="0"/>
                          </a:rPr>
                          <m:t>5</m:t>
                        </m:r>
                      </m:sup>
                    </m:sSup>
                    <m:r>
                      <a:rPr lang="en-US" i="1">
                        <a:latin typeface="Cambria Math" panose="02040503050406030204" pitchFamily="18" charset="0"/>
                      </a:rPr>
                      <m:t>=</m:t>
                    </m:r>
                    <m:r>
                      <a:rPr lang="en-US">
                        <a:latin typeface="Cambria Math" panose="02040503050406030204" pitchFamily="18" charset="0"/>
                      </a:rPr>
                      <m:t>3.5</m:t>
                    </m:r>
                    <m:r>
                      <a:rPr lang="en-US" b="0" i="0" smtClean="0">
                        <a:latin typeface="Cambria Math" panose="02040503050406030204" pitchFamily="18" charset="0"/>
                      </a:rPr>
                      <m:t>2</m:t>
                    </m:r>
                    <m:r>
                      <a:rPr lang="en-US">
                        <a:latin typeface="Cambria Math" panose="02040503050406030204" pitchFamily="18" charset="0"/>
                      </a:rPr>
                      <m:t>.  </m:t>
                    </m:r>
                    <m:sSup>
                      <m:sSupPr>
                        <m:ctrlPr>
                          <a:rPr lang="en-US" i="1">
                            <a:latin typeface="Cambria Math" panose="02040503050406030204" pitchFamily="18" charset="0"/>
                          </a:rPr>
                        </m:ctrlPr>
                      </m:sSupPr>
                      <m:e>
                        <m:r>
                          <m:rPr>
                            <m:sty m:val="p"/>
                          </m:rPr>
                          <a:rPr lang="en-US">
                            <a:latin typeface="Cambria Math" panose="02040503050406030204" pitchFamily="18" charset="0"/>
                          </a:rPr>
                          <m:t>e</m:t>
                        </m:r>
                      </m:e>
                      <m:sup>
                        <m:r>
                          <a:rPr lang="en-US">
                            <a:latin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α</m:t>
                        </m:r>
                        <m:r>
                          <a:rPr lang="en-US" b="0" i="0" smtClean="0">
                            <a:latin typeface="Cambria Math" panose="02040503050406030204" pitchFamily="18" charset="0"/>
                            <a:ea typeface="Cambria Math" panose="02040503050406030204" pitchFamily="18" charset="0"/>
                          </a:rPr>
                          <m:t>0.</m:t>
                        </m:r>
                        <m:r>
                          <a:rPr lang="en-US">
                            <a:latin typeface="Cambria Math" panose="02040503050406030204" pitchFamily="18" charset="0"/>
                            <a:ea typeface="Cambria Math" panose="02040503050406030204" pitchFamily="18" charset="0"/>
                          </a:rPr>
                          <m:t>5</m:t>
                        </m:r>
                      </m:sup>
                    </m:s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3.5</m:t>
                        </m:r>
                        <m:r>
                          <a:rPr lang="en-US" b="0" i="1" smtClean="0">
                            <a:latin typeface="Cambria Math" panose="02040503050406030204" pitchFamily="18" charset="0"/>
                          </a:rPr>
                          <m:t>2</m:t>
                        </m:r>
                      </m:num>
                      <m:den>
                        <m:r>
                          <a:rPr lang="en-US" i="1">
                            <a:latin typeface="Cambria Math" panose="02040503050406030204" pitchFamily="18" charset="0"/>
                          </a:rPr>
                          <m:t>5</m:t>
                        </m:r>
                      </m:den>
                    </m:f>
                    <m:r>
                      <a:rPr lang="en-US" b="0" i="1" smtClean="0">
                        <a:latin typeface="Cambria Math" panose="02040503050406030204" pitchFamily="18" charset="0"/>
                      </a:rPr>
                      <m:t>.</m:t>
                    </m:r>
                  </m:oMath>
                </a14:m>
                <a:endParaRPr lang="en-US" i="1" dirty="0">
                  <a:latin typeface="Cambria Math" panose="02040503050406030204" pitchFamily="18" charset="0"/>
                </a:endParaRPr>
              </a:p>
              <a:p>
                <a14:m>
                  <m:oMath xmlns:m="http://schemas.openxmlformats.org/officeDocument/2006/math">
                    <m:func>
                      <m:funcPr>
                        <m:ctrlPr>
                          <a:rPr lang="en-US" i="1" smtClean="0">
                            <a:latin typeface="Cambria Math" panose="02040503050406030204" pitchFamily="18" charset="0"/>
                          </a:rPr>
                        </m:ctrlPr>
                      </m:funcPr>
                      <m:fName>
                        <m:r>
                          <m:rPr>
                            <m:sty m:val="p"/>
                          </m:rPr>
                          <a:rPr lang="en-US">
                            <a:latin typeface="Cambria Math" panose="02040503050406030204" pitchFamily="18" charset="0"/>
                          </a:rPr>
                          <m:t>ln</m:t>
                        </m:r>
                      </m:fName>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m:rPr>
                                    <m:sty m:val="p"/>
                                  </m:rPr>
                                  <a:rPr lang="en-US">
                                    <a:latin typeface="Cambria Math" panose="02040503050406030204" pitchFamily="18" charset="0"/>
                                  </a:rPr>
                                  <m:t>e</m:t>
                                </m:r>
                              </m:e>
                              <m:sup>
                                <m:r>
                                  <a:rPr lang="en-US">
                                    <a:latin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α</m:t>
                                </m:r>
                                <m:r>
                                  <a:rPr lang="en-US" b="0" i="0" smtClean="0">
                                    <a:latin typeface="Cambria Math" panose="02040503050406030204" pitchFamily="18" charset="0"/>
                                    <a:ea typeface="Cambria Math" panose="02040503050406030204" pitchFamily="18" charset="0"/>
                                  </a:rPr>
                                  <m:t>0.</m:t>
                                </m:r>
                                <m:r>
                                  <a:rPr lang="en-US">
                                    <a:latin typeface="Cambria Math" panose="02040503050406030204" pitchFamily="18" charset="0"/>
                                    <a:ea typeface="Cambria Math" panose="02040503050406030204" pitchFamily="18" charset="0"/>
                                  </a:rPr>
                                  <m:t>5</m:t>
                                </m:r>
                              </m:sup>
                            </m:sSup>
                          </m:e>
                        </m:d>
                      </m:e>
                    </m:func>
                    <m:r>
                      <a:rPr lang="en-US" i="1">
                        <a:latin typeface="Cambria Math" panose="02040503050406030204" pitchFamily="18" charset="0"/>
                      </a:rPr>
                      <m:t>=</m:t>
                    </m:r>
                    <m:r>
                      <m:rPr>
                        <m:sty m:val="p"/>
                      </m:rPr>
                      <a:rPr lang="en-US">
                        <a:latin typeface="Cambria Math" panose="02040503050406030204" pitchFamily="18" charset="0"/>
                      </a:rPr>
                      <m:t>ln</m:t>
                    </m:r>
                    <m:r>
                      <a:rPr lang="en-US" i="1">
                        <a:latin typeface="Cambria Math" panose="02040503050406030204" pitchFamily="18" charset="0"/>
                      </a:rPr>
                      <m:t>⁡(</m:t>
                    </m:r>
                    <m:r>
                      <a:rPr lang="en-US" b="0" i="1" smtClean="0">
                        <a:latin typeface="Cambria Math" panose="02040503050406030204" pitchFamily="18" charset="0"/>
                      </a:rPr>
                      <m:t>0.704</m:t>
                    </m:r>
                    <m:r>
                      <a:rPr lang="en-US" i="1">
                        <a:latin typeface="Cambria Math" panose="02040503050406030204" pitchFamily="18" charset="0"/>
                      </a:rPr>
                      <m:t>)</m:t>
                    </m:r>
                  </m:oMath>
                </a14:m>
                <a:r>
                  <a:rPr lang="en-US" dirty="0"/>
                  <a:t>. </a:t>
                </a:r>
                <a14:m>
                  <m:oMath xmlns:m="http://schemas.openxmlformats.org/officeDocument/2006/math">
                    <m:r>
                      <a:rPr lang="en-US">
                        <a:latin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α</m:t>
                    </m:r>
                    <m:r>
                      <a:rPr lang="en-US" b="0" i="0" smtClean="0">
                        <a:latin typeface="Cambria Math" panose="02040503050406030204" pitchFamily="18" charset="0"/>
                        <a:ea typeface="Cambria Math" panose="02040503050406030204" pitchFamily="18" charset="0"/>
                      </a:rPr>
                      <m:t>0.5</m:t>
                    </m:r>
                    <m:r>
                      <a:rPr lang="en-US">
                        <a:latin typeface="Cambria Math" panose="02040503050406030204" pitchFamily="18" charset="0"/>
                        <a:ea typeface="Cambria Math" panose="02040503050406030204" pitchFamily="18" charset="0"/>
                      </a:rPr>
                      <m:t>=−0.3</m:t>
                    </m:r>
                    <m:r>
                      <a:rPr lang="en-US" b="0" i="0" smtClean="0">
                        <a:latin typeface="Cambria Math" panose="02040503050406030204" pitchFamily="18" charset="0"/>
                        <a:ea typeface="Cambria Math" panose="02040503050406030204" pitchFamily="18" charset="0"/>
                      </a:rPr>
                      <m:t>51</m:t>
                    </m:r>
                    <m:r>
                      <a:rPr lang="en-US">
                        <a:latin typeface="Cambria Math" panose="02040503050406030204" pitchFamily="18" charset="0"/>
                        <a:ea typeface="Cambria Math" panose="02040503050406030204" pitchFamily="18" charset="0"/>
                      </a:rPr>
                      <m:t>.</m:t>
                    </m:r>
                    <m:r>
                      <a:rPr lang="en-US" b="0" i="0" smtClean="0">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α</m:t>
                    </m:r>
                    <m:r>
                      <a:rPr lang="en-US">
                        <a:latin typeface="Cambria Math" panose="02040503050406030204" pitchFamily="18" charset="0"/>
                        <a:ea typeface="Cambria Math" panose="02040503050406030204" pitchFamily="18" charset="0"/>
                      </a:rPr>
                      <m:t>=0.702 </m:t>
                    </m:r>
                    <m:f>
                      <m:fPr>
                        <m:type m:val="lin"/>
                        <m:ctrlPr>
                          <a:rPr lang="en-US" b="0" i="1" smtClean="0">
                            <a:latin typeface="Cambria Math" panose="02040503050406030204" pitchFamily="18" charset="0"/>
                            <a:ea typeface="Cambria Math" panose="02040503050406030204" pitchFamily="18" charset="0"/>
                          </a:rPr>
                        </m:ctrlPr>
                      </m:fPr>
                      <m:num>
                        <m:r>
                          <m:rPr>
                            <m:sty m:val="p"/>
                          </m:rPr>
                          <a:rPr lang="en-US" b="0" i="0" smtClean="0">
                            <a:latin typeface="Cambria Math" panose="02040503050406030204" pitchFamily="18" charset="0"/>
                            <a:ea typeface="Cambria Math" panose="02040503050406030204" pitchFamily="18" charset="0"/>
                          </a:rPr>
                          <m:t>Np</m:t>
                        </m:r>
                      </m:num>
                      <m:den>
                        <m:r>
                          <m:rPr>
                            <m:sty m:val="p"/>
                          </m:rPr>
                          <a:rPr lang="en-US" b="0" i="0" smtClean="0">
                            <a:latin typeface="Cambria Math" panose="02040503050406030204" pitchFamily="18" charset="0"/>
                            <a:ea typeface="Cambria Math" panose="02040503050406030204" pitchFamily="18" charset="0"/>
                          </a:rPr>
                          <m:t>m</m:t>
                        </m:r>
                      </m:den>
                    </m:f>
                  </m:oMath>
                </a14:m>
                <a:r>
                  <a:rPr lang="en-US" dirty="0">
                    <a:latin typeface="Cambria Math" panose="02040503050406030204" pitchFamily="18" charset="0"/>
                    <a:ea typeface="Cambria Math" panose="02040503050406030204" pitchFamily="18" charset="0"/>
                  </a:rPr>
                  <a:t>.</a:t>
                </a:r>
              </a:p>
              <a:p>
                <a:endParaRPr lang="en-US"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m:rPr>
                          <m:sty m:val="p"/>
                        </m:rPr>
                        <a:rPr lang="en-US" b="0" i="0" smtClean="0">
                          <a:latin typeface="Cambria Math" panose="02040503050406030204" pitchFamily="18" charset="0"/>
                        </a:rPr>
                        <m:t>For</m:t>
                      </m:r>
                      <m:r>
                        <a:rPr lang="en-US" b="0" i="0" smtClean="0">
                          <a:latin typeface="Cambria Math" panose="02040503050406030204" pitchFamily="18" charset="0"/>
                        </a:rPr>
                        <m:t> </m:t>
                      </m:r>
                      <m:r>
                        <m:rPr>
                          <m:sty m:val="p"/>
                        </m:rPr>
                        <a:rPr lang="en-US" b="0" i="0" smtClean="0">
                          <a:latin typeface="Cambria Math" panose="02040503050406030204" pitchFamily="18" charset="0"/>
                        </a:rPr>
                        <m:t>the</m:t>
                      </m:r>
                      <m:r>
                        <a:rPr lang="en-US" b="0" i="0" smtClean="0">
                          <a:latin typeface="Cambria Math" panose="02040503050406030204" pitchFamily="18" charset="0"/>
                        </a:rPr>
                        <m:t> </m:t>
                      </m:r>
                      <m:r>
                        <m:rPr>
                          <m:sty m:val="p"/>
                        </m:rPr>
                        <a:rPr lang="en-US" b="0" i="0" smtClean="0">
                          <a:latin typeface="Cambria Math" panose="02040503050406030204" pitchFamily="18" charset="0"/>
                        </a:rPr>
                        <m:t>Blue</m:t>
                      </m:r>
                      <m:r>
                        <a:rPr lang="en-US" b="0" i="0" smtClean="0">
                          <a:latin typeface="Cambria Math" panose="02040503050406030204" pitchFamily="18" charset="0"/>
                        </a:rPr>
                        <m:t> </m:t>
                      </m:r>
                      <m:r>
                        <m:rPr>
                          <m:sty m:val="p"/>
                        </m:rPr>
                        <a:rPr lang="en-US" b="0" i="0" smtClean="0">
                          <a:latin typeface="Cambria Math" panose="02040503050406030204" pitchFamily="18" charset="0"/>
                        </a:rPr>
                        <m:t>Waveform</m:t>
                      </m:r>
                      <m:r>
                        <a:rPr lang="en-US" b="0" i="0" smtClean="0">
                          <a:latin typeface="Cambria Math" panose="02040503050406030204" pitchFamily="18" charset="0"/>
                        </a:rPr>
                        <m:t>:  </m:t>
                      </m:r>
                      <m:r>
                        <m:rPr>
                          <m:sty m:val="p"/>
                        </m:rPr>
                        <a:rPr lang="en-US" b="0" i="0">
                          <a:latin typeface="Cambria Math" panose="02040503050406030204" pitchFamily="18" charset="0"/>
                        </a:rPr>
                        <m:t>v</m:t>
                      </m:r>
                      <m:d>
                        <m:dPr>
                          <m:ctrlPr>
                            <a:rPr lang="en-US" i="1">
                              <a:latin typeface="Cambria Math" panose="02040503050406030204" pitchFamily="18" charset="0"/>
                            </a:rPr>
                          </m:ctrlPr>
                        </m:dPr>
                        <m:e>
                          <m:r>
                            <m:rPr>
                              <m:sty m:val="p"/>
                            </m:rPr>
                            <a:rPr lang="en-US" b="0" i="0" smtClean="0">
                              <a:latin typeface="Cambria Math" panose="02040503050406030204" pitchFamily="18" charset="0"/>
                            </a:rPr>
                            <m:t>t</m:t>
                          </m:r>
                          <m:r>
                            <a:rPr lang="en-US" b="0" i="0" smtClean="0">
                              <a:latin typeface="Cambria Math" panose="02040503050406030204" pitchFamily="18" charset="0"/>
                            </a:rPr>
                            <m:t>, </m:t>
                          </m:r>
                          <m:r>
                            <m:rPr>
                              <m:sty m:val="p"/>
                            </m:rPr>
                            <a:rPr lang="en-US" b="0" i="0" smtClean="0">
                              <a:latin typeface="Cambria Math" panose="02040503050406030204" pitchFamily="18" charset="0"/>
                            </a:rPr>
                            <m:t>x</m:t>
                          </m:r>
                        </m:e>
                      </m:d>
                      <m:r>
                        <a:rPr lang="en-US" b="0">
                          <a:latin typeface="Cambria Math" panose="02040503050406030204" pitchFamily="18" charset="0"/>
                        </a:rPr>
                        <m:t>=</m:t>
                      </m:r>
                      <m:r>
                        <a:rPr lang="en-US" b="0" i="0">
                          <a:latin typeface="Cambria Math" panose="02040503050406030204" pitchFamily="18" charset="0"/>
                        </a:rPr>
                        <m:t>5</m:t>
                      </m:r>
                      <m:sSup>
                        <m:sSupPr>
                          <m:ctrlPr>
                            <a:rPr lang="en-US" i="1" smtClean="0">
                              <a:latin typeface="Cambria Math" panose="02040503050406030204" pitchFamily="18" charset="0"/>
                            </a:rPr>
                          </m:ctrlPr>
                        </m:sSupPr>
                        <m:e>
                          <m:r>
                            <m:rPr>
                              <m:sty m:val="p"/>
                            </m:rPr>
                            <a:rPr lang="en-US" b="0" i="0" smtClean="0">
                              <a:latin typeface="Cambria Math" panose="02040503050406030204" pitchFamily="18" charset="0"/>
                            </a:rPr>
                            <m:t>e</m:t>
                          </m:r>
                        </m:e>
                        <m:sup>
                          <m:r>
                            <a:rPr lang="en-US" b="0" i="0" smtClean="0">
                              <a:latin typeface="Cambria Math" panose="02040503050406030204" pitchFamily="18" charset="0"/>
                            </a:rPr>
                            <m:t>−0.702</m:t>
                          </m:r>
                          <m:r>
                            <m:rPr>
                              <m:sty m:val="p"/>
                            </m:rPr>
                            <a:rPr lang="en-US" b="0" i="0" smtClean="0">
                              <a:latin typeface="Cambria Math" panose="02040503050406030204" pitchFamily="18" charset="0"/>
                            </a:rPr>
                            <m:t>x</m:t>
                          </m:r>
                        </m:sup>
                      </m:sSup>
                      <m:r>
                        <m:rPr>
                          <m:sty m:val="p"/>
                        </m:rPr>
                        <a:rPr lang="en-US" b="0" i="0">
                          <a:latin typeface="Cambria Math" panose="02040503050406030204" pitchFamily="18" charset="0"/>
                        </a:rPr>
                        <m:t>cos</m:t>
                      </m:r>
                      <m:d>
                        <m:dPr>
                          <m:ctrlPr>
                            <a:rPr lang="en-US" i="1">
                              <a:latin typeface="Cambria Math" panose="02040503050406030204" pitchFamily="18" charset="0"/>
                            </a:rPr>
                          </m:ctrlPr>
                        </m:dPr>
                        <m:e>
                          <m:r>
                            <m:rPr>
                              <m:nor/>
                            </m:rPr>
                            <a:rPr lang="el-GR" dirty="0">
                              <a:ea typeface="Cambria Math" panose="02040503050406030204" pitchFamily="18" charset="0"/>
                              <a:cs typeface="Arial" panose="020B0604020202020204" pitchFamily="34" charset="0"/>
                            </a:rPr>
                            <m:t>ω</m:t>
                          </m:r>
                          <m:r>
                            <m:rPr>
                              <m:nor/>
                            </m:rPr>
                            <a:rPr lang="en-US" dirty="0">
                              <a:ea typeface="Cambria Math" panose="02040503050406030204" pitchFamily="18" charset="0"/>
                              <a:cs typeface="Arial" panose="020B0604020202020204" pitchFamily="34" charset="0"/>
                            </a:rPr>
                            <m:t>t</m:t>
                          </m:r>
                          <m:r>
                            <a:rPr lang="en-US" b="0" i="1" smtClean="0">
                              <a:latin typeface="Cambria Math" panose="02040503050406030204" pitchFamily="18" charset="0"/>
                            </a:rPr>
                            <m:t>−</m:t>
                          </m:r>
                          <m:r>
                            <a:rPr lang="en-US" b="0" i="0" smtClean="0">
                              <a:latin typeface="Cambria Math" panose="02040503050406030204" pitchFamily="18" charset="0"/>
                            </a:rPr>
                            <m:t>4</m:t>
                          </m:r>
                          <m:r>
                            <m:rPr>
                              <m:sty m:val="p"/>
                            </m:rPr>
                            <a:rPr lang="en-US" b="0" i="0" smtClean="0">
                              <a:latin typeface="Cambria Math" panose="02040503050406030204" pitchFamily="18" charset="0"/>
                              <a:ea typeface="Cambria Math" panose="02040503050406030204" pitchFamily="18" charset="0"/>
                            </a:rPr>
                            <m:t>πx</m:t>
                          </m:r>
                        </m:e>
                      </m:d>
                      <m:r>
                        <a:rPr lang="en-US" b="0" i="0" smtClean="0">
                          <a:latin typeface="Cambria Math" panose="02040503050406030204" pitchFamily="18" charset="0"/>
                        </a:rPr>
                        <m:t> </m:t>
                      </m:r>
                      <m:r>
                        <m:rPr>
                          <m:sty m:val="p"/>
                        </m:rPr>
                        <a:rPr lang="en-US" b="0" i="0" smtClean="0">
                          <a:latin typeface="Cambria Math" panose="02040503050406030204" pitchFamily="18" charset="0"/>
                        </a:rPr>
                        <m:t>V</m:t>
                      </m:r>
                      <m:r>
                        <a:rPr lang="en-US" i="0">
                          <a:latin typeface="Cambria Math" panose="02040503050406030204" pitchFamily="18" charset="0"/>
                        </a:rPr>
                        <m:t>.</m:t>
                      </m:r>
                    </m:oMath>
                  </m:oMathPara>
                </a14:m>
                <a:endParaRPr lang="en-US" dirty="0">
                  <a:latin typeface="Cambria Math" panose="02040503050406030204" pitchFamily="18" charset="0"/>
                  <a:ea typeface="Cambria Math" panose="02040503050406030204" pitchFamily="18" charset="0"/>
                </a:endParaRPr>
              </a:p>
              <a:p>
                <a:endParaRPr lang="en-US" dirty="0">
                  <a:latin typeface="Cambria Math" panose="02040503050406030204" pitchFamily="18" charset="0"/>
                  <a:ea typeface="Cambria Math" panose="02040503050406030204" pitchFamily="18" charset="0"/>
                </a:endParaRPr>
              </a:p>
              <a:p>
                <a:pPr>
                  <a:spcAft>
                    <a:spcPts val="1200"/>
                  </a:spcAft>
                </a:pPr>
                <a:r>
                  <a:rPr lang="en-US" dirty="0">
                    <a:latin typeface="Cambria Math" panose="02040503050406030204" pitchFamily="18" charset="0"/>
                    <a:ea typeface="Cambria Math" panose="02040503050406030204" pitchFamily="18" charset="0"/>
                  </a:rPr>
                  <a:t>Green Waveform:     </a:t>
                </a:r>
                <a14:m>
                  <m:oMath xmlns:m="http://schemas.openxmlformats.org/officeDocument/2006/math">
                    <m:r>
                      <a:rPr lang="en-US">
                        <a:latin typeface="Cambria Math" panose="02040503050406030204" pitchFamily="18" charset="0"/>
                      </a:rPr>
                      <m:t>5</m:t>
                    </m:r>
                    <m:sSup>
                      <m:sSupPr>
                        <m:ctrlPr>
                          <a:rPr lang="en-US" i="1">
                            <a:latin typeface="Cambria Math" panose="02040503050406030204" pitchFamily="18" charset="0"/>
                          </a:rPr>
                        </m:ctrlPr>
                      </m:sSupPr>
                      <m:e>
                        <m:r>
                          <m:rPr>
                            <m:sty m:val="p"/>
                          </m:rPr>
                          <a:rPr lang="en-US">
                            <a:latin typeface="Cambria Math" panose="02040503050406030204" pitchFamily="18" charset="0"/>
                          </a:rPr>
                          <m:t>e</m:t>
                        </m:r>
                      </m:e>
                      <m:sup>
                        <m:r>
                          <a:rPr lang="en-US">
                            <a:latin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α</m:t>
                        </m:r>
                        <m:r>
                          <a:rPr lang="en-US">
                            <a:latin typeface="Cambria Math" panose="02040503050406030204" pitchFamily="18" charset="0"/>
                            <a:ea typeface="Cambria Math" panose="02040503050406030204" pitchFamily="18" charset="0"/>
                          </a:rPr>
                          <m:t>0.5</m:t>
                        </m:r>
                      </m:sup>
                    </m:sSup>
                    <m:r>
                      <a:rPr lang="en-US" i="1">
                        <a:latin typeface="Cambria Math" panose="02040503050406030204" pitchFamily="18" charset="0"/>
                      </a:rPr>
                      <m:t>=</m:t>
                    </m:r>
                    <m:r>
                      <a:rPr lang="en-US" b="0" i="0" smtClean="0">
                        <a:latin typeface="Cambria Math" panose="02040503050406030204" pitchFamily="18" charset="0"/>
                      </a:rPr>
                      <m:t>1.01</m:t>
                    </m:r>
                    <m:r>
                      <a:rPr lang="en-US">
                        <a:latin typeface="Cambria Math" panose="02040503050406030204" pitchFamily="18" charset="0"/>
                      </a:rPr>
                      <m:t>.  </m:t>
                    </m:r>
                    <m:sSup>
                      <m:sSupPr>
                        <m:ctrlPr>
                          <a:rPr lang="en-US" i="1">
                            <a:latin typeface="Cambria Math" panose="02040503050406030204" pitchFamily="18" charset="0"/>
                          </a:rPr>
                        </m:ctrlPr>
                      </m:sSupPr>
                      <m:e>
                        <m:r>
                          <m:rPr>
                            <m:sty m:val="p"/>
                          </m:rPr>
                          <a:rPr lang="en-US">
                            <a:latin typeface="Cambria Math" panose="02040503050406030204" pitchFamily="18" charset="0"/>
                          </a:rPr>
                          <m:t>e</m:t>
                        </m:r>
                      </m:e>
                      <m:sup>
                        <m:r>
                          <a:rPr lang="en-US">
                            <a:latin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α</m:t>
                        </m:r>
                        <m:r>
                          <a:rPr lang="en-US">
                            <a:latin typeface="Cambria Math" panose="02040503050406030204" pitchFamily="18" charset="0"/>
                            <a:ea typeface="Cambria Math" panose="02040503050406030204" pitchFamily="18" charset="0"/>
                          </a:rPr>
                          <m:t>0.5</m:t>
                        </m:r>
                      </m:sup>
                    </m:sSup>
                    <m:r>
                      <a:rPr lang="en-US" i="1">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1.01</m:t>
                        </m:r>
                      </m:num>
                      <m:den>
                        <m:r>
                          <a:rPr lang="en-US" i="1">
                            <a:latin typeface="Cambria Math" panose="02040503050406030204" pitchFamily="18" charset="0"/>
                          </a:rPr>
                          <m:t>5</m:t>
                        </m:r>
                      </m:den>
                    </m:f>
                    <m:r>
                      <a:rPr lang="en-US" b="0" i="1" smtClean="0">
                        <a:latin typeface="Cambria Math" panose="02040503050406030204" pitchFamily="18" charset="0"/>
                      </a:rPr>
                      <m:t>.</m:t>
                    </m:r>
                  </m:oMath>
                </a14:m>
                <a:endParaRPr lang="en-US" i="1" dirty="0">
                  <a:latin typeface="Cambria Math" panose="02040503050406030204" pitchFamily="18" charset="0"/>
                </a:endParaRPr>
              </a:p>
              <a:p>
                <a14:m>
                  <m:oMath xmlns:m="http://schemas.openxmlformats.org/officeDocument/2006/math">
                    <m:func>
                      <m:funcPr>
                        <m:ctrlPr>
                          <a:rPr lang="en-US" i="1">
                            <a:latin typeface="Cambria Math" panose="02040503050406030204" pitchFamily="18" charset="0"/>
                          </a:rPr>
                        </m:ctrlPr>
                      </m:funcPr>
                      <m:fName>
                        <m:r>
                          <m:rPr>
                            <m:sty m:val="p"/>
                          </m:rPr>
                          <a:rPr lang="en-US">
                            <a:latin typeface="Cambria Math" panose="02040503050406030204" pitchFamily="18" charset="0"/>
                          </a:rPr>
                          <m:t>ln</m:t>
                        </m:r>
                      </m:fName>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m:rPr>
                                    <m:sty m:val="p"/>
                                  </m:rPr>
                                  <a:rPr lang="en-US">
                                    <a:latin typeface="Cambria Math" panose="02040503050406030204" pitchFamily="18" charset="0"/>
                                  </a:rPr>
                                  <m:t>e</m:t>
                                </m:r>
                              </m:e>
                              <m:sup>
                                <m:r>
                                  <a:rPr lang="en-US">
                                    <a:latin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α</m:t>
                                </m:r>
                                <m:r>
                                  <a:rPr lang="en-US">
                                    <a:latin typeface="Cambria Math" panose="02040503050406030204" pitchFamily="18" charset="0"/>
                                    <a:ea typeface="Cambria Math" panose="02040503050406030204" pitchFamily="18" charset="0"/>
                                  </a:rPr>
                                  <m:t>0.5</m:t>
                                </m:r>
                              </m:sup>
                            </m:sSup>
                          </m:e>
                        </m:d>
                      </m:e>
                    </m:func>
                    <m:r>
                      <a:rPr lang="en-US" i="1">
                        <a:latin typeface="Cambria Math" panose="02040503050406030204" pitchFamily="18" charset="0"/>
                      </a:rPr>
                      <m:t>=</m:t>
                    </m:r>
                    <m:r>
                      <m:rPr>
                        <m:sty m:val="p"/>
                      </m:rPr>
                      <a:rPr lang="en-US">
                        <a:latin typeface="Cambria Math" panose="02040503050406030204" pitchFamily="18" charset="0"/>
                      </a:rPr>
                      <m:t>ln</m:t>
                    </m:r>
                    <m:r>
                      <a:rPr lang="en-US" i="1">
                        <a:latin typeface="Cambria Math" panose="02040503050406030204" pitchFamily="18" charset="0"/>
                      </a:rPr>
                      <m:t>⁡(</m:t>
                    </m:r>
                    <m:r>
                      <a:rPr lang="en-US" b="0" i="1" smtClean="0">
                        <a:latin typeface="Cambria Math" panose="02040503050406030204" pitchFamily="18" charset="0"/>
                      </a:rPr>
                      <m:t>0.202</m:t>
                    </m:r>
                    <m:r>
                      <a:rPr lang="en-US" i="1">
                        <a:latin typeface="Cambria Math" panose="02040503050406030204" pitchFamily="18" charset="0"/>
                      </a:rPr>
                      <m:t>)</m:t>
                    </m:r>
                  </m:oMath>
                </a14:m>
                <a:r>
                  <a:rPr lang="en-US" dirty="0"/>
                  <a:t>. </a:t>
                </a:r>
                <a14:m>
                  <m:oMath xmlns:m="http://schemas.openxmlformats.org/officeDocument/2006/math">
                    <m:r>
                      <a:rPr lang="en-US">
                        <a:latin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α</m:t>
                    </m:r>
                    <m:r>
                      <a:rPr lang="en-US">
                        <a:latin typeface="Cambria Math" panose="02040503050406030204" pitchFamily="18" charset="0"/>
                        <a:ea typeface="Cambria Math" panose="02040503050406030204" pitchFamily="18" charset="0"/>
                      </a:rPr>
                      <m:t>0.5=−1.599.  </m:t>
                    </m:r>
                    <m:r>
                      <m:rPr>
                        <m:sty m:val="p"/>
                      </m:rPr>
                      <a:rPr lang="en-US">
                        <a:latin typeface="Cambria Math" panose="02040503050406030204" pitchFamily="18" charset="0"/>
                        <a:ea typeface="Cambria Math" panose="02040503050406030204" pitchFamily="18" charset="0"/>
                      </a:rPr>
                      <m:t>α</m:t>
                    </m:r>
                    <m:r>
                      <a:rPr lang="en-US">
                        <a:latin typeface="Cambria Math" panose="02040503050406030204" pitchFamily="18" charset="0"/>
                        <a:ea typeface="Cambria Math" panose="02040503050406030204" pitchFamily="18" charset="0"/>
                      </a:rPr>
                      <m:t>=3.199 </m:t>
                    </m:r>
                    <m:f>
                      <m:fPr>
                        <m:type m:val="lin"/>
                        <m:ctrlPr>
                          <a:rPr lang="en-US" i="1">
                            <a:latin typeface="Cambria Math" panose="02040503050406030204" pitchFamily="18" charset="0"/>
                            <a:ea typeface="Cambria Math" panose="02040503050406030204" pitchFamily="18" charset="0"/>
                          </a:rPr>
                        </m:ctrlPr>
                      </m:fPr>
                      <m:num>
                        <m:r>
                          <m:rPr>
                            <m:sty m:val="p"/>
                          </m:rPr>
                          <a:rPr lang="en-US">
                            <a:latin typeface="Cambria Math" panose="02040503050406030204" pitchFamily="18" charset="0"/>
                            <a:ea typeface="Cambria Math" panose="02040503050406030204" pitchFamily="18" charset="0"/>
                          </a:rPr>
                          <m:t>Np</m:t>
                        </m:r>
                      </m:num>
                      <m:den>
                        <m:r>
                          <m:rPr>
                            <m:sty m:val="p"/>
                          </m:rPr>
                          <a:rPr lang="en-US">
                            <a:latin typeface="Cambria Math" panose="02040503050406030204" pitchFamily="18" charset="0"/>
                            <a:ea typeface="Cambria Math" panose="02040503050406030204" pitchFamily="18" charset="0"/>
                          </a:rPr>
                          <m:t>m</m:t>
                        </m:r>
                      </m:den>
                    </m:f>
                  </m:oMath>
                </a14:m>
                <a:r>
                  <a:rPr lang="en-US" dirty="0">
                    <a:latin typeface="Cambria Math" panose="02040503050406030204" pitchFamily="18" charset="0"/>
                    <a:ea typeface="Cambria Math" panose="02040503050406030204" pitchFamily="18" charset="0"/>
                  </a:rPr>
                  <a:t>.</a:t>
                </a:r>
              </a:p>
              <a:p>
                <a:endParaRPr lang="en-US"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m:rPr>
                          <m:sty m:val="p"/>
                        </m:rPr>
                        <a:rPr lang="en-US">
                          <a:latin typeface="Cambria Math" panose="02040503050406030204" pitchFamily="18" charset="0"/>
                        </a:rPr>
                        <m:t>For</m:t>
                      </m:r>
                      <m:r>
                        <a:rPr lang="en-US">
                          <a:latin typeface="Cambria Math" panose="02040503050406030204" pitchFamily="18" charset="0"/>
                        </a:rPr>
                        <m:t> </m:t>
                      </m:r>
                      <m:r>
                        <m:rPr>
                          <m:sty m:val="p"/>
                        </m:rPr>
                        <a:rPr lang="en-US">
                          <a:latin typeface="Cambria Math" panose="02040503050406030204" pitchFamily="18" charset="0"/>
                        </a:rPr>
                        <m:t>the</m:t>
                      </m:r>
                      <m:r>
                        <a:rPr lang="en-US">
                          <a:latin typeface="Cambria Math" panose="02040503050406030204" pitchFamily="18" charset="0"/>
                        </a:rPr>
                        <m:t> </m:t>
                      </m:r>
                      <m:r>
                        <m:rPr>
                          <m:sty m:val="p"/>
                        </m:rPr>
                        <a:rPr lang="en-US" b="0" i="0" smtClean="0">
                          <a:latin typeface="Cambria Math" panose="02040503050406030204" pitchFamily="18" charset="0"/>
                        </a:rPr>
                        <m:t>Green</m:t>
                      </m:r>
                      <m:r>
                        <a:rPr lang="en-US">
                          <a:latin typeface="Cambria Math" panose="02040503050406030204" pitchFamily="18" charset="0"/>
                        </a:rPr>
                        <m:t> </m:t>
                      </m:r>
                      <m:r>
                        <m:rPr>
                          <m:sty m:val="p"/>
                        </m:rPr>
                        <a:rPr lang="en-US">
                          <a:latin typeface="Cambria Math" panose="02040503050406030204" pitchFamily="18" charset="0"/>
                        </a:rPr>
                        <m:t>Waveform</m:t>
                      </m:r>
                      <m:r>
                        <a:rPr lang="en-US">
                          <a:latin typeface="Cambria Math" panose="02040503050406030204" pitchFamily="18" charset="0"/>
                        </a:rPr>
                        <m:t>:  </m:t>
                      </m:r>
                      <m:r>
                        <m:rPr>
                          <m:sty m:val="p"/>
                        </m:rPr>
                        <a:rPr lang="en-US" b="0" i="0">
                          <a:latin typeface="Cambria Math" panose="02040503050406030204" pitchFamily="18" charset="0"/>
                        </a:rPr>
                        <m:t>v</m:t>
                      </m:r>
                      <m:d>
                        <m:dPr>
                          <m:ctrlPr>
                            <a:rPr lang="en-US" i="1">
                              <a:latin typeface="Cambria Math" panose="02040503050406030204" pitchFamily="18" charset="0"/>
                            </a:rPr>
                          </m:ctrlPr>
                        </m:dPr>
                        <m:e>
                          <m:r>
                            <m:rPr>
                              <m:sty m:val="p"/>
                            </m:rPr>
                            <a:rPr lang="en-US" b="0" i="0" smtClean="0">
                              <a:latin typeface="Cambria Math" panose="02040503050406030204" pitchFamily="18" charset="0"/>
                            </a:rPr>
                            <m:t>t</m:t>
                          </m:r>
                          <m:r>
                            <a:rPr lang="en-US" b="0" i="0" smtClean="0">
                              <a:latin typeface="Cambria Math" panose="02040503050406030204" pitchFamily="18" charset="0"/>
                            </a:rPr>
                            <m:t>, </m:t>
                          </m:r>
                          <m:r>
                            <m:rPr>
                              <m:sty m:val="p"/>
                            </m:rPr>
                            <a:rPr lang="en-US" b="0" i="0" smtClean="0">
                              <a:latin typeface="Cambria Math" panose="02040503050406030204" pitchFamily="18" charset="0"/>
                            </a:rPr>
                            <m:t>x</m:t>
                          </m:r>
                        </m:e>
                      </m:d>
                      <m:r>
                        <a:rPr lang="en-US" b="0" i="0">
                          <a:latin typeface="Cambria Math" panose="02040503050406030204" pitchFamily="18" charset="0"/>
                        </a:rPr>
                        <m:t>=5</m:t>
                      </m:r>
                      <m:sSup>
                        <m:sSupPr>
                          <m:ctrlPr>
                            <a:rPr lang="en-US" i="1">
                              <a:latin typeface="Cambria Math" panose="02040503050406030204" pitchFamily="18" charset="0"/>
                            </a:rPr>
                          </m:ctrlPr>
                        </m:sSupPr>
                        <m:e>
                          <m:r>
                            <m:rPr>
                              <m:sty m:val="p"/>
                            </m:rPr>
                            <a:rPr lang="en-US" b="0" i="0">
                              <a:latin typeface="Cambria Math" panose="02040503050406030204" pitchFamily="18" charset="0"/>
                            </a:rPr>
                            <m:t>e</m:t>
                          </m:r>
                        </m:e>
                        <m:sup>
                          <m:r>
                            <a:rPr lang="en-US" b="0" i="0" smtClean="0">
                              <a:latin typeface="Cambria Math" panose="02040503050406030204" pitchFamily="18" charset="0"/>
                            </a:rPr>
                            <m:t>−3.199</m:t>
                          </m:r>
                          <m:r>
                            <m:rPr>
                              <m:sty m:val="p"/>
                            </m:rPr>
                            <a:rPr lang="en-US" b="0" i="0" smtClean="0">
                              <a:latin typeface="Cambria Math" panose="02040503050406030204" pitchFamily="18" charset="0"/>
                            </a:rPr>
                            <m:t>x</m:t>
                          </m:r>
                        </m:sup>
                      </m:sSup>
                      <m:r>
                        <m:rPr>
                          <m:sty m:val="p"/>
                        </m:rPr>
                        <a:rPr lang="en-US" b="0" i="0">
                          <a:latin typeface="Cambria Math" panose="02040503050406030204" pitchFamily="18" charset="0"/>
                        </a:rPr>
                        <m:t>cos</m:t>
                      </m:r>
                      <m:d>
                        <m:dPr>
                          <m:ctrlPr>
                            <a:rPr lang="en-US" i="1">
                              <a:latin typeface="Cambria Math" panose="02040503050406030204" pitchFamily="18" charset="0"/>
                            </a:rPr>
                          </m:ctrlPr>
                        </m:dPr>
                        <m:e>
                          <m:r>
                            <m:rPr>
                              <m:nor/>
                            </m:rPr>
                            <a:rPr lang="el-GR" dirty="0">
                              <a:ea typeface="Cambria Math" panose="02040503050406030204" pitchFamily="18" charset="0"/>
                              <a:cs typeface="Arial" panose="020B0604020202020204" pitchFamily="34" charset="0"/>
                            </a:rPr>
                            <m:t>ω</m:t>
                          </m:r>
                          <m:r>
                            <m:rPr>
                              <m:nor/>
                            </m:rPr>
                            <a:rPr lang="en-US" dirty="0">
                              <a:ea typeface="Cambria Math" panose="02040503050406030204" pitchFamily="18" charset="0"/>
                              <a:cs typeface="Arial" panose="020B0604020202020204" pitchFamily="34" charset="0"/>
                            </a:rPr>
                            <m:t>t</m:t>
                          </m:r>
                          <m:r>
                            <a:rPr lang="en-US" b="0" i="0" smtClean="0">
                              <a:latin typeface="Cambria Math" panose="02040503050406030204" pitchFamily="18" charset="0"/>
                            </a:rPr>
                            <m:t>−</m:t>
                          </m:r>
                          <m:r>
                            <a:rPr lang="en-US" b="0" i="0">
                              <a:latin typeface="Cambria Math" panose="02040503050406030204" pitchFamily="18" charset="0"/>
                            </a:rPr>
                            <m:t>4</m:t>
                          </m:r>
                          <m:r>
                            <m:rPr>
                              <m:sty m:val="p"/>
                            </m:rPr>
                            <a:rPr lang="en-US" b="0" i="0">
                              <a:latin typeface="Cambria Math" panose="02040503050406030204" pitchFamily="18" charset="0"/>
                              <a:ea typeface="Cambria Math" panose="02040503050406030204" pitchFamily="18" charset="0"/>
                            </a:rPr>
                            <m:t>πx</m:t>
                          </m:r>
                        </m:e>
                      </m:d>
                      <m:r>
                        <a:rPr lang="en-US" b="0" i="0">
                          <a:latin typeface="Cambria Math" panose="02040503050406030204" pitchFamily="18" charset="0"/>
                        </a:rPr>
                        <m:t> </m:t>
                      </m:r>
                      <m:r>
                        <m:rPr>
                          <m:sty m:val="p"/>
                        </m:rPr>
                        <a:rPr lang="en-US" b="0" i="0">
                          <a:latin typeface="Cambria Math" panose="02040503050406030204" pitchFamily="18" charset="0"/>
                        </a:rPr>
                        <m:t>V</m:t>
                      </m:r>
                      <m:r>
                        <a:rPr lang="en-US" b="0" i="0">
                          <a:latin typeface="Cambria Math" panose="02040503050406030204" pitchFamily="18" charset="0"/>
                        </a:rPr>
                        <m:t>.</m:t>
                      </m:r>
                    </m:oMath>
                  </m:oMathPara>
                </a14:m>
                <a:endParaRPr lang="en-US" dirty="0">
                  <a:latin typeface="Cambria Math" panose="02040503050406030204" pitchFamily="18" charset="0"/>
                  <a:ea typeface="Cambria Math" panose="02040503050406030204" pitchFamily="18"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5321642" y="1038115"/>
                <a:ext cx="6779741" cy="5352043"/>
              </a:xfrm>
              <a:prstGeom prst="rect">
                <a:avLst/>
              </a:prstGeom>
              <a:blipFill>
                <a:blip r:embed="rId2"/>
                <a:stretch>
                  <a:fillRect l="-446" t="-225" b="-676"/>
                </a:stretch>
              </a:blipFill>
            </p:spPr>
            <p:txBody>
              <a:bodyPr/>
              <a:lstStyle/>
              <a:p>
                <a:r>
                  <a:rPr lang="en-US">
                    <a:noFill/>
                  </a:rPr>
                  <a:t> </a:t>
                </a:r>
              </a:p>
            </p:txBody>
          </p:sp>
        </mc:Fallback>
      </mc:AlternateContent>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11" y="1256352"/>
            <a:ext cx="5215592" cy="4975571"/>
          </a:xfrm>
          <a:prstGeom prst="rect">
            <a:avLst/>
          </a:prstGeom>
        </p:spPr>
      </p:pic>
    </p:spTree>
    <p:extLst>
      <p:ext uri="{BB962C8B-B14F-4D97-AF65-F5344CB8AC3E}">
        <p14:creationId xmlns:p14="http://schemas.microsoft.com/office/powerpoint/2010/main" val="9330170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8" end="8"/>
                                            </p:txEl>
                                          </p:spTgt>
                                        </p:tgtEl>
                                        <p:attrNameLst>
                                          <p:attrName>style.visibility</p:attrName>
                                        </p:attrNameLst>
                                      </p:cBhvr>
                                      <p:to>
                                        <p:strVal val="visible"/>
                                      </p:to>
                                    </p:set>
                                    <p:anim calcmode="lin" valueType="num">
                                      <p:cBhvr additive="base">
                                        <p:cTn id="7"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8" end="8"/>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9" end="9"/>
                                            </p:txEl>
                                          </p:spTgt>
                                        </p:tgtEl>
                                        <p:attrNameLst>
                                          <p:attrName>style.visibility</p:attrName>
                                        </p:attrNameLst>
                                      </p:cBhvr>
                                      <p:to>
                                        <p:strVal val="visible"/>
                                      </p:to>
                                    </p:set>
                                    <p:anim calcmode="lin" valueType="num">
                                      <p:cBhvr additive="base">
                                        <p:cTn id="11"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9" end="9"/>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xEl>
                                              <p:pRg st="11" end="11"/>
                                            </p:txEl>
                                          </p:spTgt>
                                        </p:tgtEl>
                                        <p:attrNameLst>
                                          <p:attrName>style.visibility</p:attrName>
                                        </p:attrNameLst>
                                      </p:cBhvr>
                                      <p:to>
                                        <p:strVal val="visible"/>
                                      </p:to>
                                    </p:set>
                                    <p:anim calcmode="lin" valueType="num">
                                      <p:cBhvr additive="base">
                                        <p:cTn id="15" dur="500" fill="hold"/>
                                        <p:tgtEl>
                                          <p:spTgt spid="7">
                                            <p:txEl>
                                              <p:pRg st="11" end="1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ctrTitle"/>
          </p:nvPr>
        </p:nvSpPr>
        <p:spPr>
          <a:xfrm>
            <a:off x="2789161" y="76068"/>
            <a:ext cx="5708887" cy="653774"/>
          </a:xfrm>
        </p:spPr>
        <p:txBody>
          <a:bodyPr/>
          <a:lstStyle/>
          <a:p>
            <a:r>
              <a:rPr lang="en-US" sz="4000"/>
              <a:t>Electromagnetic Spectrum</a:t>
            </a:r>
          </a:p>
        </p:txBody>
      </p:sp>
      <p:sp>
        <p:nvSpPr>
          <p:cNvPr id="5" name="TextBox 4"/>
          <p:cNvSpPr txBox="1"/>
          <p:nvPr/>
        </p:nvSpPr>
        <p:spPr>
          <a:xfrm>
            <a:off x="2234641" y="6348954"/>
            <a:ext cx="5904344"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a:solidFill>
                  <a:srgbClr val="000000"/>
                </a:solidFill>
                <a:latin typeface="Cambria Math" panose="02040503050406030204" pitchFamily="18" charset="0"/>
                <a:ea typeface="Cambria Math" panose="02040503050406030204" pitchFamily="18" charset="0"/>
              </a:rPr>
              <a:t>White light consists of all wavelengths of visible light.</a:t>
            </a:r>
          </a:p>
        </p:txBody>
      </p:sp>
      <p:pic>
        <p:nvPicPr>
          <p:cNvPr id="7" name="Picture 6"/>
          <p:cNvPicPr>
            <a:picLocks noChangeAspect="1"/>
          </p:cNvPicPr>
          <p:nvPr/>
        </p:nvPicPr>
        <p:blipFill>
          <a:blip r:embed="rId3"/>
          <a:stretch>
            <a:fillRect/>
          </a:stretch>
        </p:blipFill>
        <p:spPr>
          <a:xfrm>
            <a:off x="1145060" y="999200"/>
            <a:ext cx="9472586" cy="5209922"/>
          </a:xfrm>
          <a:prstGeom prst="rect">
            <a:avLst/>
          </a:prstGeom>
        </p:spPr>
      </p:pic>
    </p:spTree>
    <p:extLst>
      <p:ext uri="{BB962C8B-B14F-4D97-AF65-F5344CB8AC3E}">
        <p14:creationId xmlns:p14="http://schemas.microsoft.com/office/powerpoint/2010/main" val="557992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ctrTitle"/>
          </p:nvPr>
        </p:nvSpPr>
        <p:spPr>
          <a:xfrm>
            <a:off x="2738828" y="19426"/>
            <a:ext cx="5532718" cy="634915"/>
          </a:xfrm>
        </p:spPr>
        <p:txBody>
          <a:bodyPr/>
          <a:lstStyle/>
          <a:p>
            <a:r>
              <a:rPr lang="en-US" sz="4000"/>
              <a:t>Electromagnetic Spectrum</a:t>
            </a:r>
          </a:p>
        </p:txBody>
      </p:sp>
      <p:sp>
        <p:nvSpPr>
          <p:cNvPr id="5" name="TextBox 4"/>
          <p:cNvSpPr txBox="1"/>
          <p:nvPr/>
        </p:nvSpPr>
        <p:spPr>
          <a:xfrm>
            <a:off x="867159" y="6149644"/>
            <a:ext cx="1064491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a:solidFill>
                  <a:srgbClr val="000000"/>
                </a:solidFill>
                <a:latin typeface="Cambria Math" panose="02040503050406030204" pitchFamily="18" charset="0"/>
                <a:ea typeface="Cambria Math" panose="02040503050406030204" pitchFamily="18" charset="0"/>
              </a:rPr>
              <a:t>100% Opacity means that it is impenetrable to the associated EM radiation.</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0826" y="942558"/>
            <a:ext cx="10078008" cy="5049680"/>
          </a:xfrm>
          <a:prstGeom prst="rect">
            <a:avLst/>
          </a:prstGeom>
        </p:spPr>
      </p:pic>
    </p:spTree>
    <p:extLst>
      <p:ext uri="{BB962C8B-B14F-4D97-AF65-F5344CB8AC3E}">
        <p14:creationId xmlns:p14="http://schemas.microsoft.com/office/powerpoint/2010/main" val="3052521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ctrTitle"/>
          </p:nvPr>
        </p:nvSpPr>
        <p:spPr>
          <a:xfrm>
            <a:off x="2866768" y="0"/>
            <a:ext cx="6268843" cy="595618"/>
          </a:xfrm>
        </p:spPr>
        <p:txBody>
          <a:bodyPr/>
          <a:lstStyle/>
          <a:p>
            <a:r>
              <a:rPr lang="en-US" sz="4000"/>
              <a:t>US Frequency Allocation Chart</a:t>
            </a:r>
          </a:p>
        </p:txBody>
      </p:sp>
      <p:sp>
        <p:nvSpPr>
          <p:cNvPr id="5" name="TextBox 4"/>
          <p:cNvSpPr txBox="1"/>
          <p:nvPr/>
        </p:nvSpPr>
        <p:spPr>
          <a:xfrm>
            <a:off x="127856" y="1402546"/>
            <a:ext cx="3053087" cy="147732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a:solidFill>
                  <a:srgbClr val="000000"/>
                </a:solidFill>
                <a:latin typeface="Cambria Math" panose="02040503050406030204" pitchFamily="18" charset="0"/>
                <a:ea typeface="Cambria Math" panose="02040503050406030204" pitchFamily="18" charset="0"/>
              </a:rPr>
              <a:t>The EM Spectrum is considered a natural resource with strict FCC control over the usage of this resource. </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10465" y="917614"/>
            <a:ext cx="8781535" cy="5940385"/>
          </a:xfrm>
          <a:prstGeom prst="rect">
            <a:avLst/>
          </a:prstGeom>
        </p:spPr>
      </p:pic>
    </p:spTree>
    <p:extLst>
      <p:ext uri="{BB962C8B-B14F-4D97-AF65-F5344CB8AC3E}">
        <p14:creationId xmlns:p14="http://schemas.microsoft.com/office/powerpoint/2010/main" val="2564440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9587" y="25042"/>
            <a:ext cx="9415848" cy="533400"/>
          </a:xfrm>
        </p:spPr>
        <p:txBody>
          <a:bodyPr>
            <a:normAutofit fontScale="90000"/>
          </a:bodyPr>
          <a:lstStyle/>
          <a:p>
            <a:r>
              <a:rPr lang="en-US" sz="4400"/>
              <a:t>Cartesian (Rectangular) and Polar </a:t>
            </a:r>
            <a:r>
              <a:rPr lang="en-US"/>
              <a:t>Coordinates</a:t>
            </a:r>
          </a:p>
        </p:txBody>
      </p:sp>
      <p:sp>
        <p:nvSpPr>
          <p:cNvPr id="3" name="Text Placeholder 2"/>
          <p:cNvSpPr>
            <a:spLocks noGrp="1"/>
          </p:cNvSpPr>
          <p:nvPr>
            <p:ph type="body" sz="quarter" idx="12"/>
          </p:nvPr>
        </p:nvSpPr>
        <p:spPr/>
        <p:txBody>
          <a:bodyPr/>
          <a:lstStyle/>
          <a:p>
            <a:endParaRPr lang="en-US"/>
          </a:p>
        </p:txBody>
      </p:sp>
      <mc:AlternateContent xmlns:mc="http://schemas.openxmlformats.org/markup-compatibility/2006" xmlns:a14="http://schemas.microsoft.com/office/drawing/2010/main">
        <mc:Choice Requires="a14">
          <p:sp>
            <p:nvSpPr>
              <p:cNvPr id="38" name="TextBox 37"/>
              <p:cNvSpPr txBox="1"/>
              <p:nvPr/>
            </p:nvSpPr>
            <p:spPr>
              <a:xfrm>
                <a:off x="209403" y="697065"/>
                <a:ext cx="11389474" cy="6069610"/>
              </a:xfrm>
              <a:prstGeom prst="rect">
                <a:avLst/>
              </a:prstGeom>
              <a:solidFill>
                <a:srgbClr val="FFFFFF">
                  <a:lumMod val="95000"/>
                </a:srgbClr>
              </a:solidFill>
              <a:ln w="57150">
                <a:solidFill>
                  <a:srgbClr val="FFC000"/>
                </a:solidFill>
              </a:ln>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mbria" panose="02040503050406030204"/>
                  </a:rPr>
                  <a:t>Cartesian (Rectangular) Coordinates: a + </a:t>
                </a:r>
                <a:r>
                  <a:rPr kumimoji="0" lang="en-US" sz="1800" b="0" i="0" u="none" strike="noStrike" kern="0" cap="none" spc="0" normalizeH="0" baseline="0" noProof="0" err="1">
                    <a:ln>
                      <a:noFill/>
                    </a:ln>
                    <a:solidFill>
                      <a:srgbClr val="000000"/>
                    </a:solidFill>
                    <a:effectLst/>
                    <a:uLnTx/>
                    <a:uFillTx/>
                    <a:latin typeface="Cambria" panose="02040503050406030204"/>
                  </a:rPr>
                  <a:t>jb.</a:t>
                </a:r>
                <a:endParaRPr kumimoji="0" lang="en-US" sz="1800" b="0" i="0" u="none" strike="noStrike" kern="0" cap="none" spc="0" normalizeH="0" baseline="0" noProof="0">
                  <a:ln>
                    <a:noFill/>
                  </a:ln>
                  <a:solidFill>
                    <a:srgbClr val="000000"/>
                  </a:solidFill>
                  <a:effectLst/>
                  <a:uLnTx/>
                  <a:uFillTx/>
                  <a:latin typeface="Cambria" panose="02040503050406030204"/>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mbria" panose="02040503050406030204"/>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mbria" panose="02040503050406030204"/>
                  </a:rPr>
                  <a:t>Polar Coordinates: (r, </a:t>
                </a:r>
                <a:r>
                  <a:rPr kumimoji="0" lang="el-GR" sz="1800" b="0" i="0" u="none" strike="noStrike" kern="0" cap="none" spc="0" normalizeH="0" baseline="0" noProof="0">
                    <a:ln>
                      <a:noFill/>
                    </a:ln>
                    <a:solidFill>
                      <a:srgbClr val="000000"/>
                    </a:solidFill>
                    <a:effectLst/>
                    <a:uLnTx/>
                    <a:uFillTx/>
                    <a:latin typeface="Cambria" panose="02040503050406030204"/>
                  </a:rPr>
                  <a:t>θ</a:t>
                </a:r>
                <a:r>
                  <a:rPr kumimoji="0" lang="en-US" sz="1800" b="0" i="0" u="none" strike="noStrike" kern="0" cap="none" spc="0" normalizeH="0" baseline="0" noProof="0">
                    <a:ln>
                      <a:noFill/>
                    </a:ln>
                    <a:solidFill>
                      <a:srgbClr val="000000"/>
                    </a:solidFill>
                    <a:effectLst/>
                    <a:uLnTx/>
                    <a:uFillTx/>
                    <a:latin typeface="Cambria" panose="02040503050406030204"/>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mbria" panose="02040503050406030204"/>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mbria" panose="02040503050406030204"/>
                    <a:cs typeface="Arial" panose="020B0604020202020204" pitchFamily="34" charset="0"/>
                  </a:rPr>
                  <a:t>Rectangular to Polar: (a + </a:t>
                </a:r>
                <a:r>
                  <a:rPr kumimoji="0" lang="en-US" sz="1800" b="0" i="0" u="none" strike="noStrike" kern="0" cap="none" spc="0" normalizeH="0" baseline="0" noProof="0" err="1">
                    <a:ln>
                      <a:noFill/>
                    </a:ln>
                    <a:solidFill>
                      <a:srgbClr val="000000"/>
                    </a:solidFill>
                    <a:effectLst/>
                    <a:uLnTx/>
                    <a:uFillTx/>
                    <a:latin typeface="Cambria" panose="02040503050406030204"/>
                    <a:cs typeface="Arial" panose="020B0604020202020204" pitchFamily="34" charset="0"/>
                  </a:rPr>
                  <a:t>jb</a:t>
                </a:r>
                <a:r>
                  <a:rPr kumimoji="0" lang="en-US" sz="1800" b="0" i="0" u="none" strike="noStrike" kern="0" cap="none" spc="0" normalizeH="0" baseline="0" noProof="0">
                    <a:ln>
                      <a:noFill/>
                    </a:ln>
                    <a:solidFill>
                      <a:srgbClr val="000000"/>
                    </a:solidFill>
                    <a:effectLst/>
                    <a:uLnTx/>
                    <a:uFillTx/>
                    <a:latin typeface="Cambria" panose="02040503050406030204"/>
                    <a:cs typeface="Arial" panose="020B0604020202020204" pitchFamily="34" charset="0"/>
                  </a:rPr>
                  <a:t>) </a:t>
                </a:r>
                <a:r>
                  <a:rPr kumimoji="0" lang="en-US" sz="1800" b="0" i="0" u="none" strike="noStrike" kern="0" cap="none" spc="0" normalizeH="0" baseline="0" noProof="0">
                    <a:ln>
                      <a:noFill/>
                    </a:ln>
                    <a:solidFill>
                      <a:srgbClr val="000000"/>
                    </a:solidFill>
                    <a:effectLst/>
                    <a:uLnTx/>
                    <a:uFillTx/>
                    <a:latin typeface="Cambria" panose="02040503050406030204"/>
                  </a:rPr>
                  <a:t>→ (r, </a:t>
                </a:r>
                <a:r>
                  <a:rPr kumimoji="0" lang="el-GR" sz="1800" b="0" i="0" u="none" strike="noStrike" kern="0" cap="none" spc="0" normalizeH="0" baseline="0" noProof="0">
                    <a:ln>
                      <a:noFill/>
                    </a:ln>
                    <a:solidFill>
                      <a:srgbClr val="000000"/>
                    </a:solidFill>
                    <a:effectLst/>
                    <a:uLnTx/>
                    <a:uFillTx/>
                    <a:latin typeface="Cambria" panose="02040503050406030204"/>
                  </a:rPr>
                  <a:t>θ</a:t>
                </a:r>
                <a:r>
                  <a:rPr kumimoji="0" lang="en-US" sz="1800" b="0" i="0" u="none" strike="noStrike" kern="0" cap="none" spc="0" normalizeH="0" baseline="0" noProof="0">
                    <a:ln>
                      <a:noFill/>
                    </a:ln>
                    <a:solidFill>
                      <a:srgbClr val="000000"/>
                    </a:solidFill>
                    <a:effectLst/>
                    <a:uLnTx/>
                    <a:uFillTx/>
                    <a:latin typeface="Cambria" panose="02040503050406030204"/>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mbria" panose="02040503050406030204"/>
                </a:endParaRPr>
              </a:p>
              <a:p>
                <a:pPr marL="0" marR="0" lvl="0" indent="0" defTabSz="91440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rPr>
                        <m:t>r</m:t>
                      </m:r>
                      <m: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rPr>
                        <m:t>=</m:t>
                      </m:r>
                      <m:rad>
                        <m:radPr>
                          <m:degHide m:val="on"/>
                          <m:ctrlPr>
                            <a:rPr kumimoji="0" lang="en-US" sz="1800" b="0" i="1" u="none" strike="noStrike" kern="0" cap="none" spc="0" normalizeH="0" baseline="0" noProof="0" smtClean="0">
                              <a:ln>
                                <a:noFill/>
                              </a:ln>
                              <a:solidFill>
                                <a:srgbClr val="000000"/>
                              </a:solidFill>
                              <a:effectLst/>
                              <a:uLnTx/>
                              <a:uFillTx/>
                              <a:latin typeface="Cambria Math" panose="02040503050406030204" pitchFamily="18" charset="0"/>
                            </a:rPr>
                          </m:ctrlPr>
                        </m:radPr>
                        <m:deg/>
                        <m:e>
                          <m:sSup>
                            <m:sSupPr>
                              <m:ctrlPr>
                                <a:rPr kumimoji="0" lang="en-US" sz="1800" b="0" i="1" u="none" strike="noStrike" kern="0" cap="none" spc="0" normalizeH="0" baseline="0" noProof="0" smtClean="0">
                                  <a:ln>
                                    <a:noFill/>
                                  </a:ln>
                                  <a:solidFill>
                                    <a:srgbClr val="000000"/>
                                  </a:solidFill>
                                  <a:effectLst/>
                                  <a:uLnTx/>
                                  <a:uFillTx/>
                                  <a:latin typeface="Cambria Math" panose="02040503050406030204" pitchFamily="18" charset="0"/>
                                </a:rPr>
                              </m:ctrlPr>
                            </m:sSupPr>
                            <m:e>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rPr>
                                <m:t>a</m:t>
                              </m:r>
                            </m:e>
                            <m:sup>
                              <m: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rPr>
                                <m:t>2</m:t>
                              </m:r>
                            </m:sup>
                          </m:sSup>
                          <m: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rPr>
                            <m:t>+</m:t>
                          </m:r>
                          <m:sSup>
                            <m:sSupPr>
                              <m:ctrlPr>
                                <a:rPr kumimoji="0" lang="en-US" sz="1800" b="0" i="1" u="none" strike="noStrike" kern="0" cap="none" spc="0" normalizeH="0" baseline="0" noProof="0" smtClean="0">
                                  <a:ln>
                                    <a:noFill/>
                                  </a:ln>
                                  <a:solidFill>
                                    <a:srgbClr val="000000"/>
                                  </a:solidFill>
                                  <a:effectLst/>
                                  <a:uLnTx/>
                                  <a:uFillTx/>
                                  <a:latin typeface="Cambria Math" panose="02040503050406030204" pitchFamily="18" charset="0"/>
                                </a:rPr>
                              </m:ctrlPr>
                            </m:sSupPr>
                            <m:e>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rPr>
                                <m:t>b</m:t>
                              </m:r>
                            </m:e>
                            <m:sup>
                              <m: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rPr>
                                <m:t>2</m:t>
                              </m:r>
                            </m:sup>
                          </m:sSup>
                        </m:e>
                      </m:rad>
                      <m: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rPr>
                        <m:t> .  </m:t>
                      </m:r>
                    </m:oMath>
                  </m:oMathPara>
                </a14:m>
                <a:endParaRPr kumimoji="0" lang="en-US" sz="1800" b="0" i="0" u="none" strike="noStrike" kern="0" cap="none" spc="0" normalizeH="0" baseline="0" noProof="0">
                  <a:ln>
                    <a:noFill/>
                  </a:ln>
                  <a:solidFill>
                    <a:srgbClr val="000000"/>
                  </a:solidFill>
                  <a:effectLst/>
                  <a:uLnTx/>
                  <a:uFillTx/>
                  <a:latin typeface="Cambria" panose="02040503050406030204"/>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mbria" panose="02040503050406030204"/>
                </a:endParaRPr>
              </a:p>
              <a:p>
                <a:pPr marL="0" marR="0" lvl="0" indent="0" defTabSz="91440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l-GR" sz="18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θ</m:t>
                      </m:r>
                      <m: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rPr>
                        <m:t>= </m:t>
                      </m:r>
                      <m:func>
                        <m:funcPr>
                          <m:ctrlPr>
                            <a:rPr kumimoji="0" lang="en-US" sz="1800" b="0" i="1" u="none" strike="noStrike" kern="0" cap="none" spc="0" normalizeH="0" baseline="0" noProof="0" smtClean="0">
                              <a:ln>
                                <a:noFill/>
                              </a:ln>
                              <a:solidFill>
                                <a:srgbClr val="000000"/>
                              </a:solidFill>
                              <a:effectLst/>
                              <a:uLnTx/>
                              <a:uFillTx/>
                              <a:latin typeface="Cambria Math" panose="02040503050406030204" pitchFamily="18" charset="0"/>
                            </a:rPr>
                          </m:ctrlPr>
                        </m:funcPr>
                        <m:fName>
                          <m:sSup>
                            <m:sSupPr>
                              <m:ctrlPr>
                                <a:rPr kumimoji="0" lang="en-US" sz="1800" b="0" i="1" u="none" strike="noStrike" kern="0" cap="none" spc="0" normalizeH="0" baseline="0" noProof="0" smtClean="0">
                                  <a:ln>
                                    <a:noFill/>
                                  </a:ln>
                                  <a:solidFill>
                                    <a:srgbClr val="000000"/>
                                  </a:solidFill>
                                  <a:effectLst/>
                                  <a:uLnTx/>
                                  <a:uFillTx/>
                                  <a:latin typeface="Cambria Math" panose="02040503050406030204" pitchFamily="18" charset="0"/>
                                </a:rPr>
                              </m:ctrlPr>
                            </m:sSupPr>
                            <m:e>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rPr>
                                <m:t>tan</m:t>
                              </m:r>
                            </m:e>
                            <m:sup>
                              <m: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rPr>
                                <m:t>−1</m:t>
                              </m:r>
                            </m:sup>
                          </m:sSup>
                        </m:fName>
                        <m:e>
                          <m:d>
                            <m:dPr>
                              <m:ctrlPr>
                                <a:rPr kumimoji="0" lang="en-US" sz="1800" b="0" i="1" u="none" strike="noStrike" kern="0" cap="none" spc="0" normalizeH="0" baseline="0" noProof="0" smtClean="0">
                                  <a:ln>
                                    <a:noFill/>
                                  </a:ln>
                                  <a:solidFill>
                                    <a:srgbClr val="000000"/>
                                  </a:solidFill>
                                  <a:effectLst/>
                                  <a:uLnTx/>
                                  <a:uFillTx/>
                                  <a:latin typeface="Cambria Math" panose="02040503050406030204" pitchFamily="18" charset="0"/>
                                </a:rPr>
                              </m:ctrlPr>
                            </m:dPr>
                            <m:e>
                              <m:box>
                                <m:boxPr>
                                  <m:ctrlPr>
                                    <a:rPr kumimoji="0" lang="en-US" sz="1800" b="0" i="1" u="none" strike="noStrike" kern="0" cap="none" spc="0" normalizeH="0" baseline="0" noProof="0" smtClean="0">
                                      <a:ln>
                                        <a:noFill/>
                                      </a:ln>
                                      <a:solidFill>
                                        <a:srgbClr val="000000"/>
                                      </a:solidFill>
                                      <a:effectLst/>
                                      <a:uLnTx/>
                                      <a:uFillTx/>
                                      <a:latin typeface="Cambria Math" panose="02040503050406030204" pitchFamily="18" charset="0"/>
                                    </a:rPr>
                                  </m:ctrlPr>
                                </m:boxPr>
                                <m:e>
                                  <m:argPr>
                                    <m:argSz m:val="-1"/>
                                  </m:argPr>
                                  <m:f>
                                    <m:fPr>
                                      <m:ctrlPr>
                                        <a:rPr kumimoji="0" lang="en-US" sz="1800" b="0" i="1" u="none" strike="noStrike" kern="0" cap="none" spc="0" normalizeH="0" baseline="0" noProof="0" smtClean="0">
                                          <a:ln>
                                            <a:noFill/>
                                          </a:ln>
                                          <a:solidFill>
                                            <a:srgbClr val="000000"/>
                                          </a:solidFill>
                                          <a:effectLst/>
                                          <a:uLnTx/>
                                          <a:uFillTx/>
                                          <a:latin typeface="Cambria Math" panose="02040503050406030204" pitchFamily="18" charset="0"/>
                                        </a:rPr>
                                      </m:ctrlPr>
                                    </m:fPr>
                                    <m:num>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rPr>
                                        <m:t>Imaginary</m:t>
                                      </m:r>
                                    </m:num>
                                    <m:den>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rPr>
                                        <m:t>Real</m:t>
                                      </m:r>
                                    </m:den>
                                  </m:f>
                                </m:e>
                              </m:box>
                            </m:e>
                          </m:d>
                        </m:e>
                      </m:func>
                      <m: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rPr>
                        <m:t>= </m:t>
                      </m:r>
                      <m:func>
                        <m:funcPr>
                          <m:ctrlPr>
                            <a:rPr kumimoji="0" lang="en-US" sz="1800" b="0" i="1" u="none" strike="noStrike" kern="0" cap="none" spc="0" normalizeH="0" baseline="0" noProof="0" smtClean="0">
                              <a:ln>
                                <a:noFill/>
                              </a:ln>
                              <a:solidFill>
                                <a:srgbClr val="000000"/>
                              </a:solidFill>
                              <a:effectLst/>
                              <a:uLnTx/>
                              <a:uFillTx/>
                              <a:latin typeface="Cambria Math" panose="02040503050406030204" pitchFamily="18" charset="0"/>
                            </a:rPr>
                          </m:ctrlPr>
                        </m:funcPr>
                        <m:fName>
                          <m:sSup>
                            <m:sSupPr>
                              <m:ctrlPr>
                                <a:rPr kumimoji="0" lang="en-US" sz="1800" b="0" i="1" u="none" strike="noStrike" kern="0" cap="none" spc="0" normalizeH="0" baseline="0" noProof="0" smtClean="0">
                                  <a:ln>
                                    <a:noFill/>
                                  </a:ln>
                                  <a:solidFill>
                                    <a:srgbClr val="000000"/>
                                  </a:solidFill>
                                  <a:effectLst/>
                                  <a:uLnTx/>
                                  <a:uFillTx/>
                                  <a:latin typeface="Cambria Math" panose="02040503050406030204" pitchFamily="18" charset="0"/>
                                </a:rPr>
                              </m:ctrlPr>
                            </m:sSupPr>
                            <m:e>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rPr>
                                <m:t>tan</m:t>
                              </m:r>
                            </m:e>
                            <m:sup>
                              <m: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rPr>
                                <m:t>−1</m:t>
                              </m:r>
                            </m:sup>
                          </m:sSup>
                        </m:fName>
                        <m:e>
                          <m:d>
                            <m:dPr>
                              <m:ctrlPr>
                                <a:rPr kumimoji="0" lang="en-US" sz="1800" b="0" i="1" u="none" strike="noStrike" kern="0" cap="none" spc="0" normalizeH="0" baseline="0" noProof="0" smtClean="0">
                                  <a:ln>
                                    <a:noFill/>
                                  </a:ln>
                                  <a:solidFill>
                                    <a:srgbClr val="000000"/>
                                  </a:solidFill>
                                  <a:effectLst/>
                                  <a:uLnTx/>
                                  <a:uFillTx/>
                                  <a:latin typeface="Cambria Math" panose="02040503050406030204" pitchFamily="18" charset="0"/>
                                </a:rPr>
                              </m:ctrlPr>
                            </m:dPr>
                            <m:e>
                              <m:box>
                                <m:boxPr>
                                  <m:ctrlPr>
                                    <a:rPr kumimoji="0" lang="en-US" sz="1800" b="0" i="1" u="none" strike="noStrike" kern="0" cap="none" spc="0" normalizeH="0" baseline="0" noProof="0" smtClean="0">
                                      <a:ln>
                                        <a:noFill/>
                                      </a:ln>
                                      <a:solidFill>
                                        <a:srgbClr val="000000"/>
                                      </a:solidFill>
                                      <a:effectLst/>
                                      <a:uLnTx/>
                                      <a:uFillTx/>
                                      <a:latin typeface="Cambria Math" panose="02040503050406030204" pitchFamily="18" charset="0"/>
                                    </a:rPr>
                                  </m:ctrlPr>
                                </m:boxPr>
                                <m:e>
                                  <m:argPr>
                                    <m:argSz m:val="-1"/>
                                  </m:argPr>
                                  <m:f>
                                    <m:fPr>
                                      <m:ctrlPr>
                                        <a:rPr kumimoji="0" lang="en-US" sz="1800" b="0" i="1" u="none" strike="noStrike" kern="0" cap="none" spc="0" normalizeH="0" baseline="0" noProof="0" smtClean="0">
                                          <a:ln>
                                            <a:noFill/>
                                          </a:ln>
                                          <a:solidFill>
                                            <a:srgbClr val="000000"/>
                                          </a:solidFill>
                                          <a:effectLst/>
                                          <a:uLnTx/>
                                          <a:uFillTx/>
                                          <a:latin typeface="Cambria Math" panose="02040503050406030204" pitchFamily="18" charset="0"/>
                                        </a:rPr>
                                      </m:ctrlPr>
                                    </m:fPr>
                                    <m:num>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rPr>
                                        <m:t>b</m:t>
                                      </m:r>
                                    </m:num>
                                    <m:den>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rPr>
                                        <m:t>a</m:t>
                                      </m:r>
                                    </m:den>
                                  </m:f>
                                </m:e>
                              </m:box>
                            </m:e>
                          </m:d>
                        </m:e>
                      </m:func>
                      <m: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rPr>
                        <m:t>.</m:t>
                      </m:r>
                    </m:oMath>
                  </m:oMathPara>
                </a14:m>
                <a:endParaRPr kumimoji="0" lang="en-US" sz="1800" b="0" i="0" u="none" strike="noStrike" kern="0" cap="none" spc="0" normalizeH="0" baseline="0" noProof="0">
                  <a:ln>
                    <a:noFill/>
                  </a:ln>
                  <a:solidFill>
                    <a:srgbClr val="000000"/>
                  </a:solidFill>
                  <a:effectLst/>
                  <a:uLnTx/>
                  <a:uFillTx/>
                  <a:latin typeface="Cambria" panose="02040503050406030204"/>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mbria" panose="02040503050406030204"/>
                </a:endParaRPr>
              </a:p>
              <a:p>
                <a:pPr marL="214313" marR="0" lvl="0" indent="-214313"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0" cap="none" spc="0" normalizeH="0" baseline="0" noProof="0">
                    <a:ln>
                      <a:noFill/>
                    </a:ln>
                    <a:solidFill>
                      <a:srgbClr val="000000"/>
                    </a:solidFill>
                    <a:effectLst/>
                    <a:uLnTx/>
                    <a:uFillTx/>
                    <a:latin typeface="Cambria" panose="02040503050406030204"/>
                  </a:rPr>
                  <a:t>Results from inverse tangent are either</a:t>
                </a:r>
              </a:p>
              <a:p>
                <a:pPr marL="0" marR="0" lvl="0" indent="0" defTabSz="914400" eaLnBrk="1" fontAlgn="base" latinLnBrk="0" hangingPunct="1">
                  <a:lnSpc>
                    <a:spcPct val="100000"/>
                  </a:lnSpc>
                  <a:spcBef>
                    <a:spcPct val="0"/>
                  </a:spcBef>
                  <a:spcAft>
                    <a:spcPct val="0"/>
                  </a:spcAft>
                  <a:buClrTx/>
                  <a:buSzTx/>
                  <a:buFontTx/>
                  <a:buNone/>
                  <a:tabLst/>
                  <a:defRPr/>
                </a:pPr>
                <a:r>
                  <a:rPr lang="en-US" kern="0">
                    <a:solidFill>
                      <a:srgbClr val="000000"/>
                    </a:solidFill>
                    <a:latin typeface="Cambria" panose="02040503050406030204"/>
                  </a:rPr>
                  <a:t>l</a:t>
                </a:r>
                <a:r>
                  <a:rPr kumimoji="0" lang="en-US" sz="1800" b="0" i="0" u="none" strike="noStrike" kern="0" cap="none" spc="0" normalizeH="0" baseline="0" noProof="0" err="1">
                    <a:ln>
                      <a:noFill/>
                    </a:ln>
                    <a:solidFill>
                      <a:srgbClr val="000000"/>
                    </a:solidFill>
                    <a:effectLst/>
                    <a:uLnTx/>
                    <a:uFillTx/>
                    <a:latin typeface="Cambria" panose="02040503050406030204"/>
                  </a:rPr>
                  <a:t>ocated</a:t>
                </a:r>
                <a:r>
                  <a:rPr kumimoji="0" lang="en-US" sz="1800" b="0" i="0" u="none" strike="noStrike" kern="0" cap="none" spc="0" normalizeH="0" baseline="0" noProof="0">
                    <a:ln>
                      <a:noFill/>
                    </a:ln>
                    <a:solidFill>
                      <a:srgbClr val="000000"/>
                    </a:solidFill>
                    <a:effectLst/>
                    <a:uLnTx/>
                    <a:uFillTx/>
                    <a:latin typeface="Cambria" panose="02040503050406030204"/>
                  </a:rPr>
                  <a:t> in Quadrants I or IV, never quadrants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mbria" panose="02040503050406030204"/>
                  </a:rPr>
                  <a:t>II or III. Positive (b/a) argument results in </a:t>
                </a:r>
                <a:r>
                  <a:rPr kumimoji="0" lang="el-GR" sz="1800" b="0" i="0" u="none" strike="noStrike" kern="0" cap="none" spc="0" normalizeH="0" baseline="0" noProof="0">
                    <a:ln>
                      <a:noFill/>
                    </a:ln>
                    <a:solidFill>
                      <a:srgbClr val="000000"/>
                    </a:solidFill>
                    <a:effectLst/>
                    <a:uLnTx/>
                    <a:uFillTx/>
                    <a:latin typeface="Cambria" panose="02040503050406030204"/>
                  </a:rPr>
                  <a:t>θ</a:t>
                </a:r>
                <a:r>
                  <a:rPr kumimoji="0" lang="en-US" sz="1800" b="0" i="0" u="none" strike="noStrike" kern="0" cap="none" spc="0" normalizeH="0" baseline="0" noProof="0">
                    <a:ln>
                      <a:noFill/>
                    </a:ln>
                    <a:solidFill>
                      <a:srgbClr val="000000"/>
                    </a:solidFill>
                    <a:effectLst/>
                    <a:uLnTx/>
                    <a:uFillTx/>
                    <a:latin typeface="Cambria" panose="02040503050406030204"/>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mbria" panose="02040503050406030204"/>
                  </a:rPr>
                  <a:t>for Quadrant I. Negative (b/a) argument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mbria" panose="02040503050406030204"/>
                  </a:rPr>
                  <a:t>results in </a:t>
                </a:r>
                <a:r>
                  <a:rPr kumimoji="0" lang="el-GR" sz="1800" b="0" i="0" u="none" strike="noStrike" kern="0" cap="none" spc="0" normalizeH="0" baseline="0" noProof="0">
                    <a:ln>
                      <a:noFill/>
                    </a:ln>
                    <a:solidFill>
                      <a:srgbClr val="000000"/>
                    </a:solidFill>
                    <a:effectLst/>
                    <a:uLnTx/>
                    <a:uFillTx/>
                    <a:latin typeface="Cambria" panose="02040503050406030204"/>
                  </a:rPr>
                  <a:t>θ</a:t>
                </a:r>
                <a:r>
                  <a:rPr kumimoji="0" lang="en-US" sz="1800" b="0" i="0" u="none" strike="noStrike" kern="0" cap="none" spc="0" normalizeH="0" baseline="0" noProof="0">
                    <a:ln>
                      <a:noFill/>
                    </a:ln>
                    <a:solidFill>
                      <a:srgbClr val="000000"/>
                    </a:solidFill>
                    <a:effectLst/>
                    <a:uLnTx/>
                    <a:uFillTx/>
                    <a:latin typeface="Cambria" panose="02040503050406030204"/>
                  </a:rPr>
                  <a:t> for Quadrant IV. </a:t>
                </a:r>
              </a:p>
              <a:p>
                <a:pPr marL="214313" marR="0" lvl="0" indent="-214313" defTabSz="91440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0" cap="none" spc="0" normalizeH="0" baseline="0" noProof="0">
                  <a:ln>
                    <a:noFill/>
                  </a:ln>
                  <a:solidFill>
                    <a:srgbClr val="000000"/>
                  </a:solidFill>
                  <a:effectLst/>
                  <a:uLnTx/>
                  <a:uFillTx/>
                  <a:latin typeface="Cambria" panose="02040503050406030204"/>
                </a:endParaRPr>
              </a:p>
              <a:p>
                <a:pPr marL="214313" marR="0" lvl="0" indent="-214313"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0" cap="none" spc="0" normalizeH="0" baseline="0" noProof="0">
                    <a:ln>
                      <a:noFill/>
                    </a:ln>
                    <a:solidFill>
                      <a:srgbClr val="000000"/>
                    </a:solidFill>
                    <a:effectLst/>
                    <a:uLnTx/>
                    <a:uFillTx/>
                    <a:latin typeface="Cambria" panose="02040503050406030204"/>
                  </a:rPr>
                  <a:t>Have to add 180˚ to resulting angle when converting from rectangular to polar, if result should be in Quadrant II or III, which occurs for a &lt; 0.</a:t>
                </a:r>
              </a:p>
              <a:p>
                <a:pPr marL="214313" marR="0" lvl="0" indent="-214313" defTabSz="91440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0" cap="none" spc="0" normalizeH="0" baseline="0" noProof="0">
                  <a:ln>
                    <a:noFill/>
                  </a:ln>
                  <a:solidFill>
                    <a:srgbClr val="000000"/>
                  </a:solidFill>
                  <a:effectLst/>
                  <a:uLnTx/>
                  <a:uFillTx/>
                  <a:latin typeface="Cambria" panose="02040503050406030204"/>
                </a:endParaRPr>
              </a:p>
              <a:p>
                <a:pPr marL="214313" marR="0" lvl="0" indent="-214313"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MATLAB </a:t>
                </a:r>
                <a:r>
                  <a:rPr kumimoji="0" lang="en-US" sz="1800" b="1" i="0"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atan2</a:t>
                </a:r>
                <a:r>
                  <a:rPr kumimoji="0" lang="en-US" sz="1800" b="0" i="0"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 function is a special 4-Quadrant inverse tangent function that eliminates need to add 180˚ for quadrant correction.     Theta</a:t>
                </a:r>
                <a:r>
                  <a:rPr kumimoji="0" lang="en-US" sz="1800" b="0" i="0" u="none" strike="noStrike" kern="0" cap="none" spc="0" normalizeH="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 = </a:t>
                </a:r>
                <a:r>
                  <a:rPr kumimoji="0" lang="en-US" sz="1800" b="1" i="0" u="none" strike="noStrike" kern="0" cap="none" spc="0" normalizeH="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atan2</a:t>
                </a:r>
                <a:r>
                  <a:rPr kumimoji="0" lang="en-US" sz="1800" b="0" i="0" u="none" strike="noStrike" kern="0" cap="none" spc="0" normalizeH="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(b, a);</a:t>
                </a:r>
                <a:endParaRPr kumimoji="0" lang="en-US" sz="1800" b="0" i="0"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p:txBody>
          </p:sp>
        </mc:Choice>
        <mc:Fallback xmlns="">
          <p:sp>
            <p:nvSpPr>
              <p:cNvPr id="38" name="TextBox 37"/>
              <p:cNvSpPr txBox="1">
                <a:spLocks noRot="1" noChangeAspect="1" noMove="1" noResize="1" noEditPoints="1" noAdjustHandles="1" noChangeArrowheads="1" noChangeShapeType="1" noTextEdit="1"/>
              </p:cNvSpPr>
              <p:nvPr/>
            </p:nvSpPr>
            <p:spPr>
              <a:xfrm>
                <a:off x="209403" y="697065"/>
                <a:ext cx="11389474" cy="6069610"/>
              </a:xfrm>
              <a:prstGeom prst="rect">
                <a:avLst/>
              </a:prstGeom>
              <a:blipFill>
                <a:blip r:embed="rId2"/>
                <a:stretch>
                  <a:fillRect l="-213" t="-199"/>
                </a:stretch>
              </a:blipFill>
              <a:ln w="57150">
                <a:solidFill>
                  <a:srgbClr val="FFC000"/>
                </a:solidFill>
              </a:ln>
            </p:spPr>
            <p:txBody>
              <a:bodyPr/>
              <a:lstStyle/>
              <a:p>
                <a:r>
                  <a:rPr lang="en-US">
                    <a:noFill/>
                  </a:rPr>
                  <a:t> </a:t>
                </a:r>
              </a:p>
            </p:txBody>
          </p:sp>
        </mc:Fallback>
      </mc:AlternateContent>
      <p:pic>
        <p:nvPicPr>
          <p:cNvPr id="39" name="Picture 3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17294" y="768314"/>
            <a:ext cx="5418094" cy="4330909"/>
          </a:xfrm>
          <a:prstGeom prst="rect">
            <a:avLst/>
          </a:prstGeom>
        </p:spPr>
      </p:pic>
    </p:spTree>
    <p:extLst>
      <p:ext uri="{BB962C8B-B14F-4D97-AF65-F5344CB8AC3E}">
        <p14:creationId xmlns:p14="http://schemas.microsoft.com/office/powerpoint/2010/main" val="1536516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
                                            <p:txEl>
                                              <p:pRg st="10" end="10"/>
                                            </p:txEl>
                                          </p:spTgt>
                                        </p:tgtEl>
                                        <p:attrNameLst>
                                          <p:attrName>style.visibility</p:attrName>
                                        </p:attrNameLst>
                                      </p:cBhvr>
                                      <p:to>
                                        <p:strVal val="visible"/>
                                      </p:to>
                                    </p:set>
                                    <p:anim calcmode="lin" valueType="num">
                                      <p:cBhvr additive="base">
                                        <p:cTn id="7" dur="500" fill="hold"/>
                                        <p:tgtEl>
                                          <p:spTgt spid="38">
                                            <p:txEl>
                                              <p:pRg st="10" end="1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8">
                                            <p:txEl>
                                              <p:pRg st="10" end="1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8">
                                            <p:txEl>
                                              <p:pRg st="11" end="11"/>
                                            </p:txEl>
                                          </p:spTgt>
                                        </p:tgtEl>
                                        <p:attrNameLst>
                                          <p:attrName>style.visibility</p:attrName>
                                        </p:attrNameLst>
                                      </p:cBhvr>
                                      <p:to>
                                        <p:strVal val="visible"/>
                                      </p:to>
                                    </p:set>
                                    <p:anim calcmode="lin" valueType="num">
                                      <p:cBhvr additive="base">
                                        <p:cTn id="11" dur="500" fill="hold"/>
                                        <p:tgtEl>
                                          <p:spTgt spid="38">
                                            <p:txEl>
                                              <p:pRg st="11" end="1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8">
                                            <p:txEl>
                                              <p:pRg st="11" end="1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8">
                                            <p:txEl>
                                              <p:pRg st="12" end="12"/>
                                            </p:txEl>
                                          </p:spTgt>
                                        </p:tgtEl>
                                        <p:attrNameLst>
                                          <p:attrName>style.visibility</p:attrName>
                                        </p:attrNameLst>
                                      </p:cBhvr>
                                      <p:to>
                                        <p:strVal val="visible"/>
                                      </p:to>
                                    </p:set>
                                    <p:anim calcmode="lin" valueType="num">
                                      <p:cBhvr additive="base">
                                        <p:cTn id="15" dur="500" fill="hold"/>
                                        <p:tgtEl>
                                          <p:spTgt spid="38">
                                            <p:txEl>
                                              <p:pRg st="12" end="1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8">
                                            <p:txEl>
                                              <p:pRg st="12" end="1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8">
                                            <p:txEl>
                                              <p:pRg st="13" end="13"/>
                                            </p:txEl>
                                          </p:spTgt>
                                        </p:tgtEl>
                                        <p:attrNameLst>
                                          <p:attrName>style.visibility</p:attrName>
                                        </p:attrNameLst>
                                      </p:cBhvr>
                                      <p:to>
                                        <p:strVal val="visible"/>
                                      </p:to>
                                    </p:set>
                                    <p:anim calcmode="lin" valueType="num">
                                      <p:cBhvr additive="base">
                                        <p:cTn id="19" dur="500" fill="hold"/>
                                        <p:tgtEl>
                                          <p:spTgt spid="38">
                                            <p:txEl>
                                              <p:pRg st="13" end="1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8">
                                            <p:txEl>
                                              <p:pRg st="13" end="1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8">
                                            <p:txEl>
                                              <p:pRg st="14" end="14"/>
                                            </p:txEl>
                                          </p:spTgt>
                                        </p:tgtEl>
                                        <p:attrNameLst>
                                          <p:attrName>style.visibility</p:attrName>
                                        </p:attrNameLst>
                                      </p:cBhvr>
                                      <p:to>
                                        <p:strVal val="visible"/>
                                      </p:to>
                                    </p:set>
                                    <p:anim calcmode="lin" valueType="num">
                                      <p:cBhvr additive="base">
                                        <p:cTn id="23" dur="500" fill="hold"/>
                                        <p:tgtEl>
                                          <p:spTgt spid="38">
                                            <p:txEl>
                                              <p:pRg st="14" end="1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8">
                                            <p:txEl>
                                              <p:pRg st="14" end="1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8">
                                            <p:txEl>
                                              <p:pRg st="16" end="16"/>
                                            </p:txEl>
                                          </p:spTgt>
                                        </p:tgtEl>
                                        <p:attrNameLst>
                                          <p:attrName>style.visibility</p:attrName>
                                        </p:attrNameLst>
                                      </p:cBhvr>
                                      <p:to>
                                        <p:strVal val="visible"/>
                                      </p:to>
                                    </p:set>
                                    <p:anim calcmode="lin" valueType="num">
                                      <p:cBhvr additive="base">
                                        <p:cTn id="27" dur="500" fill="hold"/>
                                        <p:tgtEl>
                                          <p:spTgt spid="38">
                                            <p:txEl>
                                              <p:pRg st="16" end="1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8">
                                            <p:txEl>
                                              <p:pRg st="16" end="1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8">
                                            <p:txEl>
                                              <p:pRg st="18" end="18"/>
                                            </p:txEl>
                                          </p:spTgt>
                                        </p:tgtEl>
                                        <p:attrNameLst>
                                          <p:attrName>style.visibility</p:attrName>
                                        </p:attrNameLst>
                                      </p:cBhvr>
                                      <p:to>
                                        <p:strVal val="visible"/>
                                      </p:to>
                                    </p:set>
                                    <p:anim calcmode="lin" valueType="num">
                                      <p:cBhvr additive="base">
                                        <p:cTn id="31" dur="500" fill="hold"/>
                                        <p:tgtEl>
                                          <p:spTgt spid="38">
                                            <p:txEl>
                                              <p:pRg st="18" end="1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8">
                                            <p:txEl>
                                              <p:pRg st="18" end="1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1"/>
          <p:cNvSpPr>
            <a:spLocks noGrp="1"/>
          </p:cNvSpPr>
          <p:nvPr>
            <p:ph type="title"/>
          </p:nvPr>
        </p:nvSpPr>
        <p:spPr>
          <a:xfrm>
            <a:off x="1351005" y="157799"/>
            <a:ext cx="10267675" cy="533400"/>
          </a:xfrm>
        </p:spPr>
        <p:txBody>
          <a:bodyPr>
            <a:noAutofit/>
          </a:bodyPr>
          <a:lstStyle/>
          <a:p>
            <a:r>
              <a:rPr lang="en-US" sz="4000"/>
              <a:t>Cartesian (Rectangular) and Polar Coordinates</a:t>
            </a:r>
          </a:p>
        </p:txBody>
      </p:sp>
      <p:sp>
        <p:nvSpPr>
          <p:cNvPr id="3" name="Text Placeholder 2"/>
          <p:cNvSpPr>
            <a:spLocks noGrp="1"/>
          </p:cNvSpPr>
          <p:nvPr>
            <p:ph type="body" sz="quarter" idx="12"/>
          </p:nvPr>
        </p:nvSpPr>
        <p:spPr/>
        <p:txBody>
          <a:bodyPr/>
          <a:lstStyle/>
          <a:p>
            <a:endParaRPr lang="en-US"/>
          </a:p>
        </p:txBody>
      </p:sp>
      <mc:AlternateContent xmlns:mc="http://schemas.openxmlformats.org/markup-compatibility/2006" xmlns:a14="http://schemas.microsoft.com/office/drawing/2010/main">
        <mc:Choice Requires="a14">
          <p:sp>
            <p:nvSpPr>
              <p:cNvPr id="35" name="TextBox 34"/>
              <p:cNvSpPr txBox="1"/>
              <p:nvPr/>
            </p:nvSpPr>
            <p:spPr>
              <a:xfrm>
                <a:off x="863898" y="1680911"/>
                <a:ext cx="4698290" cy="3416320"/>
              </a:xfrm>
              <a:prstGeom prst="rect">
                <a:avLst/>
              </a:prstGeom>
              <a:solidFill>
                <a:srgbClr val="FFFFFF">
                  <a:lumMod val="95000"/>
                </a:srgbClr>
              </a:solidFill>
              <a:ln w="57150">
                <a:solidFill>
                  <a:srgbClr val="FFC000"/>
                </a:solidFill>
              </a:ln>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mbria" panose="02040503050406030204"/>
                  </a:rPr>
                  <a:t>Rectangular (Cartesian) Coordinates: a + </a:t>
                </a:r>
                <a:r>
                  <a:rPr kumimoji="0" lang="en-US" sz="1800" b="0" i="0" u="none" strike="noStrike" kern="0" cap="none" spc="0" normalizeH="0" baseline="0" noProof="0" err="1">
                    <a:ln>
                      <a:noFill/>
                    </a:ln>
                    <a:solidFill>
                      <a:srgbClr val="000000"/>
                    </a:solidFill>
                    <a:effectLst/>
                    <a:uLnTx/>
                    <a:uFillTx/>
                    <a:latin typeface="Cambria" panose="02040503050406030204"/>
                  </a:rPr>
                  <a:t>jb.</a:t>
                </a:r>
                <a:endParaRPr kumimoji="0" lang="en-US" sz="1800" b="0" i="0" u="none" strike="noStrike" kern="0" cap="none" spc="0" normalizeH="0" baseline="0" noProof="0">
                  <a:ln>
                    <a:noFill/>
                  </a:ln>
                  <a:solidFill>
                    <a:srgbClr val="000000"/>
                  </a:solidFill>
                  <a:effectLst/>
                  <a:uLnTx/>
                  <a:uFillTx/>
                  <a:latin typeface="Cambria" panose="02040503050406030204"/>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mbria" panose="02040503050406030204"/>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mbria" panose="02040503050406030204"/>
                  </a:rPr>
                  <a:t>Polar Coordinates: (r, </a:t>
                </a:r>
                <a:r>
                  <a:rPr kumimoji="0" lang="el-GR" sz="1800" b="0" i="0" u="none" strike="noStrike" kern="0" cap="none" spc="0" normalizeH="0" baseline="0" noProof="0">
                    <a:ln>
                      <a:noFill/>
                    </a:ln>
                    <a:solidFill>
                      <a:srgbClr val="000000"/>
                    </a:solidFill>
                    <a:effectLst/>
                    <a:uLnTx/>
                    <a:uFillTx/>
                    <a:latin typeface="Cambria" panose="02040503050406030204"/>
                  </a:rPr>
                  <a:t>θ</a:t>
                </a:r>
                <a:r>
                  <a:rPr kumimoji="0" lang="en-US" sz="1800" b="0" i="0" u="none" strike="noStrike" kern="0" cap="none" spc="0" normalizeH="0" baseline="0" noProof="0">
                    <a:ln>
                      <a:noFill/>
                    </a:ln>
                    <a:solidFill>
                      <a:srgbClr val="000000"/>
                    </a:solidFill>
                    <a:effectLst/>
                    <a:uLnTx/>
                    <a:uFillTx/>
                    <a:latin typeface="Cambria" panose="02040503050406030204"/>
                  </a:rPr>
                  <a:t>) = </a:t>
                </a:r>
                <a14:m>
                  <m:oMath xmlns:m="http://schemas.openxmlformats.org/officeDocument/2006/math">
                    <m:r>
                      <m:rPr>
                        <m:sty m:val="p"/>
                      </m:rPr>
                      <a:rPr kumimoji="0" lang="en-US" sz="1800" b="0" i="0" u="none" strike="noStrike" kern="0" cap="none" spc="0" normalizeH="0" baseline="0" noProof="0" dirty="0" smtClean="0">
                        <a:ln>
                          <a:noFill/>
                        </a:ln>
                        <a:solidFill>
                          <a:srgbClr val="000000"/>
                        </a:solidFill>
                        <a:effectLst/>
                        <a:uLnTx/>
                        <a:uFillTx/>
                        <a:latin typeface="Cambria Math" panose="02040503050406030204" pitchFamily="18" charset="0"/>
                      </a:rPr>
                      <m:t>r</m:t>
                    </m:r>
                    <m:r>
                      <a:rPr kumimoji="0" lang="en-US" sz="1800" b="0" i="1" u="none" strike="noStrike" kern="0" cap="none" spc="0" normalizeH="0" baseline="0" noProof="0" smtClean="0">
                        <a:ln>
                          <a:noFill/>
                        </a:ln>
                        <a:solidFill>
                          <a:srgbClr val="000000"/>
                        </a:solidFill>
                        <a:effectLst/>
                        <a:uLnTx/>
                        <a:uFillTx/>
                        <a:latin typeface="Cambria Math" panose="02040503050406030204" pitchFamily="18" charset="0"/>
                      </a:rPr>
                      <m:t>∠</m:t>
                    </m:r>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θ</m:t>
                    </m:r>
                  </m:oMath>
                </a14:m>
                <a:r>
                  <a:rPr kumimoji="0" lang="en-US" sz="1800" b="0" i="0" u="none" strike="noStrike" kern="0" cap="none" spc="0" normalizeH="0" baseline="0" noProof="0">
                    <a:ln>
                      <a:noFill/>
                    </a:ln>
                    <a:solidFill>
                      <a:srgbClr val="000000"/>
                    </a:solidFill>
                    <a:effectLst/>
                    <a:uLnTx/>
                    <a:uFillTx/>
                    <a:latin typeface="Cambria" panose="02040503050406030204"/>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mbria" panose="02040503050406030204"/>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mbria" panose="02040503050406030204"/>
                  </a:rPr>
                  <a:t>Polar to Rectangular: (r, </a:t>
                </a:r>
                <a:r>
                  <a:rPr kumimoji="0" lang="el-GR" sz="1800" b="0" i="0" u="none" strike="noStrike" kern="0" cap="none" spc="0" normalizeH="0" baseline="0" noProof="0">
                    <a:ln>
                      <a:noFill/>
                    </a:ln>
                    <a:solidFill>
                      <a:srgbClr val="000000"/>
                    </a:solidFill>
                    <a:effectLst/>
                    <a:uLnTx/>
                    <a:uFillTx/>
                    <a:latin typeface="Cambria" panose="02040503050406030204"/>
                  </a:rPr>
                  <a:t>θ</a:t>
                </a:r>
                <a:r>
                  <a:rPr kumimoji="0" lang="en-US" sz="1800" b="0" i="0" u="none" strike="noStrike" kern="0" cap="none" spc="0" normalizeH="0" baseline="0" noProof="0">
                    <a:ln>
                      <a:noFill/>
                    </a:ln>
                    <a:solidFill>
                      <a:srgbClr val="000000"/>
                    </a:solidFill>
                    <a:effectLst/>
                    <a:uLnTx/>
                    <a:uFillTx/>
                    <a:latin typeface="Cambria" panose="02040503050406030204"/>
                  </a:rPr>
                  <a:t>) → (a + </a:t>
                </a:r>
                <a:r>
                  <a:rPr kumimoji="0" lang="en-US" sz="1800" b="0" i="0" u="none" strike="noStrike" kern="0" cap="none" spc="0" normalizeH="0" baseline="0" noProof="0" err="1">
                    <a:ln>
                      <a:noFill/>
                    </a:ln>
                    <a:solidFill>
                      <a:srgbClr val="000000"/>
                    </a:solidFill>
                    <a:effectLst/>
                    <a:uLnTx/>
                    <a:uFillTx/>
                    <a:latin typeface="Cambria" panose="02040503050406030204"/>
                  </a:rPr>
                  <a:t>jb</a:t>
                </a:r>
                <a:r>
                  <a:rPr kumimoji="0" lang="en-US" sz="1800" b="0" i="0" u="none" strike="noStrike" kern="0" cap="none" spc="0" normalizeH="0" baseline="0" noProof="0">
                    <a:ln>
                      <a:noFill/>
                    </a:ln>
                    <a:solidFill>
                      <a:srgbClr val="000000"/>
                    </a:solidFill>
                    <a:effectLst/>
                    <a:uLnTx/>
                    <a:uFillTx/>
                    <a:latin typeface="Cambria" panose="02040503050406030204"/>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mbria" panose="02040503050406030204"/>
                </a:endParaRPr>
              </a:p>
              <a:p>
                <a:pPr marL="0" marR="0" lvl="0" indent="0" defTabSz="91440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rPr>
                        <m:t>a</m:t>
                      </m:r>
                      <m: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rPr>
                        <m:t>=</m:t>
                      </m:r>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rPr>
                        <m:t>r</m:t>
                      </m:r>
                      <m:func>
                        <m:funcPr>
                          <m:ctrlPr>
                            <a:rPr kumimoji="0" lang="en-US" sz="18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ctrlPr>
                        </m:funcPr>
                        <m:fName>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cos</m:t>
                          </m:r>
                        </m:fName>
                        <m:e>
                          <m:d>
                            <m:dPr>
                              <m:ctrlPr>
                                <a:rPr kumimoji="0" lang="en-US" sz="18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ctrlPr>
                            </m:dPr>
                            <m:e>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θ</m:t>
                              </m:r>
                            </m:e>
                          </m:d>
                          <m:r>
                            <a:rPr kumimoji="0" lang="en-US" sz="18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  </m:t>
                          </m:r>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b</m:t>
                          </m:r>
                          <m:r>
                            <a:rPr kumimoji="0" lang="en-US" sz="18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m:t>
                          </m:r>
                        </m:e>
                      </m:func>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rPr>
                        <m:t>r</m:t>
                      </m:r>
                      <m:func>
                        <m:funcPr>
                          <m:ctrlPr>
                            <a:rPr kumimoji="0" lang="en-US" sz="18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ctrlPr>
                        </m:funcPr>
                        <m:fName>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sin</m:t>
                          </m:r>
                        </m:fName>
                        <m:e>
                          <m:d>
                            <m:dPr>
                              <m:ctrlPr>
                                <a:rPr kumimoji="0" lang="en-US" sz="18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ctrlPr>
                            </m:dPr>
                            <m:e>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θ</m:t>
                              </m:r>
                            </m:e>
                          </m:d>
                        </m:e>
                      </m:func>
                      <m: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m:t>
                      </m:r>
                    </m:oMath>
                  </m:oMathPara>
                </a14:m>
                <a:endParaRPr kumimoji="0" lang="en-US" sz="1800" b="0" i="0" u="none" strike="noStrike" kern="0" cap="none" spc="0" normalizeH="0" baseline="0" noProof="0">
                  <a:ln>
                    <a:noFill/>
                  </a:ln>
                  <a:solidFill>
                    <a:srgbClr val="000000"/>
                  </a:solidFill>
                  <a:effectLst/>
                  <a:uLnTx/>
                  <a:uFillTx/>
                  <a:latin typeface="Cambria" panose="02040503050406030204"/>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mbria" panose="02040503050406030204"/>
                </a:endParaRPr>
              </a:p>
              <a:p>
                <a:pPr marL="0" marR="0" lvl="0" indent="0" defTabSz="91440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rPr>
                        <m:t>a</m:t>
                      </m:r>
                      <m: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rPr>
                        <m:t>+</m:t>
                      </m:r>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rPr>
                        <m:t>jb</m:t>
                      </m:r>
                      <m: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rPr>
                        <m:t>=</m:t>
                      </m:r>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rPr>
                        <m:t>r</m:t>
                      </m:r>
                      <m:func>
                        <m:funcPr>
                          <m:ctrlPr>
                            <a:rPr kumimoji="0" lang="en-US" sz="18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ctrlPr>
                        </m:funcPr>
                        <m:fName>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cos</m:t>
                          </m:r>
                        </m:fName>
                        <m:e>
                          <m:d>
                            <m:dPr>
                              <m:ctrlPr>
                                <a:rPr kumimoji="0" lang="en-US" sz="18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ctrlPr>
                            </m:dPr>
                            <m:e>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θ</m:t>
                              </m:r>
                            </m:e>
                          </m:d>
                          <m: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m:t>
                          </m:r>
                        </m:e>
                      </m:func>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rPr>
                        <m:t>jr</m:t>
                      </m:r>
                      <m:func>
                        <m:funcPr>
                          <m:ctrlPr>
                            <a:rPr kumimoji="0" lang="en-US" sz="18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ctrlPr>
                        </m:funcPr>
                        <m:fName>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sin</m:t>
                          </m:r>
                        </m:fName>
                        <m:e>
                          <m:d>
                            <m:dPr>
                              <m:ctrlPr>
                                <a:rPr kumimoji="0" lang="en-US" sz="18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ctrlPr>
                            </m:dPr>
                            <m:e>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θ</m:t>
                              </m:r>
                            </m:e>
                          </m:d>
                        </m:e>
                      </m:func>
                      <m: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m:t>
                      </m:r>
                    </m:oMath>
                  </m:oMathPara>
                </a14:m>
                <a:endParaRPr kumimoji="0" lang="en-US" sz="1800" b="0" i="0" u="none" strike="noStrike" kern="0" cap="none" spc="0" normalizeH="0" baseline="0" noProof="0">
                  <a:ln>
                    <a:noFill/>
                  </a:ln>
                  <a:solidFill>
                    <a:srgbClr val="000000"/>
                  </a:solidFill>
                  <a:effectLst/>
                  <a:uLnTx/>
                  <a:uFillTx/>
                  <a:latin typeface="Cambria" panose="02040503050406030204"/>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mbria" panose="02040503050406030204"/>
                </a:endParaRPr>
              </a:p>
              <a:p>
                <a:pPr marL="0" marR="0" lvl="0" indent="0" defTabSz="91440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rPr>
                        <m:t>a</m:t>
                      </m:r>
                      <m: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rPr>
                        <m:t>+</m:t>
                      </m:r>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rPr>
                        <m:t>jb</m:t>
                      </m:r>
                      <m: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rPr>
                        <m:t>=</m:t>
                      </m:r>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rPr>
                        <m:t>r</m:t>
                      </m:r>
                      <m:d>
                        <m:dPr>
                          <m:ctrlPr>
                            <a:rPr kumimoji="0" lang="en-US" sz="18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ctrlPr>
                        </m:dPr>
                        <m:e>
                          <m:func>
                            <m:funcPr>
                              <m:ctrlPr>
                                <a:rPr kumimoji="0" lang="en-US" sz="18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ctrlPr>
                            </m:funcPr>
                            <m:fName>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cos</m:t>
                              </m:r>
                            </m:fName>
                            <m:e>
                              <m:d>
                                <m:dPr>
                                  <m:ctrlPr>
                                    <a:rPr kumimoji="0" lang="en-US" sz="18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ctrlPr>
                                </m:dPr>
                                <m:e>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θ</m:t>
                                  </m:r>
                                </m:e>
                              </m:d>
                              <m: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m:t>
                              </m:r>
                            </m:e>
                          </m:func>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rPr>
                            <m:t>j</m:t>
                          </m:r>
                          <m:func>
                            <m:funcPr>
                              <m:ctrlPr>
                                <a:rPr kumimoji="0" lang="en-US" sz="18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ctrlPr>
                            </m:funcPr>
                            <m:fName>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sin</m:t>
                              </m:r>
                            </m:fName>
                            <m:e>
                              <m:d>
                                <m:dPr>
                                  <m:ctrlPr>
                                    <a:rPr kumimoji="0" lang="en-US" sz="18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ctrlPr>
                                </m:dPr>
                                <m:e>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θ</m:t>
                                  </m:r>
                                </m:e>
                              </m:d>
                            </m:e>
                          </m:func>
                        </m:e>
                      </m:d>
                      <m:r>
                        <a:rPr kumimoji="0" lang="en-US" sz="18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m:t>
                      </m:r>
                    </m:oMath>
                  </m:oMathPara>
                </a14:m>
                <a:endParaRPr kumimoji="0" lang="en-US" sz="1800" b="0" i="0" u="none" strike="noStrike" kern="0" cap="none" spc="0" normalizeH="0" baseline="0" noProof="0">
                  <a:ln>
                    <a:noFill/>
                  </a:ln>
                  <a:solidFill>
                    <a:srgbClr val="000000"/>
                  </a:solidFill>
                  <a:effectLst/>
                  <a:uLnTx/>
                  <a:uFillTx/>
                  <a:latin typeface="Cambria" panose="02040503050406030204"/>
                  <a:ea typeface="Cambria Math" panose="02040503050406030204" pitchFamily="18"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mbria" panose="02040503050406030204"/>
                </a:endParaRPr>
              </a:p>
            </p:txBody>
          </p:sp>
        </mc:Choice>
        <mc:Fallback xmlns="">
          <p:sp>
            <p:nvSpPr>
              <p:cNvPr id="35" name="TextBox 34"/>
              <p:cNvSpPr txBox="1">
                <a:spLocks noRot="1" noChangeAspect="1" noMove="1" noResize="1" noEditPoints="1" noAdjustHandles="1" noChangeArrowheads="1" noChangeShapeType="1" noTextEdit="1"/>
              </p:cNvSpPr>
              <p:nvPr/>
            </p:nvSpPr>
            <p:spPr>
              <a:xfrm>
                <a:off x="863898" y="1680911"/>
                <a:ext cx="4698290" cy="3416320"/>
              </a:xfrm>
              <a:prstGeom prst="rect">
                <a:avLst/>
              </a:prstGeom>
              <a:blipFill rotWithShape="0">
                <a:blip r:embed="rId2"/>
                <a:stretch>
                  <a:fillRect l="-642" t="-527"/>
                </a:stretch>
              </a:blipFill>
              <a:ln w="57150">
                <a:solidFill>
                  <a:srgbClr val="FFC000"/>
                </a:solidFill>
              </a:ln>
            </p:spPr>
            <p:txBody>
              <a:bodyPr/>
              <a:lstStyle/>
              <a:p>
                <a:r>
                  <a:rPr lang="en-US">
                    <a:noFill/>
                  </a:rPr>
                  <a:t> </a:t>
                </a:r>
              </a:p>
            </p:txBody>
          </p:sp>
        </mc:Fallback>
      </mc:AlternateContent>
      <p:pic>
        <p:nvPicPr>
          <p:cNvPr id="36" name="Picture 3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82032" y="1350389"/>
            <a:ext cx="5272216" cy="5199261"/>
          </a:xfrm>
          <a:prstGeom prst="rect">
            <a:avLst/>
          </a:prstGeom>
        </p:spPr>
      </p:pic>
    </p:spTree>
    <p:extLst>
      <p:ext uri="{BB962C8B-B14F-4D97-AF65-F5344CB8AC3E}">
        <p14:creationId xmlns:p14="http://schemas.microsoft.com/office/powerpoint/2010/main" val="3221439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141" y="141404"/>
            <a:ext cx="12043719" cy="533400"/>
          </a:xfrm>
        </p:spPr>
        <p:txBody>
          <a:bodyPr>
            <a:noAutofit/>
          </a:bodyPr>
          <a:lstStyle/>
          <a:p>
            <a:r>
              <a:rPr lang="en-US" sz="3600"/>
              <a:t>MATLAB Cartesian (Rectangular) and Polar Coordinate Conversions</a:t>
            </a:r>
          </a:p>
        </p:txBody>
      </p:sp>
      <mc:AlternateContent xmlns:mc="http://schemas.openxmlformats.org/markup-compatibility/2006" xmlns:a14="http://schemas.microsoft.com/office/drawing/2010/main">
        <mc:Choice Requires="a14">
          <p:sp>
            <p:nvSpPr>
              <p:cNvPr id="21" name="TextBox 20"/>
              <p:cNvSpPr txBox="1"/>
              <p:nvPr/>
            </p:nvSpPr>
            <p:spPr>
              <a:xfrm>
                <a:off x="806759" y="1135655"/>
                <a:ext cx="10408318" cy="4038863"/>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b="1">
                    <a:solidFill>
                      <a:schemeClr val="bg1"/>
                    </a:solidFill>
                    <a:latin typeface="Cambria Math" panose="02040503050406030204" pitchFamily="18" charset="0"/>
                    <a:ea typeface="Cambria Math" panose="02040503050406030204" pitchFamily="18" charset="0"/>
                    <a:cs typeface="Arial" panose="020B0604020202020204" pitchFamily="34" charset="0"/>
                  </a:rPr>
                  <a:t>Cartesian (Rectangular) to Polar → cart2pol function</a:t>
                </a:r>
                <a:r>
                  <a:rPr lang="en-US">
                    <a:solidFill>
                      <a:schemeClr val="bg1"/>
                    </a:solidFill>
                    <a:latin typeface="Cambria Math" panose="02040503050406030204" pitchFamily="18" charset="0"/>
                    <a:ea typeface="Cambria Math" panose="02040503050406030204" pitchFamily="18" charset="0"/>
                    <a:cs typeface="Arial" panose="020B0604020202020204" pitchFamily="34" charset="0"/>
                  </a:rPr>
                  <a:t>.</a:t>
                </a:r>
                <a:r>
                  <a:rPr lang="en-US">
                    <a:solidFill>
                      <a:schemeClr val="bg1"/>
                    </a:solidFill>
                    <a:latin typeface="Cambria Math" panose="02040503050406030204" pitchFamily="18" charset="0"/>
                    <a:ea typeface="Cambria Math" panose="02040503050406030204" pitchFamily="18" charset="0"/>
                  </a:rPr>
                  <a:t>   (a + </a:t>
                </a:r>
                <a:r>
                  <a:rPr lang="en-US" err="1">
                    <a:solidFill>
                      <a:schemeClr val="bg1"/>
                    </a:solidFill>
                    <a:latin typeface="Cambria Math" panose="02040503050406030204" pitchFamily="18" charset="0"/>
                    <a:ea typeface="Cambria Math" panose="02040503050406030204" pitchFamily="18" charset="0"/>
                  </a:rPr>
                  <a:t>jb</a:t>
                </a:r>
                <a:r>
                  <a:rPr lang="en-US">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m:rPr>
                        <m:sty m:val="p"/>
                      </m:rPr>
                      <a:rPr lang="el-GR" i="1">
                        <a:solidFill>
                          <a:schemeClr val="bg1"/>
                        </a:solidFill>
                        <a:latin typeface="Cambria Math" panose="02040503050406030204" pitchFamily="18" charset="0"/>
                        <a:ea typeface="Cambria Math" panose="02040503050406030204" pitchFamily="18" charset="0"/>
                      </a:rPr>
                      <m:t>θ</m:t>
                    </m:r>
                    <m:r>
                      <a:rPr lang="en-US">
                        <a:solidFill>
                          <a:schemeClr val="bg1"/>
                        </a:solidFill>
                        <a:latin typeface="Cambria Math" panose="02040503050406030204" pitchFamily="18" charset="0"/>
                        <a:ea typeface="Cambria Math" panose="02040503050406030204" pitchFamily="18" charset="0"/>
                      </a:rPr>
                      <m:t>= </m:t>
                    </m:r>
                    <m:func>
                      <m:funcPr>
                        <m:ctrlPr>
                          <a:rPr lang="en-US" i="1">
                            <a:solidFill>
                              <a:schemeClr val="bg1"/>
                            </a:solidFill>
                            <a:latin typeface="Cambria Math" panose="02040503050406030204" pitchFamily="18" charset="0"/>
                            <a:ea typeface="Cambria Math" panose="02040503050406030204" pitchFamily="18" charset="0"/>
                          </a:rPr>
                        </m:ctrlPr>
                      </m:funcPr>
                      <m:fName>
                        <m:r>
                          <m:rPr>
                            <m:sty m:val="p"/>
                          </m:rPr>
                          <a:rPr lang="en-US" b="0" i="0" smtClean="0">
                            <a:solidFill>
                              <a:schemeClr val="bg1"/>
                            </a:solidFill>
                            <a:latin typeface="Cambria Math" panose="02040503050406030204" pitchFamily="18" charset="0"/>
                            <a:ea typeface="Cambria Math" panose="02040503050406030204" pitchFamily="18" charset="0"/>
                          </a:rPr>
                          <m:t>atan</m:t>
                        </m:r>
                        <m:r>
                          <a:rPr lang="en-US" b="0" i="1" smtClean="0">
                            <a:solidFill>
                              <a:schemeClr val="bg1"/>
                            </a:solidFill>
                            <a:latin typeface="Cambria Math" panose="02040503050406030204" pitchFamily="18" charset="0"/>
                            <a:ea typeface="Cambria Math" panose="02040503050406030204" pitchFamily="18" charset="0"/>
                          </a:rPr>
                          <m:t>2</m:t>
                        </m:r>
                      </m:fName>
                      <m:e>
                        <m:d>
                          <m:dPr>
                            <m:ctrlPr>
                              <a:rPr lang="en-US" i="1">
                                <a:solidFill>
                                  <a:schemeClr val="bg1"/>
                                </a:solidFill>
                                <a:latin typeface="Cambria Math" panose="02040503050406030204" pitchFamily="18" charset="0"/>
                                <a:ea typeface="Cambria Math" panose="02040503050406030204" pitchFamily="18" charset="0"/>
                              </a:rPr>
                            </m:ctrlPr>
                          </m:dPr>
                          <m:e>
                            <m:box>
                              <m:boxPr>
                                <m:ctrlPr>
                                  <a:rPr lang="en-US" i="1">
                                    <a:solidFill>
                                      <a:schemeClr val="bg1"/>
                                    </a:solidFill>
                                    <a:latin typeface="Cambria Math" panose="02040503050406030204" pitchFamily="18" charset="0"/>
                                    <a:ea typeface="Cambria Math" panose="02040503050406030204" pitchFamily="18" charset="0"/>
                                  </a:rPr>
                                </m:ctrlPr>
                              </m:boxPr>
                              <m:e>
                                <m:argPr>
                                  <m:argSz m:val="-1"/>
                                </m:argPr>
                                <m:f>
                                  <m:fPr>
                                    <m:ctrlPr>
                                      <a:rPr lang="en-US" i="1">
                                        <a:solidFill>
                                          <a:schemeClr val="bg1"/>
                                        </a:solidFill>
                                        <a:latin typeface="Cambria Math" panose="02040503050406030204" pitchFamily="18" charset="0"/>
                                        <a:ea typeface="Cambria Math" panose="02040503050406030204" pitchFamily="18" charset="0"/>
                                      </a:rPr>
                                    </m:ctrlPr>
                                  </m:fPr>
                                  <m:num>
                                    <m:r>
                                      <m:rPr>
                                        <m:sty m:val="p"/>
                                      </m:rPr>
                                      <a:rPr lang="en-US">
                                        <a:solidFill>
                                          <a:schemeClr val="bg1"/>
                                        </a:solidFill>
                                        <a:latin typeface="Cambria Math" panose="02040503050406030204" pitchFamily="18" charset="0"/>
                                        <a:ea typeface="Cambria Math" panose="02040503050406030204" pitchFamily="18" charset="0"/>
                                      </a:rPr>
                                      <m:t>b</m:t>
                                    </m:r>
                                  </m:num>
                                  <m:den>
                                    <m:r>
                                      <m:rPr>
                                        <m:sty m:val="p"/>
                                      </m:rPr>
                                      <a:rPr lang="en-US">
                                        <a:solidFill>
                                          <a:schemeClr val="bg1"/>
                                        </a:solidFill>
                                        <a:latin typeface="Cambria Math" panose="02040503050406030204" pitchFamily="18" charset="0"/>
                                        <a:ea typeface="Cambria Math" panose="02040503050406030204" pitchFamily="18" charset="0"/>
                                      </a:rPr>
                                      <m:t>a</m:t>
                                    </m:r>
                                  </m:den>
                                </m:f>
                              </m:e>
                            </m:box>
                          </m:e>
                        </m:d>
                      </m:e>
                    </m:func>
                    <m:r>
                      <a:rPr lang="en-US" b="0" i="1" smtClean="0">
                        <a:solidFill>
                          <a:schemeClr val="bg1"/>
                        </a:solidFill>
                        <a:latin typeface="Cambria Math" panose="02040503050406030204" pitchFamily="18" charset="0"/>
                        <a:ea typeface="Cambria Math" panose="02040503050406030204" pitchFamily="18" charset="0"/>
                      </a:rPr>
                      <m:t>,  </m:t>
                    </m:r>
                    <m:r>
                      <a:rPr lang="en-US" b="0" i="0" smtClean="0">
                        <a:solidFill>
                          <a:schemeClr val="bg1"/>
                        </a:solidFill>
                        <a:latin typeface="Cambria Math" panose="02040503050406030204" pitchFamily="18" charset="0"/>
                        <a:ea typeface="Cambria Math" panose="02040503050406030204" pitchFamily="18" charset="0"/>
                      </a:rPr>
                      <m:t> </m:t>
                    </m:r>
                    <m:r>
                      <a:rPr lang="en-US">
                        <a:solidFill>
                          <a:schemeClr val="bg1"/>
                        </a:solidFill>
                        <a:latin typeface="Cambria Math" panose="02040503050406030204" pitchFamily="18" charset="0"/>
                        <a:ea typeface="Cambria Math" panose="02040503050406030204" pitchFamily="18" charset="0"/>
                      </a:rPr>
                      <m:t> </m:t>
                    </m:r>
                    <m:r>
                      <m:rPr>
                        <m:sty m:val="p"/>
                      </m:rPr>
                      <a:rPr lang="en-US">
                        <a:solidFill>
                          <a:schemeClr val="bg1"/>
                        </a:solidFill>
                        <a:latin typeface="Cambria Math" panose="02040503050406030204" pitchFamily="18" charset="0"/>
                        <a:ea typeface="Cambria Math" panose="02040503050406030204" pitchFamily="18" charset="0"/>
                      </a:rPr>
                      <m:t>r</m:t>
                    </m:r>
                    <m:r>
                      <a:rPr lang="en-US">
                        <a:solidFill>
                          <a:schemeClr val="bg1"/>
                        </a:solidFill>
                        <a:latin typeface="Cambria Math" panose="02040503050406030204" pitchFamily="18" charset="0"/>
                        <a:ea typeface="Cambria Math" panose="02040503050406030204" pitchFamily="18" charset="0"/>
                      </a:rPr>
                      <m:t>=</m:t>
                    </m:r>
                    <m:rad>
                      <m:radPr>
                        <m:degHide m:val="on"/>
                        <m:ctrlPr>
                          <a:rPr lang="en-US" i="1">
                            <a:solidFill>
                              <a:schemeClr val="bg1"/>
                            </a:solidFill>
                            <a:latin typeface="Cambria Math" panose="02040503050406030204" pitchFamily="18" charset="0"/>
                            <a:ea typeface="Cambria Math" panose="02040503050406030204" pitchFamily="18" charset="0"/>
                          </a:rPr>
                        </m:ctrlPr>
                      </m:radPr>
                      <m:deg/>
                      <m:e>
                        <m:sSup>
                          <m:sSupPr>
                            <m:ctrlPr>
                              <a:rPr lang="en-US" i="1">
                                <a:solidFill>
                                  <a:schemeClr val="bg1"/>
                                </a:solidFill>
                                <a:latin typeface="Cambria Math" panose="02040503050406030204" pitchFamily="18" charset="0"/>
                                <a:ea typeface="Cambria Math" panose="02040503050406030204" pitchFamily="18" charset="0"/>
                              </a:rPr>
                            </m:ctrlPr>
                          </m:sSupPr>
                          <m:e>
                            <m:r>
                              <m:rPr>
                                <m:sty m:val="p"/>
                              </m:rPr>
                              <a:rPr lang="en-US" b="0" i="0" smtClean="0">
                                <a:solidFill>
                                  <a:schemeClr val="bg1"/>
                                </a:solidFill>
                                <a:latin typeface="Cambria Math" panose="02040503050406030204" pitchFamily="18" charset="0"/>
                                <a:ea typeface="Cambria Math" panose="02040503050406030204" pitchFamily="18" charset="0"/>
                              </a:rPr>
                              <m:t>a</m:t>
                            </m:r>
                          </m:e>
                          <m:sup>
                            <m:r>
                              <a:rPr lang="en-US" i="0">
                                <a:solidFill>
                                  <a:schemeClr val="bg1"/>
                                </a:solidFill>
                                <a:latin typeface="Cambria Math" panose="02040503050406030204" pitchFamily="18" charset="0"/>
                                <a:ea typeface="Cambria Math" panose="02040503050406030204" pitchFamily="18" charset="0"/>
                              </a:rPr>
                              <m:t>2</m:t>
                            </m:r>
                          </m:sup>
                        </m:sSup>
                        <m:r>
                          <a:rPr lang="en-US" i="0">
                            <a:solidFill>
                              <a:schemeClr val="bg1"/>
                            </a:solidFill>
                            <a:latin typeface="Cambria Math" panose="02040503050406030204" pitchFamily="18" charset="0"/>
                            <a:ea typeface="Cambria Math" panose="02040503050406030204" pitchFamily="18" charset="0"/>
                          </a:rPr>
                          <m:t>+</m:t>
                        </m:r>
                        <m:sSup>
                          <m:sSupPr>
                            <m:ctrlPr>
                              <a:rPr lang="en-US" i="1">
                                <a:solidFill>
                                  <a:schemeClr val="bg1"/>
                                </a:solidFill>
                                <a:latin typeface="Cambria Math" panose="02040503050406030204" pitchFamily="18" charset="0"/>
                                <a:ea typeface="Cambria Math" panose="02040503050406030204" pitchFamily="18" charset="0"/>
                              </a:rPr>
                            </m:ctrlPr>
                          </m:sSupPr>
                          <m:e>
                            <m:r>
                              <m:rPr>
                                <m:sty m:val="p"/>
                              </m:rPr>
                              <a:rPr lang="en-US" i="0">
                                <a:solidFill>
                                  <a:schemeClr val="bg1"/>
                                </a:solidFill>
                                <a:latin typeface="Cambria Math" panose="02040503050406030204" pitchFamily="18" charset="0"/>
                                <a:ea typeface="Cambria Math" panose="02040503050406030204" pitchFamily="18" charset="0"/>
                              </a:rPr>
                              <m:t>b</m:t>
                            </m:r>
                          </m:e>
                          <m:sup>
                            <m:r>
                              <a:rPr lang="en-US" i="0">
                                <a:solidFill>
                                  <a:schemeClr val="bg1"/>
                                </a:solidFill>
                                <a:latin typeface="Cambria Math" panose="02040503050406030204" pitchFamily="18" charset="0"/>
                                <a:ea typeface="Cambria Math" panose="02040503050406030204" pitchFamily="18" charset="0"/>
                              </a:rPr>
                              <m:t>2</m:t>
                            </m:r>
                          </m:sup>
                        </m:sSup>
                      </m:e>
                    </m:rad>
                  </m:oMath>
                </a14:m>
                <a:endParaRPr lang="en-US">
                  <a:solidFill>
                    <a:schemeClr val="bg1"/>
                  </a:solidFill>
                  <a:latin typeface="Cambria Math" panose="02040503050406030204" pitchFamily="18" charset="0"/>
                  <a:ea typeface="Cambria Math" panose="02040503050406030204" pitchFamily="18" charset="0"/>
                </a:endParaRPr>
              </a:p>
              <a:p>
                <a:endParaRPr lang="en-US">
                  <a:solidFill>
                    <a:schemeClr val="bg1"/>
                  </a:solidFill>
                  <a:latin typeface="Cambria Math" panose="02040503050406030204" pitchFamily="18" charset="0"/>
                  <a:ea typeface="Cambria Math" panose="02040503050406030204" pitchFamily="18" charset="0"/>
                </a:endParaRPr>
              </a:p>
              <a:p>
                <a:r>
                  <a:rPr lang="en-US">
                    <a:solidFill>
                      <a:schemeClr val="bg1"/>
                    </a:solidFill>
                    <a:latin typeface="Cambria Math" panose="02040503050406030204" pitchFamily="18" charset="0"/>
                    <a:ea typeface="Cambria Math" panose="02040503050406030204" pitchFamily="18" charset="0"/>
                  </a:rPr>
                  <a:t>Ex. Convert (-4 + j3) Cartesian (Rectangular) to polar: </a:t>
                </a:r>
              </a:p>
              <a:p>
                <a:r>
                  <a:rPr lang="en-US">
                    <a:solidFill>
                      <a:schemeClr val="bg1"/>
                    </a:solidFill>
                    <a:latin typeface="Cambria Math" panose="02040503050406030204" pitchFamily="18" charset="0"/>
                    <a:ea typeface="Cambria Math" panose="02040503050406030204" pitchFamily="18" charset="0"/>
                  </a:rPr>
                  <a:t>[theta, r] = </a:t>
                </a:r>
                <a:r>
                  <a:rPr lang="en-US" b="1">
                    <a:solidFill>
                      <a:schemeClr val="bg1"/>
                    </a:solidFill>
                    <a:latin typeface="Cambria Math" panose="02040503050406030204" pitchFamily="18" charset="0"/>
                    <a:ea typeface="Cambria Math" panose="02040503050406030204" pitchFamily="18" charset="0"/>
                  </a:rPr>
                  <a:t>cart2pol</a:t>
                </a:r>
                <a:r>
                  <a:rPr lang="en-US">
                    <a:solidFill>
                      <a:schemeClr val="bg1"/>
                    </a:solidFill>
                    <a:latin typeface="Cambria Math" panose="02040503050406030204" pitchFamily="18" charset="0"/>
                    <a:ea typeface="Cambria Math" panose="02040503050406030204" pitchFamily="18" charset="0"/>
                  </a:rPr>
                  <a:t>(-4,3) →  [2.4981 radians, 5].  </a:t>
                </a:r>
              </a:p>
              <a:p>
                <a:r>
                  <a:rPr lang="en-US">
                    <a:solidFill>
                      <a:schemeClr val="bg1"/>
                    </a:solidFill>
                    <a:latin typeface="Cambria Math" panose="02040503050406030204" pitchFamily="18" charset="0"/>
                    <a:ea typeface="Cambria Math" panose="02040503050406030204" pitchFamily="18" charset="0"/>
                  </a:rPr>
                  <a:t>0.6435 radians = (2.4981*180 degrees/</a:t>
                </a:r>
                <a:r>
                  <a:rPr lang="el-GR">
                    <a:solidFill>
                      <a:schemeClr val="bg1"/>
                    </a:solidFill>
                    <a:latin typeface="Cambria Math" panose="02040503050406030204" pitchFamily="18" charset="0"/>
                    <a:ea typeface="Cambria Math" panose="02040503050406030204" pitchFamily="18" charset="0"/>
                  </a:rPr>
                  <a:t>π</a:t>
                </a:r>
                <a:r>
                  <a:rPr lang="en-US">
                    <a:solidFill>
                      <a:schemeClr val="bg1"/>
                    </a:solidFill>
                    <a:latin typeface="Cambria Math" panose="02040503050406030204" pitchFamily="18" charset="0"/>
                    <a:ea typeface="Cambria Math" panose="02040503050406030204" pitchFamily="18" charset="0"/>
                  </a:rPr>
                  <a:t> radians) = 143.1˚.</a:t>
                </a:r>
              </a:p>
              <a:p>
                <a:endParaRPr lang="en-US">
                  <a:solidFill>
                    <a:schemeClr val="bg1"/>
                  </a:solidFill>
                  <a:latin typeface="Cambria Math" panose="02040503050406030204" pitchFamily="18" charset="0"/>
                  <a:ea typeface="Cambria Math" panose="02040503050406030204" pitchFamily="18" charset="0"/>
                </a:endParaRPr>
              </a:p>
              <a:p>
                <a:r>
                  <a:rPr lang="en-US">
                    <a:solidFill>
                      <a:schemeClr val="bg1"/>
                    </a:solidFill>
                    <a:latin typeface="Cambria Math" panose="02040503050406030204" pitchFamily="18" charset="0"/>
                    <a:ea typeface="Cambria Math" panose="02040503050406030204" pitchFamily="18" charset="0"/>
                  </a:rPr>
                  <a:t>MATLAB → </a:t>
                </a:r>
                <a:r>
                  <a:rPr lang="en-US" b="1">
                    <a:solidFill>
                      <a:schemeClr val="bg1"/>
                    </a:solidFill>
                    <a:latin typeface="Cambria Math" panose="02040503050406030204" pitchFamily="18" charset="0"/>
                    <a:ea typeface="Cambria Math" panose="02040503050406030204" pitchFamily="18" charset="0"/>
                  </a:rPr>
                  <a:t>rad2deg</a:t>
                </a:r>
                <a:r>
                  <a:rPr lang="en-US">
                    <a:solidFill>
                      <a:schemeClr val="bg1"/>
                    </a:solidFill>
                    <a:latin typeface="Cambria Math" panose="02040503050406030204" pitchFamily="18" charset="0"/>
                    <a:ea typeface="Cambria Math" panose="02040503050406030204" pitchFamily="18" charset="0"/>
                  </a:rPr>
                  <a:t>(2.4981) → 143.1˚.</a:t>
                </a:r>
              </a:p>
              <a:p>
                <a:endParaRPr lang="en-US">
                  <a:solidFill>
                    <a:schemeClr val="bg1"/>
                  </a:solidFill>
                  <a:latin typeface="Cambria Math" panose="02040503050406030204" pitchFamily="18" charset="0"/>
                  <a:ea typeface="Cambria Math" panose="02040503050406030204" pitchFamily="18" charset="0"/>
                </a:endParaRPr>
              </a:p>
              <a:p>
                <a:endParaRPr lang="en-US">
                  <a:solidFill>
                    <a:schemeClr val="bg1"/>
                  </a:solidFill>
                  <a:latin typeface="Cambria Math" panose="02040503050406030204" pitchFamily="18" charset="0"/>
                  <a:ea typeface="Cambria Math" panose="02040503050406030204" pitchFamily="18" charset="0"/>
                </a:endParaRPr>
              </a:p>
              <a:p>
                <a:r>
                  <a:rPr lang="en-US" b="1">
                    <a:solidFill>
                      <a:schemeClr val="bg1"/>
                    </a:solidFill>
                    <a:latin typeface="Cambria Math" panose="02040503050406030204" pitchFamily="18" charset="0"/>
                    <a:ea typeface="Cambria Math" panose="02040503050406030204" pitchFamily="18" charset="0"/>
                    <a:cs typeface="Arial" panose="020B0604020202020204" pitchFamily="34" charset="0"/>
                  </a:rPr>
                  <a:t>Polar to Cartesian → pol2cart function</a:t>
                </a:r>
                <a:r>
                  <a:rPr lang="en-US">
                    <a:solidFill>
                      <a:schemeClr val="bg1"/>
                    </a:solidFill>
                    <a:latin typeface="Cambria Math" panose="02040503050406030204" pitchFamily="18" charset="0"/>
                    <a:ea typeface="Cambria Math" panose="02040503050406030204" pitchFamily="18" charset="0"/>
                    <a:cs typeface="Arial" panose="020B0604020202020204" pitchFamily="34" charset="0"/>
                  </a:rPr>
                  <a:t>.</a:t>
                </a:r>
                <a:r>
                  <a:rPr lang="en-US">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m:rPr>
                        <m:sty m:val="p"/>
                      </m:rPr>
                      <a:rPr lang="en-US" i="0">
                        <a:solidFill>
                          <a:schemeClr val="bg1"/>
                        </a:solidFill>
                        <a:latin typeface="Cambria Math" panose="02040503050406030204" pitchFamily="18" charset="0"/>
                        <a:ea typeface="Cambria Math" panose="02040503050406030204" pitchFamily="18" charset="0"/>
                        <a:cs typeface="Arial" panose="020B0604020202020204" pitchFamily="34" charset="0"/>
                      </a:rPr>
                      <m:t>a</m:t>
                    </m:r>
                    <m:r>
                      <a:rPr lang="en-US" i="0">
                        <a:solidFill>
                          <a:schemeClr val="bg1"/>
                        </a:solidFill>
                        <a:latin typeface="Cambria Math" panose="02040503050406030204" pitchFamily="18" charset="0"/>
                        <a:ea typeface="Cambria Math" panose="02040503050406030204" pitchFamily="18" charset="0"/>
                        <a:cs typeface="Arial" panose="020B0604020202020204" pitchFamily="34" charset="0"/>
                      </a:rPr>
                      <m:t>=</m:t>
                    </m:r>
                    <m:r>
                      <m:rPr>
                        <m:sty m:val="p"/>
                      </m:rPr>
                      <a:rPr lang="en-US" i="0">
                        <a:solidFill>
                          <a:schemeClr val="bg1"/>
                        </a:solidFill>
                        <a:latin typeface="Cambria Math" panose="02040503050406030204" pitchFamily="18" charset="0"/>
                        <a:ea typeface="Cambria Math" panose="02040503050406030204" pitchFamily="18" charset="0"/>
                        <a:cs typeface="Arial" panose="020B0604020202020204" pitchFamily="34" charset="0"/>
                      </a:rPr>
                      <m:t>r</m:t>
                    </m:r>
                    <m:func>
                      <m:funcPr>
                        <m:ctrl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ctrlPr>
                      </m:funcPr>
                      <m:fName>
                        <m:func>
                          <m:funcPr>
                            <m:ctrl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ctrlPr>
                          </m:funcPr>
                          <m:fName>
                            <m:r>
                              <m:rPr>
                                <m:sty m:val="p"/>
                              </m:rPr>
                              <a:rPr lang="en-US" i="0">
                                <a:solidFill>
                                  <a:schemeClr val="bg1"/>
                                </a:solidFill>
                                <a:latin typeface="Cambria Math" panose="02040503050406030204" pitchFamily="18" charset="0"/>
                                <a:ea typeface="Cambria Math" panose="02040503050406030204" pitchFamily="18" charset="0"/>
                                <a:cs typeface="Arial" panose="020B0604020202020204" pitchFamily="34" charset="0"/>
                              </a:rPr>
                              <m:t>cos</m:t>
                            </m:r>
                          </m:fName>
                          <m:e>
                            <m:d>
                              <m:dPr>
                                <m:ctrl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ctrlPr>
                              </m:dPr>
                              <m:e>
                                <m:r>
                                  <m:rPr>
                                    <m:sty m:val="p"/>
                                  </m:rPr>
                                  <a:rPr lang="en-US" i="0">
                                    <a:solidFill>
                                      <a:schemeClr val="bg1"/>
                                    </a:solidFill>
                                    <a:latin typeface="Cambria Math" panose="02040503050406030204" pitchFamily="18" charset="0"/>
                                    <a:ea typeface="Cambria Math" panose="02040503050406030204" pitchFamily="18" charset="0"/>
                                    <a:cs typeface="Arial" panose="020B0604020202020204" pitchFamily="34" charset="0"/>
                                  </a:rPr>
                                  <m:t>θ</m:t>
                                </m:r>
                              </m:e>
                            </m:d>
                          </m:e>
                        </m:func>
                      </m:fName>
                      <m:e>
                        <m:r>
                          <a:rPr lang="en-US" i="0">
                            <a:solidFill>
                              <a:schemeClr val="bg1"/>
                            </a:solidFill>
                            <a:latin typeface="Cambria Math" panose="02040503050406030204" pitchFamily="18" charset="0"/>
                            <a:ea typeface="Cambria Math" panose="02040503050406030204" pitchFamily="18" charset="0"/>
                            <a:cs typeface="Arial" panose="020B0604020202020204" pitchFamily="34" charset="0"/>
                          </a:rPr>
                          <m:t>,   </m:t>
                        </m:r>
                        <m:r>
                          <m:rPr>
                            <m:sty m:val="p"/>
                          </m:rPr>
                          <a:rPr lang="en-US" i="0">
                            <a:solidFill>
                              <a:schemeClr val="bg1"/>
                            </a:solidFill>
                            <a:latin typeface="Cambria Math" panose="02040503050406030204" pitchFamily="18" charset="0"/>
                            <a:ea typeface="Cambria Math" panose="02040503050406030204" pitchFamily="18" charset="0"/>
                            <a:cs typeface="Arial" panose="020B0604020202020204" pitchFamily="34" charset="0"/>
                          </a:rPr>
                          <m:t>b</m:t>
                        </m:r>
                        <m:r>
                          <a:rPr lang="en-US" i="0">
                            <a:solidFill>
                              <a:schemeClr val="bg1"/>
                            </a:solidFill>
                            <a:latin typeface="Cambria Math" panose="02040503050406030204" pitchFamily="18" charset="0"/>
                            <a:ea typeface="Cambria Math" panose="02040503050406030204" pitchFamily="18" charset="0"/>
                            <a:cs typeface="Arial" panose="020B0604020202020204" pitchFamily="34" charset="0"/>
                          </a:rPr>
                          <m:t>=</m:t>
                        </m:r>
                        <m:r>
                          <m:rPr>
                            <m:sty m:val="p"/>
                          </m:rPr>
                          <a:rPr lang="en-US" i="0">
                            <a:solidFill>
                              <a:schemeClr val="bg1"/>
                            </a:solidFill>
                            <a:latin typeface="Cambria Math" panose="02040503050406030204" pitchFamily="18" charset="0"/>
                            <a:ea typeface="Cambria Math" panose="02040503050406030204" pitchFamily="18" charset="0"/>
                            <a:cs typeface="Arial" panose="020B0604020202020204" pitchFamily="34" charset="0"/>
                          </a:rPr>
                          <m:t>jr</m:t>
                        </m:r>
                        <m:func>
                          <m:funcPr>
                            <m:ctrl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ctrlPr>
                          </m:funcPr>
                          <m:fName>
                            <m:r>
                              <m:rPr>
                                <m:sty m:val="p"/>
                              </m:rPr>
                              <a:rPr lang="en-US" i="0">
                                <a:solidFill>
                                  <a:schemeClr val="bg1"/>
                                </a:solidFill>
                                <a:latin typeface="Cambria Math" panose="02040503050406030204" pitchFamily="18" charset="0"/>
                                <a:ea typeface="Cambria Math" panose="02040503050406030204" pitchFamily="18" charset="0"/>
                                <a:cs typeface="Arial" panose="020B0604020202020204" pitchFamily="34" charset="0"/>
                              </a:rPr>
                              <m:t>sin</m:t>
                            </m:r>
                          </m:fName>
                          <m:e>
                            <m:d>
                              <m:dPr>
                                <m:ctrl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ctrlPr>
                              </m:dPr>
                              <m:e>
                                <m:r>
                                  <m:rPr>
                                    <m:sty m:val="p"/>
                                  </m:rPr>
                                  <a:rPr lang="en-US" i="0">
                                    <a:solidFill>
                                      <a:schemeClr val="bg1"/>
                                    </a:solidFill>
                                    <a:latin typeface="Cambria Math" panose="02040503050406030204" pitchFamily="18" charset="0"/>
                                    <a:ea typeface="Cambria Math" panose="02040503050406030204" pitchFamily="18" charset="0"/>
                                    <a:cs typeface="Arial" panose="020B0604020202020204" pitchFamily="34" charset="0"/>
                                  </a:rPr>
                                  <m:t>θ</m:t>
                                </m:r>
                              </m:e>
                            </m:d>
                          </m:e>
                        </m:func>
                      </m:e>
                    </m:func>
                  </m:oMath>
                </a14:m>
                <a:r>
                  <a:rPr lang="en-US">
                    <a:solidFill>
                      <a:schemeClr val="bg1"/>
                    </a:solidFill>
                    <a:latin typeface="Cambria Math" panose="02040503050406030204" pitchFamily="18" charset="0"/>
                    <a:ea typeface="Cambria Math" panose="02040503050406030204" pitchFamily="18" charset="0"/>
                  </a:rPr>
                  <a:t>.</a:t>
                </a:r>
              </a:p>
              <a:p>
                <a:endParaRPr lang="en-US">
                  <a:solidFill>
                    <a:schemeClr val="bg1"/>
                  </a:solidFill>
                  <a:latin typeface="Cambria Math" panose="02040503050406030204" pitchFamily="18" charset="0"/>
                  <a:ea typeface="Cambria Math" panose="02040503050406030204" pitchFamily="18" charset="0"/>
                </a:endParaRPr>
              </a:p>
              <a:p>
                <a:r>
                  <a:rPr lang="en-US">
                    <a:solidFill>
                      <a:schemeClr val="bg1"/>
                    </a:solidFill>
                    <a:latin typeface="Cambria Math" panose="02040503050406030204" pitchFamily="18" charset="0"/>
                    <a:ea typeface="Cambria Math" panose="02040503050406030204" pitchFamily="18" charset="0"/>
                  </a:rPr>
                  <a:t>Ex. Convert (5, 143.1˚) polar to Cartesian (rectangular): </a:t>
                </a:r>
                <a:r>
                  <a:rPr lang="en-US" b="1">
                    <a:solidFill>
                      <a:schemeClr val="bg1"/>
                    </a:solidFill>
                    <a:latin typeface="Cambria Math" panose="02040503050406030204" pitchFamily="18" charset="0"/>
                    <a:ea typeface="Cambria Math" panose="02040503050406030204" pitchFamily="18" charset="0"/>
                  </a:rPr>
                  <a:t>deg2rad</a:t>
                </a:r>
                <a:r>
                  <a:rPr lang="en-US">
                    <a:solidFill>
                      <a:schemeClr val="bg1"/>
                    </a:solidFill>
                    <a:latin typeface="Cambria Math" panose="02040503050406030204" pitchFamily="18" charset="0"/>
                    <a:ea typeface="Cambria Math" panose="02040503050406030204" pitchFamily="18" charset="0"/>
                  </a:rPr>
                  <a:t>(143˚) → 2.498 radians </a:t>
                </a:r>
              </a:p>
              <a:p>
                <a:endParaRPr lang="en-US">
                  <a:solidFill>
                    <a:schemeClr val="bg1"/>
                  </a:solidFill>
                  <a:latin typeface="Cambria Math" panose="02040503050406030204" pitchFamily="18" charset="0"/>
                  <a:ea typeface="Cambria Math" panose="02040503050406030204" pitchFamily="18" charset="0"/>
                </a:endParaRPr>
              </a:p>
              <a:p>
                <a:r>
                  <a:rPr lang="en-US">
                    <a:solidFill>
                      <a:schemeClr val="bg1"/>
                    </a:solidFill>
                    <a:latin typeface="Cambria Math" panose="02040503050406030204" pitchFamily="18" charset="0"/>
                    <a:ea typeface="Cambria Math" panose="02040503050406030204" pitchFamily="18" charset="0"/>
                  </a:rPr>
                  <a:t>[a, b] = </a:t>
                </a:r>
                <a:r>
                  <a:rPr lang="en-US" b="1">
                    <a:solidFill>
                      <a:schemeClr val="bg1"/>
                    </a:solidFill>
                    <a:latin typeface="Cambria Math" panose="02040503050406030204" pitchFamily="18" charset="0"/>
                    <a:ea typeface="Cambria Math" panose="02040503050406030204" pitchFamily="18" charset="0"/>
                  </a:rPr>
                  <a:t>pol2cart</a:t>
                </a:r>
                <a:r>
                  <a:rPr lang="en-US">
                    <a:solidFill>
                      <a:schemeClr val="bg1"/>
                    </a:solidFill>
                    <a:latin typeface="Cambria Math" panose="02040503050406030204" pitchFamily="18" charset="0"/>
                    <a:ea typeface="Cambria Math" panose="02040503050406030204" pitchFamily="18" charset="0"/>
                  </a:rPr>
                  <a:t>(2.498, 5) → [-4, 3]. </a:t>
                </a:r>
              </a:p>
            </p:txBody>
          </p:sp>
        </mc:Choice>
        <mc:Fallback xmlns="">
          <p:sp>
            <p:nvSpPr>
              <p:cNvPr id="21" name="TextBox 20"/>
              <p:cNvSpPr txBox="1">
                <a:spLocks noRot="1" noChangeAspect="1" noMove="1" noResize="1" noEditPoints="1" noAdjustHandles="1" noChangeArrowheads="1" noChangeShapeType="1" noTextEdit="1"/>
              </p:cNvSpPr>
              <p:nvPr/>
            </p:nvSpPr>
            <p:spPr>
              <a:xfrm>
                <a:off x="806759" y="1135655"/>
                <a:ext cx="10408318" cy="4038863"/>
              </a:xfrm>
              <a:prstGeom prst="rect">
                <a:avLst/>
              </a:prstGeom>
              <a:blipFill rotWithShape="0">
                <a:blip r:embed="rId2"/>
                <a:stretch>
                  <a:fillRect l="-233" b="-595"/>
                </a:stretch>
              </a:blipFill>
            </p:spPr>
            <p:txBody>
              <a:bodyPr/>
              <a:lstStyle/>
              <a:p>
                <a:r>
                  <a:rPr lang="en-US">
                    <a:noFill/>
                  </a:rPr>
                  <a:t> </a:t>
                </a:r>
              </a:p>
            </p:txBody>
          </p:sp>
        </mc:Fallback>
      </mc:AlternateContent>
    </p:spTree>
    <p:extLst>
      <p:ext uri="{BB962C8B-B14F-4D97-AF65-F5344CB8AC3E}">
        <p14:creationId xmlns:p14="http://schemas.microsoft.com/office/powerpoint/2010/main" val="2710326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
                                            <p:txEl>
                                              <p:pRg st="9" end="9"/>
                                            </p:txEl>
                                          </p:spTgt>
                                        </p:tgtEl>
                                        <p:attrNameLst>
                                          <p:attrName>style.visibility</p:attrName>
                                        </p:attrNameLst>
                                      </p:cBhvr>
                                      <p:to>
                                        <p:strVal val="visible"/>
                                      </p:to>
                                    </p:set>
                                    <p:anim calcmode="lin" valueType="num">
                                      <p:cBhvr additive="base">
                                        <p:cTn id="7" dur="500" fill="hold"/>
                                        <p:tgtEl>
                                          <p:spTgt spid="21">
                                            <p:txEl>
                                              <p:pRg st="9" end="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
                                            <p:txEl>
                                              <p:pRg st="9" end="9"/>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1">
                                            <p:txEl>
                                              <p:pRg st="11" end="11"/>
                                            </p:txEl>
                                          </p:spTgt>
                                        </p:tgtEl>
                                        <p:attrNameLst>
                                          <p:attrName>style.visibility</p:attrName>
                                        </p:attrNameLst>
                                      </p:cBhvr>
                                      <p:to>
                                        <p:strVal val="visible"/>
                                      </p:to>
                                    </p:set>
                                    <p:anim calcmode="lin" valueType="num">
                                      <p:cBhvr additive="base">
                                        <p:cTn id="11" dur="500" fill="hold"/>
                                        <p:tgtEl>
                                          <p:spTgt spid="21">
                                            <p:txEl>
                                              <p:pRg st="11" end="1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1">
                                            <p:txEl>
                                              <p:pRg st="11" end="1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1">
                                            <p:txEl>
                                              <p:pRg st="13" end="13"/>
                                            </p:txEl>
                                          </p:spTgt>
                                        </p:tgtEl>
                                        <p:attrNameLst>
                                          <p:attrName>style.visibility</p:attrName>
                                        </p:attrNameLst>
                                      </p:cBhvr>
                                      <p:to>
                                        <p:strVal val="visible"/>
                                      </p:to>
                                    </p:set>
                                    <p:anim calcmode="lin" valueType="num">
                                      <p:cBhvr additive="base">
                                        <p:cTn id="15" dur="500" fill="hold"/>
                                        <p:tgtEl>
                                          <p:spTgt spid="21">
                                            <p:txEl>
                                              <p:pRg st="13" end="1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1">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2812474" y="6702"/>
            <a:ext cx="6122457" cy="533711"/>
          </a:xfrm>
          <a:prstGeom prst="rect">
            <a:avLst/>
          </a:prstGeom>
        </p:spPr>
        <p:txBody>
          <a:bodyPr vert="horz" wrap="square" lIns="0" tIns="0" rIns="0" bIns="0" rtlCol="0" anchor="t">
            <a:noAutofit/>
          </a:bodyPr>
          <a:lstStyle>
            <a:lvl1pPr algn="l" defTabSz="914363" rtl="0" eaLnBrk="1" latinLnBrk="0" hangingPunct="1">
              <a:lnSpc>
                <a:spcPct val="90000"/>
              </a:lnSpc>
              <a:spcBef>
                <a:spcPct val="0"/>
              </a:spcBef>
              <a:buNone/>
              <a:defRPr lang="en-US" sz="4800" b="0" kern="1200" cap="none" spc="-150"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a:lstStyle>
          <a:p>
            <a:pPr fontAlgn="base">
              <a:spcAft>
                <a:spcPct val="0"/>
              </a:spcAft>
            </a:pPr>
            <a:r>
              <a:rPr lang="en-US" sz="4000">
                <a:latin typeface="Cambria" panose="02040503050406030204"/>
              </a:rPr>
              <a:t>AC Steady-State and Phasors</a:t>
            </a:r>
          </a:p>
        </p:txBody>
      </p:sp>
      <p:sp>
        <p:nvSpPr>
          <p:cNvPr id="9" name="Text Placeholder 2">
            <a:extLst>
              <a:ext uri="{FF2B5EF4-FFF2-40B4-BE49-F238E27FC236}">
                <a16:creationId xmlns:a16="http://schemas.microsoft.com/office/drawing/2014/main" id="{A4EA7DFB-6967-46C7-8FC5-44513B9519BE}"/>
              </a:ext>
            </a:extLst>
          </p:cNvPr>
          <p:cNvSpPr>
            <a:spLocks noGrp="1"/>
          </p:cNvSpPr>
          <p:nvPr>
            <p:ph type="body" sz="quarter" idx="12"/>
          </p:nvPr>
        </p:nvSpPr>
        <p:spPr>
          <a:xfrm>
            <a:off x="1524000" y="5256284"/>
            <a:ext cx="9144000" cy="228600"/>
          </a:xfrm>
        </p:spPr>
        <p:txBody>
          <a:bodyPr/>
          <a:lstStyle/>
          <a:p>
            <a:endParaRPr lang="en-US"/>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0D46A82-0053-443B-8D4D-C4F526D69E6A}"/>
                  </a:ext>
                </a:extLst>
              </p:cNvPr>
              <p:cNvSpPr txBox="1"/>
              <p:nvPr/>
            </p:nvSpPr>
            <p:spPr>
              <a:xfrm>
                <a:off x="335560" y="689917"/>
                <a:ext cx="11299970" cy="604780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5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5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5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5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5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5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5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5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5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57175" marR="0" lvl="0" indent="-257175"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For AC steady-state at a given frequency, the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amplitude and phase angle difference between </a:t>
                </a:r>
                <a14:m>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acc>
                          <m:accPr>
                            <m:chr m:val="̃"/>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acc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V</m:t>
                            </m:r>
                          </m:e>
                        </m:acc>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s</m:t>
                        </m:r>
                      </m:sub>
                    </m:sSub>
                  </m:oMath>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lvl="0" fontAlgn="base">
                  <a:spcBef>
                    <a:spcPct val="0"/>
                  </a:spcBef>
                  <a:spcAft>
                    <a:spcPct val="0"/>
                  </a:spcAf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and </a:t>
                </a: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i="0">
                                <a:solidFill>
                                  <a:srgbClr val="000000"/>
                                </a:solidFill>
                                <a:latin typeface="Cambria Math" panose="02040503050406030204" pitchFamily="18" charset="0"/>
                                <a:ea typeface="Cambria Math" panose="02040503050406030204" pitchFamily="18" charset="0"/>
                              </a:rPr>
                              <m:t>V</m:t>
                            </m:r>
                          </m:e>
                        </m:acc>
                      </m:e>
                      <m:sub>
                        <m:r>
                          <m:rPr>
                            <m:sty m:val="p"/>
                          </m:rPr>
                          <a:rPr lang="en-US" b="0" i="0" smtClean="0">
                            <a:solidFill>
                              <a:srgbClr val="000000"/>
                            </a:solidFill>
                            <a:latin typeface="Cambria Math" panose="02040503050406030204" pitchFamily="18" charset="0"/>
                            <a:ea typeface="Cambria Math" panose="02040503050406030204" pitchFamily="18" charset="0"/>
                          </a:rPr>
                          <m:t>c</m:t>
                        </m:r>
                      </m:sub>
                    </m:sSub>
                    <m:r>
                      <a:rPr lang="en-US" i="0">
                        <a:solidFill>
                          <a:srgbClr val="000000"/>
                        </a:solidFill>
                        <a:latin typeface="Cambria Math" panose="02040503050406030204" pitchFamily="18" charset="0"/>
                        <a:ea typeface="Cambria Math" panose="02040503050406030204" pitchFamily="18" charset="0"/>
                      </a:rPr>
                      <m:t> </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is a constant in the above circuit.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57175" marR="0" lvl="0" indent="-257175"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 complex number, referred to as a phasor,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is used to denote this constant peak amplitude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(magnitude) and phase angle difference between </a:t>
                </a:r>
              </a:p>
              <a:p>
                <a:pPr lvl="0" fontAlgn="base">
                  <a:spcBef>
                    <a:spcPct val="0"/>
                  </a:spcBef>
                  <a:spcAft>
                    <a:spcPct val="0"/>
                  </a:spcAft>
                  <a:defRPr/>
                </a:pP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a:solidFill>
                                  <a:srgbClr val="000000"/>
                                </a:solidFill>
                                <a:latin typeface="Cambria Math" panose="02040503050406030204" pitchFamily="18" charset="0"/>
                                <a:ea typeface="Cambria Math" panose="02040503050406030204" pitchFamily="18" charset="0"/>
                              </a:rPr>
                              <m:t>V</m:t>
                            </m:r>
                          </m:e>
                        </m:acc>
                      </m:e>
                      <m:sub>
                        <m:r>
                          <m:rPr>
                            <m:sty m:val="p"/>
                          </m:rPr>
                          <a:rPr lang="en-US">
                            <a:solidFill>
                              <a:srgbClr val="000000"/>
                            </a:solidFill>
                            <a:latin typeface="Cambria Math" panose="02040503050406030204" pitchFamily="18" charset="0"/>
                            <a:ea typeface="Cambria Math" panose="02040503050406030204" pitchFamily="18" charset="0"/>
                          </a:rPr>
                          <m:t>s</m:t>
                        </m:r>
                      </m:sub>
                    </m:sSub>
                    <m:r>
                      <a:rPr lang="en-US" i="1">
                        <a:solidFill>
                          <a:srgbClr val="000000"/>
                        </a:solidFill>
                        <a:latin typeface="Cambria Math" panose="02040503050406030204" pitchFamily="18" charset="0"/>
                        <a:ea typeface="Cambria Math" panose="02040503050406030204" pitchFamily="18" charset="0"/>
                      </a:rPr>
                      <m:t> </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and </a:t>
                </a: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a:solidFill>
                                  <a:srgbClr val="000000"/>
                                </a:solidFill>
                                <a:latin typeface="Cambria Math" panose="02040503050406030204" pitchFamily="18" charset="0"/>
                                <a:ea typeface="Cambria Math" panose="02040503050406030204" pitchFamily="18" charset="0"/>
                              </a:rPr>
                              <m:t>V</m:t>
                            </m:r>
                          </m:e>
                        </m:acc>
                      </m:e>
                      <m:sub>
                        <m:r>
                          <m:rPr>
                            <m:sty m:val="p"/>
                          </m:rPr>
                          <a:rPr lang="en-US">
                            <a:solidFill>
                              <a:srgbClr val="000000"/>
                            </a:solidFill>
                            <a:latin typeface="Cambria Math" panose="02040503050406030204" pitchFamily="18" charset="0"/>
                            <a:ea typeface="Cambria Math" panose="02040503050406030204" pitchFamily="18" charset="0"/>
                          </a:rPr>
                          <m:t>c</m:t>
                        </m:r>
                      </m:sub>
                    </m:sSub>
                    <m:r>
                      <a:rPr lang="en-US" i="1">
                        <a:solidFill>
                          <a:srgbClr val="000000"/>
                        </a:solidFill>
                        <a:latin typeface="Cambria Math" panose="02040503050406030204" pitchFamily="18" charset="0"/>
                        <a:ea typeface="Cambria Math" panose="02040503050406030204" pitchFamily="18" charset="0"/>
                      </a:rPr>
                      <m:t> </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the given frequency.</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57175" marR="0" lvl="0" indent="-257175"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Phasors are not a function of time, since for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steady-state the constant peak amplitude (magnitude) </a:t>
                </a:r>
              </a:p>
              <a:p>
                <a:pPr lvl="0" fontAlgn="base">
                  <a:spcBef>
                    <a:spcPct val="0"/>
                  </a:spcBef>
                  <a:spcAft>
                    <a:spcPct val="0"/>
                  </a:spcAf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and phase angle difference between </a:t>
                </a: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a:solidFill>
                                  <a:srgbClr val="000000"/>
                                </a:solidFill>
                                <a:latin typeface="Cambria Math" panose="02040503050406030204" pitchFamily="18" charset="0"/>
                                <a:ea typeface="Cambria Math" panose="02040503050406030204" pitchFamily="18" charset="0"/>
                              </a:rPr>
                              <m:t>V</m:t>
                            </m:r>
                          </m:e>
                        </m:acc>
                      </m:e>
                      <m:sub>
                        <m:r>
                          <m:rPr>
                            <m:sty m:val="p"/>
                          </m:rPr>
                          <a:rPr lang="en-US">
                            <a:solidFill>
                              <a:srgbClr val="000000"/>
                            </a:solidFill>
                            <a:latin typeface="Cambria Math" panose="02040503050406030204" pitchFamily="18" charset="0"/>
                            <a:ea typeface="Cambria Math" panose="02040503050406030204" pitchFamily="18" charset="0"/>
                          </a:rPr>
                          <m:t>s</m:t>
                        </m:r>
                      </m:sub>
                    </m:sSub>
                    <m:r>
                      <a:rPr lang="en-US" i="1">
                        <a:solidFill>
                          <a:srgbClr val="000000"/>
                        </a:solidFill>
                        <a:latin typeface="Cambria Math" panose="02040503050406030204" pitchFamily="18" charset="0"/>
                        <a:ea typeface="Cambria Math" panose="02040503050406030204" pitchFamily="18" charset="0"/>
                      </a:rPr>
                      <m:t> </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and </a:t>
                </a: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a:solidFill>
                                  <a:srgbClr val="000000"/>
                                </a:solidFill>
                                <a:latin typeface="Cambria Math" panose="02040503050406030204" pitchFamily="18" charset="0"/>
                                <a:ea typeface="Cambria Math" panose="02040503050406030204" pitchFamily="18" charset="0"/>
                              </a:rPr>
                              <m:t>V</m:t>
                            </m:r>
                          </m:e>
                        </m:acc>
                      </m:e>
                      <m:sub>
                        <m:r>
                          <m:rPr>
                            <m:sty m:val="p"/>
                          </m:rPr>
                          <a:rPr lang="en-US">
                            <a:solidFill>
                              <a:srgbClr val="000000"/>
                            </a:solidFill>
                            <a:latin typeface="Cambria Math" panose="02040503050406030204" pitchFamily="18" charset="0"/>
                            <a:ea typeface="Cambria Math" panose="02040503050406030204" pitchFamily="18" charset="0"/>
                          </a:rPr>
                          <m:t>c</m:t>
                        </m:r>
                      </m:sub>
                    </m:sSub>
                    <m:r>
                      <a:rPr lang="en-US" i="1">
                        <a:solidFill>
                          <a:srgbClr val="000000"/>
                        </a:solidFill>
                        <a:latin typeface="Cambria Math" panose="02040503050406030204" pitchFamily="18" charset="0"/>
                        <a:ea typeface="Cambria Math" panose="02040503050406030204" pitchFamily="18" charset="0"/>
                      </a:rPr>
                      <m:t> </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is not a function of time.</a:t>
                </a:r>
              </a:p>
              <a:p>
                <a:pPr marL="257175" marR="0" lvl="0" indent="-257175"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57175" marR="0" lvl="0" indent="-257175"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Need Euler’s formula to arrive at a mathematical expression for phasors.</a:t>
                </a:r>
              </a:p>
            </p:txBody>
          </p:sp>
        </mc:Choice>
        <mc:Fallback xmlns="">
          <p:sp>
            <p:nvSpPr>
              <p:cNvPr id="10" name="TextBox 9">
                <a:extLst>
                  <a:ext uri="{FF2B5EF4-FFF2-40B4-BE49-F238E27FC236}">
                    <a16:creationId xmlns:a16="http://schemas.microsoft.com/office/drawing/2014/main" id="{60D46A82-0053-443B-8D4D-C4F526D69E6A}"/>
                  </a:ext>
                </a:extLst>
              </p:cNvPr>
              <p:cNvSpPr txBox="1">
                <a:spLocks noRot="1" noChangeAspect="1" noMove="1" noResize="1" noEditPoints="1" noAdjustHandles="1" noChangeArrowheads="1" noChangeShapeType="1" noTextEdit="1"/>
              </p:cNvSpPr>
              <p:nvPr/>
            </p:nvSpPr>
            <p:spPr>
              <a:xfrm>
                <a:off x="335560" y="689917"/>
                <a:ext cx="11299970" cy="6047809"/>
              </a:xfrm>
              <a:prstGeom prst="rect">
                <a:avLst/>
              </a:prstGeom>
              <a:blipFill>
                <a:blip r:embed="rId2"/>
                <a:stretch>
                  <a:fillRect l="-215" b="-500"/>
                </a:stretch>
              </a:blipFill>
            </p:spPr>
            <p:txBody>
              <a:bodyPr/>
              <a:lstStyle/>
              <a:p>
                <a:r>
                  <a:rPr lang="en-US">
                    <a:noFill/>
                  </a:rPr>
                  <a:t> </a:t>
                </a:r>
              </a:p>
            </p:txBody>
          </p:sp>
        </mc:Fallback>
      </mc:AlternateContent>
      <p:pic>
        <p:nvPicPr>
          <p:cNvPr id="12" name="Picture 11">
            <a:extLst>
              <a:ext uri="{FF2B5EF4-FFF2-40B4-BE49-F238E27FC236}">
                <a16:creationId xmlns:a16="http://schemas.microsoft.com/office/drawing/2014/main" id="{711840CB-5B7E-4F91-ACE7-6DA746290B3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46602" y="831994"/>
            <a:ext cx="3290182" cy="2744677"/>
          </a:xfrm>
          <a:prstGeom prst="rect">
            <a:avLst/>
          </a:prstGeom>
        </p:spPr>
      </p:pic>
      <p:sp>
        <p:nvSpPr>
          <p:cNvPr id="13" name="Right Arrow 7">
            <a:extLst>
              <a:ext uri="{FF2B5EF4-FFF2-40B4-BE49-F238E27FC236}">
                <a16:creationId xmlns:a16="http://schemas.microsoft.com/office/drawing/2014/main" id="{A1A1811A-0899-415E-BD6D-730CAC955FEB}"/>
              </a:ext>
            </a:extLst>
          </p:cNvPr>
          <p:cNvSpPr/>
          <p:nvPr/>
        </p:nvSpPr>
        <p:spPr bwMode="auto">
          <a:xfrm>
            <a:off x="5829300" y="1565828"/>
            <a:ext cx="823611" cy="654198"/>
          </a:xfrm>
          <a:prstGeom prst="rightArrow">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rot="0" spcFirstLastPara="0" vertOverflow="overflow" horzOverflow="overflow" vert="horz" wrap="square" lIns="68577" tIns="34289" rIns="68577" bIns="34289" numCol="1" spcCol="0" rtlCol="0" fromWordArt="0" anchor="ctr" anchorCtr="0" forceAA="0" compatLnSpc="1">
            <a:prstTxWarp prst="textNoShape">
              <a:avLst/>
            </a:prstTxWarp>
            <a:noAutofit/>
          </a:bodyPr>
          <a:lstStyle/>
          <a:p>
            <a:pPr marL="0" marR="0" lvl="0" indent="0" algn="ctr" defTabSz="685574" rtl="0" eaLnBrk="1" fontAlgn="base" latinLnBrk="0" hangingPunct="1">
              <a:lnSpc>
                <a:spcPct val="100000"/>
              </a:lnSpc>
              <a:spcBef>
                <a:spcPct val="0"/>
              </a:spcBef>
              <a:spcAft>
                <a:spcPct val="0"/>
              </a:spcAft>
              <a:buClrTx/>
              <a:buSzTx/>
              <a:buFontTx/>
              <a:buNone/>
              <a:tabLst/>
              <a:defRPr/>
            </a:pPr>
            <a:endParaRPr kumimoji="0" lang="en-US" sz="1725"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pic>
        <p:nvPicPr>
          <p:cNvPr id="8" name="Picture 7" descr="Diagram&#10;&#10;Description automatically generated">
            <a:extLst>
              <a:ext uri="{FF2B5EF4-FFF2-40B4-BE49-F238E27FC236}">
                <a16:creationId xmlns:a16="http://schemas.microsoft.com/office/drawing/2014/main" id="{DDEA59AC-6FF3-5FF1-2EEE-277A3E4C876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1761" y="751073"/>
            <a:ext cx="4960340" cy="2043416"/>
          </a:xfrm>
          <a:prstGeom prst="rect">
            <a:avLst/>
          </a:prstGeom>
        </p:spPr>
      </p:pic>
      <p:pic>
        <p:nvPicPr>
          <p:cNvPr id="3" name="Picture 2" descr="A diagram of a mathematical equation&#10;&#10;Description automatically generated with medium confidence">
            <a:extLst>
              <a:ext uri="{FF2B5EF4-FFF2-40B4-BE49-F238E27FC236}">
                <a16:creationId xmlns:a16="http://schemas.microsoft.com/office/drawing/2014/main" id="{A3CCA2D7-16C7-7DB3-F97D-3D7E8C6E70B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95377" y="3927904"/>
            <a:ext cx="2806958" cy="1903633"/>
          </a:xfrm>
          <a:prstGeom prst="rect">
            <a:avLst/>
          </a:prstGeom>
        </p:spPr>
      </p:pic>
    </p:spTree>
    <p:extLst>
      <p:ext uri="{BB962C8B-B14F-4D97-AF65-F5344CB8AC3E}">
        <p14:creationId xmlns:p14="http://schemas.microsoft.com/office/powerpoint/2010/main" val="2087849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p:txBody>
          <a:bodyPr/>
          <a:lstStyle/>
          <a:p>
            <a:endParaRPr lang="en-US"/>
          </a:p>
        </p:txBody>
      </p:sp>
      <p:sp>
        <p:nvSpPr>
          <p:cNvPr id="6" name="Title 1"/>
          <p:cNvSpPr txBox="1">
            <a:spLocks/>
          </p:cNvSpPr>
          <p:nvPr/>
        </p:nvSpPr>
        <p:spPr>
          <a:xfrm>
            <a:off x="3206045" y="22433"/>
            <a:ext cx="5047775" cy="400050"/>
          </a:xfrm>
          <a:prstGeom prst="rect">
            <a:avLst/>
          </a:prstGeom>
        </p:spPr>
        <p:txBody>
          <a:bodyPr vert="horz" wrap="square" lIns="0" tIns="0" rIns="0" bIns="0" rtlCol="0" anchor="t">
            <a:noAutofit/>
          </a:bodyPr>
          <a:lstStyle>
            <a:lvl1pPr algn="l" defTabSz="914363" rtl="0" eaLnBrk="1" latinLnBrk="0" hangingPunct="1">
              <a:lnSpc>
                <a:spcPct val="90000"/>
              </a:lnSpc>
              <a:spcBef>
                <a:spcPct val="0"/>
              </a:spcBef>
              <a:buNone/>
              <a:defRPr lang="en-US" sz="4800" b="0" kern="1200" cap="none" spc="-150"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a:lstStyle>
          <a:p>
            <a:pPr marL="0" marR="0" lvl="0" indent="0" algn="l" defTabSz="914363" rtl="0" eaLnBrk="1" fontAlgn="base" latinLnBrk="0" hangingPunct="1">
              <a:lnSpc>
                <a:spcPct val="90000"/>
              </a:lnSpc>
              <a:spcBef>
                <a:spcPct val="0"/>
              </a:spcBef>
              <a:spcAft>
                <a:spcPct val="0"/>
              </a:spcAft>
              <a:buClrTx/>
              <a:buSzTx/>
              <a:buFontTx/>
              <a:buNone/>
              <a:tabLst/>
              <a:defRPr/>
            </a:pPr>
            <a:r>
              <a:rPr kumimoji="0" lang="en-US" sz="4000" b="0" i="0" u="none" strike="noStrike" kern="1200" cap="none" spc="-150" normalizeH="0" baseline="0" noProof="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uLnTx/>
                <a:uFillTx/>
                <a:latin typeface="Cambria" panose="02040503050406030204"/>
                <a:ea typeface="+mn-ea"/>
                <a:cs typeface="Arial" charset="0"/>
              </a:rPr>
              <a:t>Series Expansion for e</a:t>
            </a:r>
            <a:r>
              <a:rPr kumimoji="0" lang="el-GR" sz="4000" b="0" i="0" u="none" strike="noStrike" kern="1200" cap="none" spc="-150" normalizeH="0" baseline="30000" noProof="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uLnTx/>
                <a:uFillTx/>
                <a:latin typeface="Cambria" panose="02040503050406030204"/>
                <a:ea typeface="+mn-ea"/>
                <a:cs typeface="Arial" charset="0"/>
              </a:rPr>
              <a:t>θ</a:t>
            </a:r>
            <a:endParaRPr kumimoji="0" lang="en-US" sz="4000" b="0" i="0" u="none" strike="noStrike" kern="1200" cap="none" spc="-150" normalizeH="0" baseline="0" noProof="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uLnTx/>
              <a:uFillTx/>
              <a:latin typeface="Cambria" panose="02040503050406030204"/>
              <a:ea typeface="+mn-ea"/>
              <a:cs typeface="Arial" charset="0"/>
            </a:endParaRPr>
          </a:p>
        </p:txBody>
      </p:sp>
      <mc:AlternateContent xmlns:mc="http://schemas.openxmlformats.org/markup-compatibility/2006" xmlns:a14="http://schemas.microsoft.com/office/drawing/2010/main">
        <mc:Choice Requires="a14">
          <p:sp>
            <p:nvSpPr>
              <p:cNvPr id="5" name="TextBox 4"/>
              <p:cNvSpPr txBox="1"/>
              <p:nvPr/>
            </p:nvSpPr>
            <p:spPr>
              <a:xfrm>
                <a:off x="496714" y="736751"/>
                <a:ext cx="11119554" cy="5635261"/>
              </a:xfrm>
              <a:prstGeom prst="rect">
                <a:avLst/>
              </a:prstGeom>
              <a:solidFill>
                <a:srgbClr val="FFFFFF"/>
              </a:solidFill>
              <a:ln w="55000" cap="flat" cmpd="thickThin" algn="ctr">
                <a:solidFill>
                  <a:srgbClr val="FFC000"/>
                </a:solidFill>
                <a:prstDash val="solid"/>
              </a:ln>
              <a:effectLst/>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Series</m:t>
                      </m:r>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Expansions</m:t>
                      </m:r>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sSup>
                        <m:sSup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e</m:t>
                          </m:r>
                        </m:e>
                        <m:sup>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θ</m:t>
                          </m:r>
                        </m:sup>
                      </m:sSup>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θ</m:t>
                      </m:r>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f>
                        <m:f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sSup>
                            <m:sSup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θ</m:t>
                              </m:r>
                            </m:e>
                            <m:sup>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sup>
                          </m:sSup>
                        </m:num>
                        <m:den>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den>
                      </m:f>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sSup>
                            <m:sSup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θ</m:t>
                              </m:r>
                            </m:e>
                            <m:sup>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3</m:t>
                              </m:r>
                            </m:sup>
                          </m:sSup>
                        </m:num>
                        <m:den>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3!</m:t>
                          </m:r>
                        </m:den>
                      </m:f>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sSup>
                            <m:sSup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θ</m:t>
                              </m:r>
                            </m:e>
                            <m:sup>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4</m:t>
                              </m:r>
                            </m:sup>
                          </m:sSup>
                        </m:num>
                        <m:den>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4!</m:t>
                          </m:r>
                        </m:den>
                      </m:f>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sSup>
                            <m:sSup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θ</m:t>
                              </m:r>
                            </m:e>
                            <m:sup>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5</m:t>
                              </m:r>
                            </m:sup>
                          </m:sSup>
                        </m:num>
                        <m:den>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5!</m:t>
                          </m:r>
                        </m:den>
                      </m:f>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sSup>
                            <m:sSup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θ</m:t>
                              </m:r>
                            </m:e>
                            <m:sup>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6</m:t>
                              </m:r>
                            </m:sup>
                          </m:sSup>
                        </m:num>
                        <m:den>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6!</m:t>
                          </m:r>
                        </m:den>
                      </m:f>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θ</m:t>
                      </m:r>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f>
                        <m:f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sSup>
                            <m:sSup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θ</m:t>
                              </m:r>
                            </m:e>
                            <m:sup>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sup>
                          </m:sSup>
                        </m:num>
                        <m:den>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den>
                      </m:f>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sSup>
                            <m:sSup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θ</m:t>
                              </m:r>
                            </m:e>
                            <m:sup>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3</m:t>
                              </m:r>
                            </m:sup>
                          </m:sSup>
                        </m:num>
                        <m:den>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6</m:t>
                          </m:r>
                        </m:den>
                      </m:f>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sSup>
                            <m:sSup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θ</m:t>
                              </m:r>
                            </m:e>
                            <m:sup>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4</m:t>
                              </m:r>
                            </m:sup>
                          </m:sSup>
                        </m:num>
                        <m:den>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24</m:t>
                          </m:r>
                        </m:den>
                      </m:f>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sSup>
                            <m:sSup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θ</m:t>
                              </m:r>
                            </m:e>
                            <m:sup>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5</m:t>
                              </m:r>
                            </m:sup>
                          </m:sSup>
                        </m:num>
                        <m:den>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120</m:t>
                          </m:r>
                        </m:den>
                      </m:f>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sSup>
                            <m:sSup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θ</m:t>
                              </m:r>
                            </m:e>
                            <m:sup>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6</m:t>
                              </m:r>
                            </m:sup>
                          </m:sSup>
                        </m:num>
                        <m:den>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720</m:t>
                          </m:r>
                        </m:den>
                      </m:f>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oMath>
                  </m:oMathPara>
                </a14:m>
                <a:endParaRPr kumimoji="0" lang="en-US" sz="1600" b="0" i="1" u="none" strike="noStrike" kern="1200" cap="none" spc="0" normalizeH="0" baseline="0" noProof="0">
                  <a:ln>
                    <a:noFill/>
                  </a:ln>
                  <a:solidFill>
                    <a:srgbClr val="000000"/>
                  </a:solidFill>
                  <a:effectLst/>
                  <a:uLnTx/>
                  <a:uFillTx/>
                  <a:latin typeface="Cambria" panose="02040503050406030204"/>
                  <a:ea typeface="+mn-ea"/>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1200" cap="none" spc="0" normalizeH="0" baseline="0" noProof="0">
                  <a:ln>
                    <a:noFill/>
                  </a:ln>
                  <a:solidFill>
                    <a:srgbClr val="000000"/>
                  </a:solidFill>
                  <a:effectLst/>
                  <a:uLnTx/>
                  <a:uFillTx/>
                  <a:latin typeface="Cambria" panose="02040503050406030204"/>
                  <a:ea typeface="+mn-ea"/>
                  <a:cs typeface="+mn-cs"/>
                </a:endParaRPr>
              </a:p>
              <a:p>
                <a:pPr marL="457200" marR="0" lvl="1"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sSup>
                        <m:sSup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e</m:t>
                          </m:r>
                        </m:e>
                        <m:sup>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θ</m:t>
                          </m:r>
                        </m:sup>
                      </m:sSup>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approches</m:t>
                      </m:r>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 </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as</m:t>
                      </m:r>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θ</m:t>
                      </m:r>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approaches</m:t>
                      </m:r>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600" b="0" i="1" u="none" strike="noStrike" kern="1200" cap="none" spc="0" normalizeH="0" baseline="0" noProof="0">
                  <a:ln>
                    <a:noFill/>
                  </a:ln>
                  <a:solidFill>
                    <a:srgbClr val="000000"/>
                  </a:solidFill>
                  <a:effectLst/>
                  <a:uLnTx/>
                  <a:uFillTx/>
                  <a:latin typeface="Cambria" panose="02040503050406030204"/>
                  <a:ea typeface="Cambria Math" panose="02040503050406030204" pitchFamily="18" charset="0"/>
                  <a:cs typeface="+mn-cs"/>
                </a:endParaRPr>
              </a:p>
              <a:p>
                <a:pPr marL="457200" marR="0" lvl="1"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1200" cap="none" spc="0" normalizeH="0" baseline="0" noProof="0">
                  <a:ln>
                    <a:noFill/>
                  </a:ln>
                  <a:solidFill>
                    <a:srgbClr val="000000"/>
                  </a:solidFill>
                  <a:effectLst/>
                  <a:uLnTx/>
                  <a:uFillTx/>
                  <a:latin typeface="Cambria" panose="02040503050406030204"/>
                  <a:ea typeface="+mn-ea"/>
                  <a:cs typeface="+mn-cs"/>
                </a:endParaRPr>
              </a:p>
              <a:p>
                <a:pPr marL="457200" marR="0" lvl="1"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Cambria" panose="02040503050406030204"/>
                    <a:ea typeface="+mn-ea"/>
                    <a:cs typeface="+mn-cs"/>
                  </a:rPr>
                  <a:t>Imaginary Operator j:</a:t>
                </a:r>
                <a:endParaRPr kumimoji="0" lang="en-US" sz="1600" b="0" i="1" u="none" strike="noStrike" kern="1200" cap="none" spc="0" normalizeH="0" baseline="0" noProof="0">
                  <a:ln>
                    <a:noFill/>
                  </a:ln>
                  <a:solidFill>
                    <a:srgbClr val="000000"/>
                  </a:solidFill>
                  <a:effectLst/>
                  <a:uLnTx/>
                  <a:uFillTx/>
                  <a:latin typeface="Cambria" panose="02040503050406030204"/>
                  <a:ea typeface="+mn-ea"/>
                  <a:cs typeface="+mn-cs"/>
                </a:endParaRPr>
              </a:p>
              <a:p>
                <a:pPr marL="914400" marR="0" lvl="2" indent="0" algn="l" defTabSz="914400" rtl="0" eaLnBrk="1" fontAlgn="base" latinLnBrk="0" hangingPunct="1">
                  <a:lnSpc>
                    <a:spcPct val="100000"/>
                  </a:lnSpc>
                  <a:spcBef>
                    <a:spcPct val="0"/>
                  </a:spcBef>
                  <a:spcAft>
                    <a:spcPct val="0"/>
                  </a:spcAft>
                  <a:buClrTx/>
                  <a:buSzTx/>
                  <a:buFontTx/>
                  <a:buNone/>
                  <a:tabLst/>
                  <a:defRPr/>
                </a:pPr>
                <a:r>
                  <a:rPr kumimoji="0" lang="en-US" sz="1600" b="0" i="1" u="none" strike="noStrike" kern="1200" cap="none" spc="0" normalizeH="0" baseline="0" noProof="0">
                    <a:ln>
                      <a:noFill/>
                    </a:ln>
                    <a:solidFill>
                      <a:srgbClr val="000000"/>
                    </a:solidFill>
                    <a:effectLst/>
                    <a:uLnTx/>
                    <a:uFillTx/>
                    <a:latin typeface="Cambria" panose="02040503050406030204"/>
                    <a:ea typeface="+mn-ea"/>
                    <a:cs typeface="+mn-cs"/>
                  </a:rPr>
                  <a:t> 		 </a:t>
                </a:r>
                <a14:m>
                  <m:oMath xmlns:m="http://schemas.openxmlformats.org/officeDocument/2006/math">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ad>
                      <m:radPr>
                        <m:degHide m:val="on"/>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radPr>
                      <m:deg/>
                      <m:e>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e>
                    </m:rad>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oMath>
                </a14:m>
                <a:endParaRPr kumimoji="0" lang="en-US" sz="1600" b="0" i="0" u="none" strike="noStrike" kern="1200" cap="none" spc="0" normalizeH="0" baseline="0" noProof="0">
                  <a:ln>
                    <a:noFill/>
                  </a:ln>
                  <a:solidFill>
                    <a:srgbClr val="000000"/>
                  </a:solidFill>
                  <a:effectLst/>
                  <a:uLnTx/>
                  <a:uFillTx/>
                  <a:latin typeface="Cambria" panose="02040503050406030204"/>
                  <a:ea typeface="+mn-ea"/>
                  <a:cs typeface="+mn-cs"/>
                </a:endParaRPr>
              </a:p>
              <a:p>
                <a:pPr marL="457200" marR="0" lvl="1"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Cambria" panose="02040503050406030204"/>
                    <a:ea typeface="+mn-ea"/>
                    <a:cs typeface="+mn-cs"/>
                  </a:rPr>
                  <a:t> 	  		</a:t>
                </a:r>
                <a14:m>
                  <m:oMath xmlns:m="http://schemas.openxmlformats.org/officeDocument/2006/math">
                    <m:sSup>
                      <m:sSup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e>
                      <m:sup>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sup>
                    </m:sSup>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  </m:t>
                    </m:r>
                  </m:oMath>
                </a14:m>
                <a:endParaRPr kumimoji="0" lang="en-US" sz="1600" b="0" i="0" u="none" strike="noStrike" kern="1200" cap="none" spc="0" normalizeH="0" baseline="0" noProof="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Cambria" panose="02040503050406030204"/>
                    <a:ea typeface="+mn-ea"/>
                    <a:cs typeface="+mn-cs"/>
                  </a:rPr>
                  <a:t> 	  		</a:t>
                </a:r>
                <a14:m>
                  <m:oMath xmlns:m="http://schemas.openxmlformats.org/officeDocument/2006/math">
                    <m:sSup>
                      <m:sSup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e>
                      <m:sup>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3</m:t>
                        </m:r>
                      </m:sup>
                    </m:sSup>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oMath>
                </a14:m>
                <a:endParaRPr kumimoji="0" lang="en-US" sz="1600" b="0" i="0" u="none" strike="noStrike" kern="1200" cap="none" spc="0" normalizeH="0" baseline="0" noProof="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Cambria" panose="02040503050406030204"/>
                    <a:ea typeface="+mn-ea"/>
                    <a:cs typeface="+mn-cs"/>
                  </a:rPr>
                  <a:t> 	 		</a:t>
                </a:r>
                <a14:m>
                  <m:oMath xmlns:m="http://schemas.openxmlformats.org/officeDocument/2006/math">
                    <m:sSup>
                      <m:sSup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e>
                      <m:sup>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4</m:t>
                        </m:r>
                      </m:sup>
                    </m:sSup>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  </m:t>
                    </m:r>
                  </m:oMath>
                </a14:m>
                <a:endParaRPr kumimoji="0" lang="en-US" sz="1600" b="0" i="0" u="none" strike="noStrike" kern="1200" cap="none" spc="0" normalizeH="0" baseline="0" noProof="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Cambria" panose="02040503050406030204"/>
                    <a:ea typeface="+mn-ea"/>
                    <a:cs typeface="+mn-cs"/>
                  </a:rPr>
                  <a:t>	 		</a:t>
                </a:r>
                <a14:m>
                  <m:oMath xmlns:m="http://schemas.openxmlformats.org/officeDocument/2006/math">
                    <m:sSup>
                      <m:sSup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e>
                      <m:sup>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5</m:t>
                        </m:r>
                      </m:sup>
                    </m:sSup>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oMath>
                </a14:m>
                <a:endParaRPr kumimoji="0" lang="en-US" sz="1600" b="0" i="0" u="none" strike="noStrike" kern="1200" cap="none" spc="0" normalizeH="0" baseline="0" noProof="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Cambria" panose="02040503050406030204"/>
                    <a:ea typeface="+mn-ea"/>
                    <a:cs typeface="+mn-cs"/>
                  </a:rPr>
                  <a:t>			</a:t>
                </a:r>
                <a14:m>
                  <m:oMath xmlns:m="http://schemas.openxmlformats.org/officeDocument/2006/math">
                    <m:sSup>
                      <m:sSup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e>
                      <m:sup>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6</m:t>
                        </m:r>
                      </m:sup>
                    </m:sSup>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 </m:t>
                    </m:r>
                  </m:oMath>
                </a14:m>
                <a:endParaRPr kumimoji="0" lang="en-US" sz="1600" b="0" i="0" u="none" strike="noStrike" kern="1200" cap="none" spc="0" normalizeH="0" baseline="0" noProof="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Cambria" panose="02040503050406030204"/>
                  <a:ea typeface="+mn-ea"/>
                  <a:cs typeface="+mn-cs"/>
                </a:endParaRPr>
              </a:p>
              <a:p>
                <a:pPr marL="914400" marR="0" lvl="2" indent="0" algn="l" defTabSz="914400" rtl="0" eaLnBrk="1" fontAlgn="base" latinLnBrk="0" hangingPunct="1">
                  <a:lnSpc>
                    <a:spcPct val="100000"/>
                  </a:lnSpc>
                  <a:spcBef>
                    <a:spcPct val="0"/>
                  </a:spcBef>
                  <a:spcAft>
                    <a:spcPts val="1350"/>
                  </a:spcAft>
                  <a:buClrTx/>
                  <a:buSzTx/>
                  <a:buFontTx/>
                  <a:buNone/>
                  <a:tabLst/>
                  <a:defRPr/>
                </a:pPr>
                <a:r>
                  <a:rPr kumimoji="0" lang="en-US" sz="1600" b="0" i="0" u="none" strike="noStrike" kern="1200" cap="none" spc="0" normalizeH="0" baseline="0" noProof="0">
                    <a:ln>
                      <a:noFill/>
                    </a:ln>
                    <a:solidFill>
                      <a:srgbClr val="000000"/>
                    </a:solidFill>
                    <a:effectLst/>
                    <a:uLnTx/>
                    <a:uFillTx/>
                    <a:latin typeface="Cambria" panose="02040503050406030204"/>
                    <a:ea typeface="+mn-ea"/>
                    <a:cs typeface="+mn-cs"/>
                  </a:rPr>
                  <a:t>j</a:t>
                </a:r>
                <a:r>
                  <a:rPr kumimoji="0" lang="en-US" sz="1600" b="0" i="0" u="none" strike="noStrike" kern="1200" cap="none" spc="0" normalizeH="0" baseline="30000" noProof="0">
                    <a:ln>
                      <a:noFill/>
                    </a:ln>
                    <a:solidFill>
                      <a:srgbClr val="000000"/>
                    </a:solidFill>
                    <a:effectLst/>
                    <a:uLnTx/>
                    <a:uFillTx/>
                    <a:latin typeface="Cambria" panose="02040503050406030204"/>
                    <a:ea typeface="+mn-ea"/>
                    <a:cs typeface="+mn-cs"/>
                  </a:rPr>
                  <a:t>2n</a:t>
                </a:r>
                <a:r>
                  <a:rPr kumimoji="0" lang="en-US" sz="1600" b="0" i="0" u="none" strike="noStrike" kern="1200" cap="none" spc="0" normalizeH="0" baseline="0" noProof="0">
                    <a:ln>
                      <a:noFill/>
                    </a:ln>
                    <a:solidFill>
                      <a:srgbClr val="000000"/>
                    </a:solidFill>
                    <a:effectLst/>
                    <a:uLnTx/>
                    <a:uFillTx/>
                    <a:latin typeface="Cambria" panose="02040503050406030204"/>
                    <a:ea typeface="+mn-ea"/>
                    <a:cs typeface="+mn-cs"/>
                  </a:rPr>
                  <a:t> = (-1)</a:t>
                </a:r>
                <a:r>
                  <a:rPr kumimoji="0" lang="en-US" sz="1600" b="0" i="0" u="none" strike="noStrike" kern="1200" cap="none" spc="0" normalizeH="0" baseline="30000" noProof="0">
                    <a:ln>
                      <a:noFill/>
                    </a:ln>
                    <a:solidFill>
                      <a:srgbClr val="000000"/>
                    </a:solidFill>
                    <a:effectLst/>
                    <a:uLnTx/>
                    <a:uFillTx/>
                    <a:latin typeface="Cambria" panose="02040503050406030204"/>
                    <a:ea typeface="+mn-ea"/>
                    <a:cs typeface="+mn-cs"/>
                  </a:rPr>
                  <a:t>n</a:t>
                </a:r>
                <a:r>
                  <a:rPr kumimoji="0" lang="en-US" sz="1600" b="0" i="0" u="none" strike="noStrike" kern="1200" cap="none" spc="0" normalizeH="0" baseline="0" noProof="0">
                    <a:ln>
                      <a:noFill/>
                    </a:ln>
                    <a:solidFill>
                      <a:srgbClr val="000000"/>
                    </a:solidFill>
                    <a:effectLst/>
                    <a:uLnTx/>
                    <a:uFillTx/>
                    <a:latin typeface="Cambria" panose="02040503050406030204"/>
                    <a:ea typeface="+mn-ea"/>
                    <a:cs typeface="+mn-cs"/>
                  </a:rPr>
                  <a:t>, alternating between ±1.    j</a:t>
                </a:r>
                <a:r>
                  <a:rPr kumimoji="0" lang="en-US" sz="1600" b="0" i="0" u="none" strike="noStrike" kern="1200" cap="none" spc="0" normalizeH="0" baseline="30000" noProof="0">
                    <a:ln>
                      <a:noFill/>
                    </a:ln>
                    <a:solidFill>
                      <a:srgbClr val="000000"/>
                    </a:solidFill>
                    <a:effectLst/>
                    <a:uLnTx/>
                    <a:uFillTx/>
                    <a:latin typeface="Cambria" panose="02040503050406030204"/>
                    <a:ea typeface="+mn-ea"/>
                    <a:cs typeface="+mn-cs"/>
                  </a:rPr>
                  <a:t>2n+1</a:t>
                </a:r>
                <a:r>
                  <a:rPr kumimoji="0" lang="en-US" sz="1600" b="0" i="0" u="none" strike="noStrike" kern="1200" cap="none" spc="0" normalizeH="0" baseline="0" noProof="0">
                    <a:ln>
                      <a:noFill/>
                    </a:ln>
                    <a:solidFill>
                      <a:srgbClr val="000000"/>
                    </a:solidFill>
                    <a:effectLst/>
                    <a:uLnTx/>
                    <a:uFillTx/>
                    <a:latin typeface="Cambria" panose="02040503050406030204"/>
                    <a:ea typeface="+mn-ea"/>
                    <a:cs typeface="+mn-cs"/>
                  </a:rPr>
                  <a:t> alternates between ∓j.</a:t>
                </a:r>
              </a:p>
              <a:p>
                <a:pPr marL="457200" marR="0" lvl="1"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sSup>
                        <m:sSup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e</m:t>
                          </m:r>
                        </m:e>
                        <m:sup>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jθ</m:t>
                          </m:r>
                        </m:sup>
                      </m:sSup>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jθ</m:t>
                      </m:r>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f>
                        <m:f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sSup>
                            <m:sSup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d>
                                <m:d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jθ</m:t>
                                  </m:r>
                                </m:e>
                              </m:d>
                            </m:e>
                            <m:sup>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sup>
                          </m:sSup>
                        </m:num>
                        <m:den>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den>
                      </m:f>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sSup>
                            <m:sSup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d>
                                <m:d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jθ</m:t>
                                  </m:r>
                                </m:e>
                              </m:d>
                            </m:e>
                            <m:sup>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3</m:t>
                              </m:r>
                            </m:sup>
                          </m:sSup>
                        </m:num>
                        <m:den>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3!</m:t>
                          </m:r>
                        </m:den>
                      </m:f>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sSup>
                            <m:sSup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d>
                                <m:d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jθ</m:t>
                                  </m:r>
                                </m:e>
                              </m:d>
                            </m:e>
                            <m:sup>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4</m:t>
                              </m:r>
                            </m:sup>
                          </m:sSup>
                        </m:num>
                        <m:den>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4!</m:t>
                          </m:r>
                        </m:den>
                      </m:f>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sSup>
                            <m:sSup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d>
                                <m:d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jθ</m:t>
                                  </m:r>
                                </m:e>
                              </m:d>
                            </m:e>
                            <m:sup>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5</m:t>
                              </m:r>
                            </m:sup>
                          </m:sSup>
                        </m:num>
                        <m:den>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5!</m:t>
                          </m:r>
                        </m:den>
                      </m:f>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sSup>
                            <m:sSup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d>
                                <m:d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jθ</m:t>
                                  </m:r>
                                </m:e>
                              </m:d>
                            </m:e>
                            <m:sup>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6</m:t>
                              </m:r>
                            </m:sup>
                          </m:sSup>
                        </m:num>
                        <m:den>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6!</m:t>
                          </m:r>
                        </m:den>
                      </m:f>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jθ</m:t>
                      </m:r>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sSup>
                            <m:sSup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θ</m:t>
                              </m:r>
                            </m:e>
                            <m:sup>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sup>
                          </m:sSup>
                        </m:num>
                        <m:den>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den>
                      </m:f>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f>
                        <m:f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sSup>
                            <m:sSup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θ</m:t>
                              </m:r>
                            </m:e>
                            <m:sup>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3</m:t>
                              </m:r>
                            </m:sup>
                          </m:sSup>
                        </m:num>
                        <m:den>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6</m:t>
                          </m:r>
                        </m:den>
                      </m:f>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sSup>
                            <m:sSup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θ</m:t>
                              </m:r>
                            </m:e>
                            <m:sup>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4</m:t>
                              </m:r>
                            </m:sup>
                          </m:sSup>
                        </m:num>
                        <m:den>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24</m:t>
                          </m:r>
                        </m:den>
                      </m:f>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f>
                        <m:f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sSup>
                            <m:sSup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θ</m:t>
                              </m:r>
                            </m:e>
                            <m:sup>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5</m:t>
                              </m:r>
                            </m:sup>
                          </m:sSup>
                        </m:num>
                        <m:den>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120</m:t>
                          </m:r>
                        </m:den>
                      </m:f>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sSup>
                            <m:sSup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θ</m:t>
                              </m:r>
                            </m:e>
                            <m:sup>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6</m:t>
                              </m:r>
                            </m:sup>
                          </m:sSup>
                        </m:num>
                        <m:den>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720</m:t>
                          </m:r>
                        </m:den>
                      </m:f>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oMath>
                  </m:oMathPara>
                </a14:m>
                <a:endParaRPr kumimoji="0" lang="en-US" sz="1600" b="0" i="0" u="none" strike="noStrike" kern="1200" cap="none" spc="0" normalizeH="0" baseline="0" noProof="0">
                  <a:ln>
                    <a:noFill/>
                  </a:ln>
                  <a:solidFill>
                    <a:srgbClr val="000000"/>
                  </a:solidFill>
                  <a:effectLst/>
                  <a:uLnTx/>
                  <a:uFillTx/>
                  <a:latin typeface="Cambria" panose="02040503050406030204"/>
                  <a:ea typeface="+mn-ea"/>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Cambria" panose="02040503050406030204"/>
                  <a:ea typeface="+mn-ea"/>
                  <a:cs typeface="+mn-cs"/>
                </a:endParaRPr>
              </a:p>
              <a:p>
                <a:pPr marL="457200" marR="0" lvl="1"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sSup>
                        <m:sSup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e</m:t>
                          </m:r>
                        </m:e>
                        <m:sup>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jθ</m:t>
                          </m:r>
                        </m:sup>
                      </m:sSup>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d>
                        <m:d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f>
                            <m:f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sSup>
                                <m:sSup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θ</m:t>
                                  </m:r>
                                </m:e>
                                <m:sup>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sup>
                              </m:sSup>
                            </m:num>
                            <m:den>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den>
                          </m:f>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sSup>
                                <m:sSup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θ</m:t>
                                  </m:r>
                                </m:e>
                                <m:sup>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4</m:t>
                                  </m:r>
                                </m:sup>
                              </m:sSup>
                            </m:num>
                            <m:den>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24</m:t>
                              </m:r>
                            </m:den>
                          </m:f>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sSup>
                                <m:sSup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θ</m:t>
                                  </m:r>
                                </m:e>
                                <m:sup>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6</m:t>
                                  </m:r>
                                </m:sup>
                              </m:sSup>
                            </m:num>
                            <m:den>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720</m:t>
                              </m:r>
                            </m:den>
                          </m:f>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e>
                      </m:d>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d>
                        <m:d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θ</m:t>
                          </m:r>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sSup>
                                <m:sSup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θ</m:t>
                                  </m:r>
                                </m:e>
                                <m:sup>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3</m:t>
                                  </m:r>
                                </m:sup>
                              </m:sSup>
                            </m:num>
                            <m:den>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6</m:t>
                              </m:r>
                            </m:den>
                          </m:f>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sSup>
                                <m:sSup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θ</m:t>
                                  </m:r>
                                </m:e>
                                <m:sup>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5</m:t>
                                  </m:r>
                                </m:sup>
                              </m:sSup>
                            </m:num>
                            <m:den>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120</m:t>
                              </m:r>
                            </m:den>
                          </m:f>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e>
                      </m:d>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Complex</m:t>
                      </m:r>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number</m:t>
                      </m:r>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as</m:t>
                      </m:r>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expected</m:t>
                      </m:r>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oMath>
                  </m:oMathPara>
                </a14:m>
                <a:endParaRPr kumimoji="0" lang="en-US" sz="1600" b="0" i="0" u="none" strike="noStrike" kern="1200" cap="none" spc="0" normalizeH="0" baseline="0" noProof="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Cambria" panose="02040503050406030204"/>
                  <a:ea typeface="+mn-ea"/>
                  <a:cs typeface="+mn-cs"/>
                </a:endParaRPr>
              </a:p>
              <a:p>
                <a:pPr marL="457200" marR="0" lvl="1"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d>
                        <m:dPr>
                          <m:begChr m:val="|"/>
                          <m:endChr m:val="|"/>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sSup>
                            <m:sSup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e</m:t>
                              </m:r>
                            </m:e>
                            <m:sup>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jθ</m:t>
                              </m:r>
                            </m:sup>
                          </m:sSup>
                        </m:e>
                      </m:d>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does</m:t>
                      </m:r>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not</m:t>
                      </m:r>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approch</m:t>
                      </m:r>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 </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as</m:t>
                      </m:r>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θ</m:t>
                      </m:r>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approaches</m:t>
                      </m:r>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 </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because</m:t>
                      </m:r>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of</m:t>
                      </m:r>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cancellation</m:t>
                      </m:r>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of</m:t>
                      </m:r>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positive</m:t>
                      </m:r>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and</m:t>
                      </m:r>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6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n</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egative</m:t>
                      </m:r>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terms</m:t>
                      </m:r>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600" b="0" i="1" u="none" strike="noStrike" kern="1200" cap="none" spc="0" normalizeH="0" baseline="0" noProof="0">
                  <a:ln>
                    <a:noFill/>
                  </a:ln>
                  <a:solidFill>
                    <a:srgbClr val="000000"/>
                  </a:solidFill>
                  <a:effectLst/>
                  <a:uLnTx/>
                  <a:uFillTx/>
                  <a:latin typeface="Cambria" panose="02040503050406030204"/>
                  <a:ea typeface="+mn-ea"/>
                  <a:cs typeface="+mn-cs"/>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496714" y="736751"/>
                <a:ext cx="11119554" cy="5635261"/>
              </a:xfrm>
              <a:prstGeom prst="rect">
                <a:avLst/>
              </a:prstGeom>
              <a:blipFill>
                <a:blip r:embed="rId2"/>
                <a:stretch>
                  <a:fillRect/>
                </a:stretch>
              </a:blipFill>
              <a:ln w="55000" cap="flat" cmpd="thickThin" algn="ctr">
                <a:solidFill>
                  <a:srgbClr val="FFC000"/>
                </a:solidFill>
                <a:prstDash val="solid"/>
              </a:ln>
              <a:effectLst/>
            </p:spPr>
            <p:txBody>
              <a:bodyPr/>
              <a:lstStyle/>
              <a:p>
                <a:r>
                  <a:rPr lang="en-US">
                    <a:noFill/>
                  </a:rPr>
                  <a:t> </a:t>
                </a:r>
              </a:p>
            </p:txBody>
          </p:sp>
        </mc:Fallback>
      </mc:AlternateContent>
    </p:spTree>
    <p:extLst>
      <p:ext uri="{BB962C8B-B14F-4D97-AF65-F5344CB8AC3E}">
        <p14:creationId xmlns:p14="http://schemas.microsoft.com/office/powerpoint/2010/main" val="231227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anim calcmode="lin" valueType="num">
                                      <p:cBhvr additive="base">
                                        <p:cTn id="7"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5" end="5"/>
                                            </p:txEl>
                                          </p:spTgt>
                                        </p:tgtEl>
                                        <p:attrNameLst>
                                          <p:attrName>style.visibility</p:attrName>
                                        </p:attrNameLst>
                                      </p:cBhvr>
                                      <p:to>
                                        <p:strVal val="visible"/>
                                      </p:to>
                                    </p:set>
                                    <p:anim calcmode="lin" valueType="num">
                                      <p:cBhvr additive="base">
                                        <p:cTn id="11"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anim calcmode="lin" valueType="num">
                                      <p:cBhvr additive="base">
                                        <p:cTn id="15"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
                                            <p:txEl>
                                              <p:pRg st="7" end="7"/>
                                            </p:txEl>
                                          </p:spTgt>
                                        </p:tgtEl>
                                        <p:attrNameLst>
                                          <p:attrName>style.visibility</p:attrName>
                                        </p:attrNameLst>
                                      </p:cBhvr>
                                      <p:to>
                                        <p:strVal val="visible"/>
                                      </p:to>
                                    </p:set>
                                    <p:anim calcmode="lin" valueType="num">
                                      <p:cBhvr additive="base">
                                        <p:cTn id="19"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anim calcmode="lin" valueType="num">
                                      <p:cBhvr additive="base">
                                        <p:cTn id="23"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5">
                                            <p:txEl>
                                              <p:pRg st="9" end="9"/>
                                            </p:txEl>
                                          </p:spTgt>
                                        </p:tgtEl>
                                        <p:attrNameLst>
                                          <p:attrName>style.visibility</p:attrName>
                                        </p:attrNameLst>
                                      </p:cBhvr>
                                      <p:to>
                                        <p:strVal val="visible"/>
                                      </p:to>
                                    </p:set>
                                    <p:anim calcmode="lin" valueType="num">
                                      <p:cBhvr additive="base">
                                        <p:cTn id="27"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5">
                                            <p:txEl>
                                              <p:pRg st="10" end="10"/>
                                            </p:txEl>
                                          </p:spTgt>
                                        </p:tgtEl>
                                        <p:attrNameLst>
                                          <p:attrName>style.visibility</p:attrName>
                                        </p:attrNameLst>
                                      </p:cBhvr>
                                      <p:to>
                                        <p:strVal val="visible"/>
                                      </p:to>
                                    </p:set>
                                    <p:anim calcmode="lin" valueType="num">
                                      <p:cBhvr additive="base">
                                        <p:cTn id="31"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10" end="1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5">
                                            <p:txEl>
                                              <p:pRg st="12" end="12"/>
                                            </p:txEl>
                                          </p:spTgt>
                                        </p:tgtEl>
                                        <p:attrNameLst>
                                          <p:attrName>style.visibility</p:attrName>
                                        </p:attrNameLst>
                                      </p:cBhvr>
                                      <p:to>
                                        <p:strVal val="visible"/>
                                      </p:to>
                                    </p:set>
                                    <p:anim calcmode="lin" valueType="num">
                                      <p:cBhvr additive="base">
                                        <p:cTn id="35" dur="500" fill="hold"/>
                                        <p:tgtEl>
                                          <p:spTgt spid="5">
                                            <p:txEl>
                                              <p:pRg st="12" end="1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5">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5">
                                            <p:txEl>
                                              <p:pRg st="13" end="13"/>
                                            </p:txEl>
                                          </p:spTgt>
                                        </p:tgtEl>
                                        <p:attrNameLst>
                                          <p:attrName>style.visibility</p:attrName>
                                        </p:attrNameLst>
                                      </p:cBhvr>
                                      <p:to>
                                        <p:strVal val="visible"/>
                                      </p:to>
                                    </p:set>
                                    <p:anim calcmode="lin" valueType="num">
                                      <p:cBhvr additive="base">
                                        <p:cTn id="41" dur="500" fill="hold"/>
                                        <p:tgtEl>
                                          <p:spTgt spid="5">
                                            <p:txEl>
                                              <p:pRg st="13" end="13"/>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5">
                                            <p:txEl>
                                              <p:pRg st="13" end="13"/>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5">
                                            <p:txEl>
                                              <p:pRg st="15" end="15"/>
                                            </p:txEl>
                                          </p:spTgt>
                                        </p:tgtEl>
                                        <p:attrNameLst>
                                          <p:attrName>style.visibility</p:attrName>
                                        </p:attrNameLst>
                                      </p:cBhvr>
                                      <p:to>
                                        <p:strVal val="visible"/>
                                      </p:to>
                                    </p:set>
                                    <p:anim calcmode="lin" valueType="num">
                                      <p:cBhvr additive="base">
                                        <p:cTn id="45" dur="500" fill="hold"/>
                                        <p:tgtEl>
                                          <p:spTgt spid="5">
                                            <p:txEl>
                                              <p:pRg st="15" end="15"/>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5">
                                            <p:txEl>
                                              <p:pRg st="15" end="15"/>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5">
                                            <p:txEl>
                                              <p:pRg st="17" end="17"/>
                                            </p:txEl>
                                          </p:spTgt>
                                        </p:tgtEl>
                                        <p:attrNameLst>
                                          <p:attrName>style.visibility</p:attrName>
                                        </p:attrNameLst>
                                      </p:cBhvr>
                                      <p:to>
                                        <p:strVal val="visible"/>
                                      </p:to>
                                    </p:set>
                                    <p:anim calcmode="lin" valueType="num">
                                      <p:cBhvr additive="base">
                                        <p:cTn id="49" dur="500" fill="hold"/>
                                        <p:tgtEl>
                                          <p:spTgt spid="5">
                                            <p:txEl>
                                              <p:pRg st="17" end="1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p:txBody>
          <a:bodyPr/>
          <a:lstStyle/>
          <a:p>
            <a:endParaRPr lang="en-US" dirty="0"/>
          </a:p>
        </p:txBody>
      </p:sp>
      <p:sp>
        <p:nvSpPr>
          <p:cNvPr id="6" name="Title 1"/>
          <p:cNvSpPr txBox="1">
            <a:spLocks/>
          </p:cNvSpPr>
          <p:nvPr/>
        </p:nvSpPr>
        <p:spPr>
          <a:xfrm>
            <a:off x="4531290" y="0"/>
            <a:ext cx="2952936" cy="400050"/>
          </a:xfrm>
          <a:prstGeom prst="rect">
            <a:avLst/>
          </a:prstGeom>
        </p:spPr>
        <p:txBody>
          <a:bodyPr vert="horz" wrap="square" lIns="0" tIns="0" rIns="0" bIns="0" rtlCol="0" anchor="t">
            <a:noAutofit/>
          </a:bodyPr>
          <a:lstStyle>
            <a:lvl1pPr algn="l" defTabSz="914363" rtl="0" eaLnBrk="1" latinLnBrk="0" hangingPunct="1">
              <a:lnSpc>
                <a:spcPct val="90000"/>
              </a:lnSpc>
              <a:spcBef>
                <a:spcPct val="0"/>
              </a:spcBef>
              <a:buNone/>
              <a:defRPr lang="en-US" sz="4800" b="0" kern="1200" cap="none" spc="-150"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a:lstStyle>
          <a:p>
            <a:r>
              <a:rPr sz="3600"/>
              <a:t>Euler’s Formula</a:t>
            </a:r>
          </a:p>
        </p:txBody>
      </p:sp>
      <mc:AlternateContent xmlns:mc="http://schemas.openxmlformats.org/markup-compatibility/2006" xmlns:a14="http://schemas.microsoft.com/office/drawing/2010/main">
        <mc:Choice Requires="a14">
          <p:sp>
            <p:nvSpPr>
              <p:cNvPr id="5" name="TextBox 4"/>
              <p:cNvSpPr txBox="1"/>
              <p:nvPr/>
            </p:nvSpPr>
            <p:spPr>
              <a:xfrm>
                <a:off x="696097" y="670103"/>
                <a:ext cx="10799806" cy="5864491"/>
              </a:xfrm>
              <a:prstGeom prst="rect">
                <a:avLst/>
              </a:prstGeom>
              <a:solidFill>
                <a:srgbClr val="FFFFFF"/>
              </a:solidFill>
              <a:ln w="55000" cap="flat" cmpd="thickThin" algn="ctr">
                <a:solidFill>
                  <a:srgbClr val="FFC000"/>
                </a:solidFill>
                <a:prstDash val="solid"/>
              </a:ln>
              <a:effectLst/>
            </p:spPr>
            <p:txBody>
              <a:bodyPr wrap="square" rtlCol="0">
                <a:spAutoFit/>
              </a:bodyPr>
              <a:lstStyle/>
              <a:p>
                <a:pPr algn="ctr" fontAlgn="base">
                  <a:spcBef>
                    <a:spcPct val="0"/>
                  </a:spcBef>
                  <a:spcAft>
                    <a:spcPct val="0"/>
                  </a:spcAft>
                </a:pPr>
                <a14:m>
                  <m:oMathPara xmlns:m="http://schemas.openxmlformats.org/officeDocument/2006/math">
                    <m:oMathParaPr>
                      <m:jc m:val="left"/>
                    </m:oMathParaPr>
                    <m:oMath xmlns:m="http://schemas.openxmlformats.org/officeDocument/2006/math">
                      <m:r>
                        <m:rPr>
                          <m:sty m:val="p"/>
                        </m:rPr>
                        <a:rPr lang="en-US" sz="1600" smtClean="0">
                          <a:solidFill>
                            <a:schemeClr val="bg1"/>
                          </a:solidFill>
                          <a:latin typeface="Cambria Math" panose="02040503050406030204" pitchFamily="18" charset="0"/>
                        </a:rPr>
                        <m:t>Series</m:t>
                      </m:r>
                      <m:r>
                        <a:rPr lang="en-US" sz="1600" smtClean="0">
                          <a:solidFill>
                            <a:schemeClr val="bg1"/>
                          </a:solidFill>
                          <a:latin typeface="Cambria Math" panose="02040503050406030204" pitchFamily="18" charset="0"/>
                        </a:rPr>
                        <m:t> </m:t>
                      </m:r>
                      <m:r>
                        <m:rPr>
                          <m:sty m:val="p"/>
                        </m:rPr>
                        <a:rPr lang="en-US" sz="1600" smtClean="0">
                          <a:solidFill>
                            <a:schemeClr val="bg1"/>
                          </a:solidFill>
                          <a:latin typeface="Cambria Math" panose="02040503050406030204" pitchFamily="18" charset="0"/>
                        </a:rPr>
                        <m:t>Expansions</m:t>
                      </m:r>
                      <m:r>
                        <a:rPr lang="en-US" sz="1600" i="1">
                          <a:solidFill>
                            <a:schemeClr val="bg1"/>
                          </a:solidFill>
                          <a:latin typeface="Cambria Math" panose="02040503050406030204" pitchFamily="18" charset="0"/>
                        </a:rPr>
                        <m:t>: </m:t>
                      </m:r>
                      <m:sSup>
                        <m:sSupPr>
                          <m:ctrlPr>
                            <a:rPr lang="en-US" sz="1600" i="1">
                              <a:solidFill>
                                <a:schemeClr val="bg1"/>
                              </a:solidFill>
                              <a:latin typeface="Cambria Math" panose="02040503050406030204" pitchFamily="18" charset="0"/>
                            </a:rPr>
                          </m:ctrlPr>
                        </m:sSupPr>
                        <m:e>
                          <m:r>
                            <m:rPr>
                              <m:sty m:val="p"/>
                            </m:rPr>
                            <a:rPr lang="en-US" sz="1600">
                              <a:solidFill>
                                <a:schemeClr val="bg1"/>
                              </a:solidFill>
                              <a:latin typeface="Cambria Math" panose="02040503050406030204" pitchFamily="18" charset="0"/>
                            </a:rPr>
                            <m:t>e</m:t>
                          </m:r>
                        </m:e>
                        <m:sup>
                          <m:r>
                            <m:rPr>
                              <m:sty m:val="p"/>
                            </m:rPr>
                            <a:rPr lang="en-US" sz="1600">
                              <a:solidFill>
                                <a:schemeClr val="bg1"/>
                              </a:solidFill>
                              <a:latin typeface="Cambria Math" panose="02040503050406030204" pitchFamily="18" charset="0"/>
                            </a:rPr>
                            <m:t>θ</m:t>
                          </m:r>
                        </m:sup>
                      </m:sSup>
                      <m:r>
                        <a:rPr lang="en-US" sz="1600" i="1">
                          <a:solidFill>
                            <a:schemeClr val="bg1"/>
                          </a:solidFill>
                          <a:latin typeface="Cambria Math" panose="02040503050406030204" pitchFamily="18" charset="0"/>
                        </a:rPr>
                        <m:t>=1+</m:t>
                      </m:r>
                      <m:r>
                        <m:rPr>
                          <m:sty m:val="p"/>
                        </m:rPr>
                        <a:rPr lang="en-US" sz="1600">
                          <a:solidFill>
                            <a:schemeClr val="bg1"/>
                          </a:solidFill>
                          <a:latin typeface="Cambria Math" panose="02040503050406030204" pitchFamily="18" charset="0"/>
                        </a:rPr>
                        <m:t>θ</m:t>
                      </m:r>
                      <m:r>
                        <a:rPr lang="en-US" sz="1600" i="1">
                          <a:solidFill>
                            <a:schemeClr val="bg1"/>
                          </a:solidFill>
                          <a:latin typeface="Cambria Math" panose="02040503050406030204" pitchFamily="18" charset="0"/>
                        </a:rPr>
                        <m:t>+ </m:t>
                      </m:r>
                      <m:f>
                        <m:fPr>
                          <m:ctrlPr>
                            <a:rPr lang="en-US" sz="1600" i="1">
                              <a:solidFill>
                                <a:schemeClr val="bg1"/>
                              </a:solidFill>
                              <a:latin typeface="Cambria Math" panose="02040503050406030204" pitchFamily="18" charset="0"/>
                            </a:rPr>
                          </m:ctrlPr>
                        </m:fPr>
                        <m:num>
                          <m:sSup>
                            <m:sSupPr>
                              <m:ctrlPr>
                                <a:rPr lang="en-US" sz="1600" i="1">
                                  <a:solidFill>
                                    <a:schemeClr val="bg1"/>
                                  </a:solidFill>
                                  <a:latin typeface="Cambria Math" panose="02040503050406030204" pitchFamily="18" charset="0"/>
                                </a:rPr>
                              </m:ctrlPr>
                            </m:sSupPr>
                            <m:e>
                              <m:r>
                                <m:rPr>
                                  <m:sty m:val="p"/>
                                </m:rPr>
                                <a:rPr lang="en-US" sz="1600">
                                  <a:solidFill>
                                    <a:schemeClr val="bg1"/>
                                  </a:solidFill>
                                  <a:latin typeface="Cambria Math" panose="02040503050406030204" pitchFamily="18" charset="0"/>
                                </a:rPr>
                                <m:t>θ</m:t>
                              </m:r>
                            </m:e>
                            <m:sup>
                              <m:r>
                                <a:rPr lang="en-US" sz="1600" i="1">
                                  <a:solidFill>
                                    <a:schemeClr val="bg1"/>
                                  </a:solidFill>
                                  <a:latin typeface="Cambria Math" panose="02040503050406030204" pitchFamily="18" charset="0"/>
                                </a:rPr>
                                <m:t>2</m:t>
                              </m:r>
                            </m:sup>
                          </m:sSup>
                        </m:num>
                        <m:den>
                          <m:r>
                            <a:rPr lang="en-US" sz="1600" i="1">
                              <a:solidFill>
                                <a:schemeClr val="bg1"/>
                              </a:solidFill>
                              <a:latin typeface="Cambria Math" panose="02040503050406030204" pitchFamily="18" charset="0"/>
                            </a:rPr>
                            <m:t>2!</m:t>
                          </m:r>
                        </m:den>
                      </m:f>
                      <m:r>
                        <a:rPr lang="en-US" sz="1600" i="1">
                          <a:solidFill>
                            <a:schemeClr val="bg1"/>
                          </a:solidFill>
                          <a:latin typeface="Cambria Math" panose="02040503050406030204" pitchFamily="18" charset="0"/>
                        </a:rPr>
                        <m:t>+</m:t>
                      </m:r>
                      <m:f>
                        <m:fPr>
                          <m:ctrlPr>
                            <a:rPr lang="en-US" sz="1600" i="1">
                              <a:solidFill>
                                <a:schemeClr val="bg1"/>
                              </a:solidFill>
                              <a:latin typeface="Cambria Math" panose="02040503050406030204" pitchFamily="18" charset="0"/>
                            </a:rPr>
                          </m:ctrlPr>
                        </m:fPr>
                        <m:num>
                          <m:sSup>
                            <m:sSupPr>
                              <m:ctrlPr>
                                <a:rPr lang="en-US" sz="1600" i="1">
                                  <a:solidFill>
                                    <a:schemeClr val="bg1"/>
                                  </a:solidFill>
                                  <a:latin typeface="Cambria Math" panose="02040503050406030204" pitchFamily="18" charset="0"/>
                                </a:rPr>
                              </m:ctrlPr>
                            </m:sSupPr>
                            <m:e>
                              <m:r>
                                <m:rPr>
                                  <m:sty m:val="p"/>
                                </m:rPr>
                                <a:rPr lang="en-US" sz="1600">
                                  <a:solidFill>
                                    <a:schemeClr val="bg1"/>
                                  </a:solidFill>
                                  <a:latin typeface="Cambria Math" panose="02040503050406030204" pitchFamily="18" charset="0"/>
                                </a:rPr>
                                <m:t>θ</m:t>
                              </m:r>
                            </m:e>
                            <m:sup>
                              <m:r>
                                <a:rPr lang="en-US" sz="1600" i="1">
                                  <a:solidFill>
                                    <a:schemeClr val="bg1"/>
                                  </a:solidFill>
                                  <a:latin typeface="Cambria Math" panose="02040503050406030204" pitchFamily="18" charset="0"/>
                                </a:rPr>
                                <m:t>3</m:t>
                              </m:r>
                            </m:sup>
                          </m:sSup>
                        </m:num>
                        <m:den>
                          <m:r>
                            <a:rPr lang="en-US" sz="1600" i="1">
                              <a:solidFill>
                                <a:schemeClr val="bg1"/>
                              </a:solidFill>
                              <a:latin typeface="Cambria Math" panose="02040503050406030204" pitchFamily="18" charset="0"/>
                            </a:rPr>
                            <m:t>3!</m:t>
                          </m:r>
                        </m:den>
                      </m:f>
                      <m:r>
                        <a:rPr lang="en-US" sz="1600" i="1">
                          <a:solidFill>
                            <a:schemeClr val="bg1"/>
                          </a:solidFill>
                          <a:latin typeface="Cambria Math" panose="02040503050406030204" pitchFamily="18" charset="0"/>
                        </a:rPr>
                        <m:t>+</m:t>
                      </m:r>
                      <m:f>
                        <m:fPr>
                          <m:ctrlPr>
                            <a:rPr lang="en-US" sz="1600" i="1">
                              <a:solidFill>
                                <a:schemeClr val="bg1"/>
                              </a:solidFill>
                              <a:latin typeface="Cambria Math" panose="02040503050406030204" pitchFamily="18" charset="0"/>
                            </a:rPr>
                          </m:ctrlPr>
                        </m:fPr>
                        <m:num>
                          <m:sSup>
                            <m:sSupPr>
                              <m:ctrlPr>
                                <a:rPr lang="en-US" sz="1600" i="1">
                                  <a:solidFill>
                                    <a:schemeClr val="bg1"/>
                                  </a:solidFill>
                                  <a:latin typeface="Cambria Math" panose="02040503050406030204" pitchFamily="18" charset="0"/>
                                </a:rPr>
                              </m:ctrlPr>
                            </m:sSupPr>
                            <m:e>
                              <m:r>
                                <m:rPr>
                                  <m:sty m:val="p"/>
                                </m:rPr>
                                <a:rPr lang="en-US" sz="1600">
                                  <a:solidFill>
                                    <a:schemeClr val="bg1"/>
                                  </a:solidFill>
                                  <a:latin typeface="Cambria Math" panose="02040503050406030204" pitchFamily="18" charset="0"/>
                                </a:rPr>
                                <m:t>θ</m:t>
                              </m:r>
                            </m:e>
                            <m:sup>
                              <m:r>
                                <a:rPr lang="en-US" sz="1600" i="1">
                                  <a:solidFill>
                                    <a:schemeClr val="bg1"/>
                                  </a:solidFill>
                                  <a:latin typeface="Cambria Math" panose="02040503050406030204" pitchFamily="18" charset="0"/>
                                </a:rPr>
                                <m:t>4</m:t>
                              </m:r>
                            </m:sup>
                          </m:sSup>
                        </m:num>
                        <m:den>
                          <m:r>
                            <a:rPr lang="en-US" sz="1600" i="1">
                              <a:solidFill>
                                <a:schemeClr val="bg1"/>
                              </a:solidFill>
                              <a:latin typeface="Cambria Math" panose="02040503050406030204" pitchFamily="18" charset="0"/>
                            </a:rPr>
                            <m:t>4!</m:t>
                          </m:r>
                        </m:den>
                      </m:f>
                      <m:r>
                        <a:rPr lang="en-US" sz="1600" i="1">
                          <a:solidFill>
                            <a:schemeClr val="bg1"/>
                          </a:solidFill>
                          <a:latin typeface="Cambria Math" panose="02040503050406030204" pitchFamily="18" charset="0"/>
                        </a:rPr>
                        <m:t>… =1+</m:t>
                      </m:r>
                      <m:r>
                        <m:rPr>
                          <m:sty m:val="p"/>
                        </m:rPr>
                        <a:rPr lang="en-US" sz="1600">
                          <a:solidFill>
                            <a:schemeClr val="bg1"/>
                          </a:solidFill>
                          <a:latin typeface="Cambria Math" panose="02040503050406030204" pitchFamily="18" charset="0"/>
                        </a:rPr>
                        <m:t>θ</m:t>
                      </m:r>
                      <m:r>
                        <a:rPr lang="en-US" sz="1600" i="1">
                          <a:solidFill>
                            <a:schemeClr val="bg1"/>
                          </a:solidFill>
                          <a:latin typeface="Cambria Math" panose="02040503050406030204" pitchFamily="18" charset="0"/>
                        </a:rPr>
                        <m:t>+ </m:t>
                      </m:r>
                      <m:f>
                        <m:fPr>
                          <m:ctrlPr>
                            <a:rPr lang="en-US" sz="1600" i="1">
                              <a:solidFill>
                                <a:schemeClr val="bg1"/>
                              </a:solidFill>
                              <a:latin typeface="Cambria Math" panose="02040503050406030204" pitchFamily="18" charset="0"/>
                            </a:rPr>
                          </m:ctrlPr>
                        </m:fPr>
                        <m:num>
                          <m:sSup>
                            <m:sSupPr>
                              <m:ctrlPr>
                                <a:rPr lang="en-US" sz="1600" i="1">
                                  <a:solidFill>
                                    <a:schemeClr val="bg1"/>
                                  </a:solidFill>
                                  <a:latin typeface="Cambria Math" panose="02040503050406030204" pitchFamily="18" charset="0"/>
                                </a:rPr>
                              </m:ctrlPr>
                            </m:sSupPr>
                            <m:e>
                              <m:r>
                                <m:rPr>
                                  <m:sty m:val="p"/>
                                </m:rPr>
                                <a:rPr lang="en-US" sz="1600">
                                  <a:solidFill>
                                    <a:schemeClr val="bg1"/>
                                  </a:solidFill>
                                  <a:latin typeface="Cambria Math" panose="02040503050406030204" pitchFamily="18" charset="0"/>
                                </a:rPr>
                                <m:t>θ</m:t>
                              </m:r>
                            </m:e>
                            <m:sup>
                              <m:r>
                                <a:rPr lang="en-US" sz="1600" i="1">
                                  <a:solidFill>
                                    <a:schemeClr val="bg1"/>
                                  </a:solidFill>
                                  <a:latin typeface="Cambria Math" panose="02040503050406030204" pitchFamily="18" charset="0"/>
                                </a:rPr>
                                <m:t>2</m:t>
                              </m:r>
                            </m:sup>
                          </m:sSup>
                        </m:num>
                        <m:den>
                          <m:r>
                            <a:rPr lang="en-US" sz="1600" i="1">
                              <a:solidFill>
                                <a:schemeClr val="bg1"/>
                              </a:solidFill>
                              <a:latin typeface="Cambria Math" panose="02040503050406030204" pitchFamily="18" charset="0"/>
                            </a:rPr>
                            <m:t>2</m:t>
                          </m:r>
                        </m:den>
                      </m:f>
                      <m:r>
                        <a:rPr lang="en-US" sz="1600" i="1">
                          <a:solidFill>
                            <a:schemeClr val="bg1"/>
                          </a:solidFill>
                          <a:latin typeface="Cambria Math" panose="02040503050406030204" pitchFamily="18" charset="0"/>
                        </a:rPr>
                        <m:t>+</m:t>
                      </m:r>
                      <m:f>
                        <m:fPr>
                          <m:ctrlPr>
                            <a:rPr lang="en-US" sz="1600" i="1">
                              <a:solidFill>
                                <a:schemeClr val="bg1"/>
                              </a:solidFill>
                              <a:latin typeface="Cambria Math" panose="02040503050406030204" pitchFamily="18" charset="0"/>
                            </a:rPr>
                          </m:ctrlPr>
                        </m:fPr>
                        <m:num>
                          <m:sSup>
                            <m:sSupPr>
                              <m:ctrlPr>
                                <a:rPr lang="en-US" sz="1600" i="1">
                                  <a:solidFill>
                                    <a:schemeClr val="bg1"/>
                                  </a:solidFill>
                                  <a:latin typeface="Cambria Math" panose="02040503050406030204" pitchFamily="18" charset="0"/>
                                </a:rPr>
                              </m:ctrlPr>
                            </m:sSupPr>
                            <m:e>
                              <m:r>
                                <m:rPr>
                                  <m:sty m:val="p"/>
                                </m:rPr>
                                <a:rPr lang="en-US" sz="1600">
                                  <a:solidFill>
                                    <a:schemeClr val="bg1"/>
                                  </a:solidFill>
                                  <a:latin typeface="Cambria Math" panose="02040503050406030204" pitchFamily="18" charset="0"/>
                                </a:rPr>
                                <m:t>θ</m:t>
                              </m:r>
                            </m:e>
                            <m:sup>
                              <m:r>
                                <a:rPr lang="en-US" sz="1600" i="1">
                                  <a:solidFill>
                                    <a:schemeClr val="bg1"/>
                                  </a:solidFill>
                                  <a:latin typeface="Cambria Math" panose="02040503050406030204" pitchFamily="18" charset="0"/>
                                </a:rPr>
                                <m:t>3</m:t>
                              </m:r>
                            </m:sup>
                          </m:sSup>
                        </m:num>
                        <m:den>
                          <m:r>
                            <a:rPr lang="en-US" sz="1600" i="1">
                              <a:solidFill>
                                <a:schemeClr val="bg1"/>
                              </a:solidFill>
                              <a:latin typeface="Cambria Math" panose="02040503050406030204" pitchFamily="18" charset="0"/>
                            </a:rPr>
                            <m:t>6</m:t>
                          </m:r>
                        </m:den>
                      </m:f>
                      <m:r>
                        <a:rPr lang="en-US" sz="1600" i="1">
                          <a:solidFill>
                            <a:schemeClr val="bg1"/>
                          </a:solidFill>
                          <a:latin typeface="Cambria Math" panose="02040503050406030204" pitchFamily="18" charset="0"/>
                        </a:rPr>
                        <m:t>+</m:t>
                      </m:r>
                      <m:f>
                        <m:fPr>
                          <m:ctrlPr>
                            <a:rPr lang="en-US" sz="1600" i="1">
                              <a:solidFill>
                                <a:schemeClr val="bg1"/>
                              </a:solidFill>
                              <a:latin typeface="Cambria Math" panose="02040503050406030204" pitchFamily="18" charset="0"/>
                            </a:rPr>
                          </m:ctrlPr>
                        </m:fPr>
                        <m:num>
                          <m:sSup>
                            <m:sSupPr>
                              <m:ctrlPr>
                                <a:rPr lang="en-US" sz="1600" i="1">
                                  <a:solidFill>
                                    <a:schemeClr val="bg1"/>
                                  </a:solidFill>
                                  <a:latin typeface="Cambria Math" panose="02040503050406030204" pitchFamily="18" charset="0"/>
                                </a:rPr>
                              </m:ctrlPr>
                            </m:sSupPr>
                            <m:e>
                              <m:r>
                                <m:rPr>
                                  <m:sty m:val="p"/>
                                </m:rPr>
                                <a:rPr lang="en-US" sz="1600">
                                  <a:solidFill>
                                    <a:schemeClr val="bg1"/>
                                  </a:solidFill>
                                  <a:latin typeface="Cambria Math" panose="02040503050406030204" pitchFamily="18" charset="0"/>
                                </a:rPr>
                                <m:t>θ</m:t>
                              </m:r>
                            </m:e>
                            <m:sup>
                              <m:r>
                                <a:rPr lang="en-US" sz="1600" i="1">
                                  <a:solidFill>
                                    <a:schemeClr val="bg1"/>
                                  </a:solidFill>
                                  <a:latin typeface="Cambria Math" panose="02040503050406030204" pitchFamily="18" charset="0"/>
                                </a:rPr>
                                <m:t>4</m:t>
                              </m:r>
                            </m:sup>
                          </m:sSup>
                        </m:num>
                        <m:den>
                          <m:r>
                            <a:rPr lang="en-US" sz="1600" i="1">
                              <a:solidFill>
                                <a:schemeClr val="bg1"/>
                              </a:solidFill>
                              <a:latin typeface="Cambria Math" panose="02040503050406030204" pitchFamily="18" charset="0"/>
                            </a:rPr>
                            <m:t>24</m:t>
                          </m:r>
                        </m:den>
                      </m:f>
                      <m:r>
                        <a:rPr lang="en-US" sz="1600" i="1">
                          <a:solidFill>
                            <a:schemeClr val="bg1"/>
                          </a:solidFill>
                          <a:latin typeface="Cambria Math" panose="02040503050406030204" pitchFamily="18" charset="0"/>
                        </a:rPr>
                        <m:t>…</m:t>
                      </m:r>
                    </m:oMath>
                  </m:oMathPara>
                </a14:m>
                <a:endParaRPr lang="en-US" sz="1600" i="1" dirty="0">
                  <a:solidFill>
                    <a:schemeClr val="bg1"/>
                  </a:solidFill>
                  <a:latin typeface="Cambria Math" panose="02040503050406030204" pitchFamily="18" charset="0"/>
                </a:endParaRPr>
              </a:p>
              <a:p>
                <a:pPr algn="ctr" fontAlgn="base">
                  <a:spcBef>
                    <a:spcPct val="0"/>
                  </a:spcBef>
                  <a:spcAft>
                    <a:spcPct val="0"/>
                  </a:spcAft>
                </a:pPr>
                <a:endParaRPr lang="en-US" sz="1600" i="1" dirty="0">
                  <a:solidFill>
                    <a:schemeClr val="bg1"/>
                  </a:solidFill>
                  <a:latin typeface="Cambria Math" panose="02040503050406030204" pitchFamily="18" charset="0"/>
                </a:endParaRPr>
              </a:p>
              <a:p>
                <a:pPr algn="ctr" fontAlgn="base">
                  <a:spcBef>
                    <a:spcPct val="0"/>
                  </a:spcBef>
                  <a:spcAft>
                    <a:spcPct val="0"/>
                  </a:spcAft>
                </a:pPr>
                <a14:m>
                  <m:oMathPara xmlns:m="http://schemas.openxmlformats.org/officeDocument/2006/math">
                    <m:oMathParaPr>
                      <m:jc m:val="left"/>
                    </m:oMathParaPr>
                    <m:oMath xmlns:m="http://schemas.openxmlformats.org/officeDocument/2006/math">
                      <m:func>
                        <m:funcPr>
                          <m:ctrlPr>
                            <a:rPr lang="en-US" sz="1600" i="1">
                              <a:solidFill>
                                <a:schemeClr val="bg1"/>
                              </a:solidFill>
                              <a:latin typeface="Cambria Math" panose="02040503050406030204" pitchFamily="18" charset="0"/>
                            </a:rPr>
                          </m:ctrlPr>
                        </m:funcPr>
                        <m:fName>
                          <m:r>
                            <m:rPr>
                              <m:sty m:val="p"/>
                            </m:rPr>
                            <a:rPr lang="en-US" sz="1600">
                              <a:solidFill>
                                <a:schemeClr val="bg1"/>
                              </a:solidFill>
                              <a:latin typeface="Cambria Math" panose="02040503050406030204" pitchFamily="18" charset="0"/>
                            </a:rPr>
                            <m:t>cos</m:t>
                          </m:r>
                        </m:fName>
                        <m:e>
                          <m:d>
                            <m:dPr>
                              <m:ctrlPr>
                                <a:rPr lang="en-US" sz="1600" i="1">
                                  <a:solidFill>
                                    <a:schemeClr val="bg1"/>
                                  </a:solidFill>
                                  <a:latin typeface="Cambria Math" panose="02040503050406030204" pitchFamily="18" charset="0"/>
                                </a:rPr>
                              </m:ctrlPr>
                            </m:dPr>
                            <m:e>
                              <m:r>
                                <m:rPr>
                                  <m:sty m:val="p"/>
                                </m:rPr>
                                <a:rPr lang="en-US" sz="1600">
                                  <a:solidFill>
                                    <a:schemeClr val="bg1"/>
                                  </a:solidFill>
                                  <a:latin typeface="Cambria Math" panose="02040503050406030204" pitchFamily="18" charset="0"/>
                                </a:rPr>
                                <m:t>θ</m:t>
                              </m:r>
                            </m:e>
                          </m:d>
                        </m:e>
                      </m:func>
                      <m:r>
                        <a:rPr lang="en-US" sz="1600">
                          <a:solidFill>
                            <a:schemeClr val="bg1"/>
                          </a:solidFill>
                          <a:latin typeface="Cambria Math" panose="02040503050406030204" pitchFamily="18" charset="0"/>
                        </a:rPr>
                        <m:t>=1</m:t>
                      </m:r>
                      <m:r>
                        <a:rPr lang="en-US" sz="1600" i="1">
                          <a:solidFill>
                            <a:schemeClr val="bg1"/>
                          </a:solidFill>
                          <a:latin typeface="Cambria Math" panose="02040503050406030204" pitchFamily="18" charset="0"/>
                        </a:rPr>
                        <m:t>−</m:t>
                      </m:r>
                      <m:r>
                        <a:rPr lang="en-US" sz="1600">
                          <a:solidFill>
                            <a:schemeClr val="bg1"/>
                          </a:solidFill>
                          <a:latin typeface="Cambria Math" panose="02040503050406030204" pitchFamily="18" charset="0"/>
                        </a:rPr>
                        <m:t> </m:t>
                      </m:r>
                      <m:f>
                        <m:fPr>
                          <m:ctrlPr>
                            <a:rPr lang="en-US" sz="1600" i="1">
                              <a:solidFill>
                                <a:schemeClr val="bg1"/>
                              </a:solidFill>
                              <a:latin typeface="Cambria Math" panose="02040503050406030204" pitchFamily="18" charset="0"/>
                            </a:rPr>
                          </m:ctrlPr>
                        </m:fPr>
                        <m:num>
                          <m:sSup>
                            <m:sSupPr>
                              <m:ctrlPr>
                                <a:rPr lang="en-US" sz="1600" i="1">
                                  <a:solidFill>
                                    <a:schemeClr val="bg1"/>
                                  </a:solidFill>
                                  <a:latin typeface="Cambria Math" panose="02040503050406030204" pitchFamily="18" charset="0"/>
                                </a:rPr>
                              </m:ctrlPr>
                            </m:sSupPr>
                            <m:e>
                              <m:r>
                                <m:rPr>
                                  <m:sty m:val="p"/>
                                </m:rPr>
                                <a:rPr lang="en-US" sz="1600">
                                  <a:solidFill>
                                    <a:schemeClr val="bg1"/>
                                  </a:solidFill>
                                  <a:latin typeface="Cambria Math" panose="02040503050406030204" pitchFamily="18" charset="0"/>
                                </a:rPr>
                                <m:t>θ</m:t>
                              </m:r>
                            </m:e>
                            <m:sup>
                              <m:r>
                                <a:rPr lang="en-US" sz="1600">
                                  <a:solidFill>
                                    <a:schemeClr val="bg1"/>
                                  </a:solidFill>
                                  <a:latin typeface="Cambria Math" panose="02040503050406030204" pitchFamily="18" charset="0"/>
                                </a:rPr>
                                <m:t>2</m:t>
                              </m:r>
                            </m:sup>
                          </m:sSup>
                        </m:num>
                        <m:den>
                          <m:r>
                            <a:rPr lang="en-US" sz="1600">
                              <a:solidFill>
                                <a:schemeClr val="bg1"/>
                              </a:solidFill>
                              <a:latin typeface="Cambria Math" panose="02040503050406030204" pitchFamily="18" charset="0"/>
                            </a:rPr>
                            <m:t>2!</m:t>
                          </m:r>
                        </m:den>
                      </m:f>
                      <m:r>
                        <a:rPr lang="en-US" sz="1600">
                          <a:solidFill>
                            <a:schemeClr val="bg1"/>
                          </a:solidFill>
                          <a:latin typeface="Cambria Math" panose="02040503050406030204" pitchFamily="18" charset="0"/>
                        </a:rPr>
                        <m:t>+</m:t>
                      </m:r>
                      <m:f>
                        <m:fPr>
                          <m:ctrlPr>
                            <a:rPr lang="en-US" sz="1600" i="1">
                              <a:solidFill>
                                <a:schemeClr val="bg1"/>
                              </a:solidFill>
                              <a:latin typeface="Cambria Math" panose="02040503050406030204" pitchFamily="18" charset="0"/>
                            </a:rPr>
                          </m:ctrlPr>
                        </m:fPr>
                        <m:num>
                          <m:sSup>
                            <m:sSupPr>
                              <m:ctrlPr>
                                <a:rPr lang="en-US" sz="1600" i="1">
                                  <a:solidFill>
                                    <a:schemeClr val="bg1"/>
                                  </a:solidFill>
                                  <a:latin typeface="Cambria Math" panose="02040503050406030204" pitchFamily="18" charset="0"/>
                                </a:rPr>
                              </m:ctrlPr>
                            </m:sSupPr>
                            <m:e>
                              <m:r>
                                <m:rPr>
                                  <m:sty m:val="p"/>
                                </m:rPr>
                                <a:rPr lang="en-US" sz="1600">
                                  <a:solidFill>
                                    <a:schemeClr val="bg1"/>
                                  </a:solidFill>
                                  <a:latin typeface="Cambria Math" panose="02040503050406030204" pitchFamily="18" charset="0"/>
                                </a:rPr>
                                <m:t>θ</m:t>
                              </m:r>
                            </m:e>
                            <m:sup>
                              <m:r>
                                <a:rPr lang="en-US" sz="1600">
                                  <a:solidFill>
                                    <a:schemeClr val="bg1"/>
                                  </a:solidFill>
                                  <a:latin typeface="Cambria Math" panose="02040503050406030204" pitchFamily="18" charset="0"/>
                                </a:rPr>
                                <m:t>4</m:t>
                              </m:r>
                            </m:sup>
                          </m:sSup>
                        </m:num>
                        <m:den>
                          <m:r>
                            <a:rPr lang="en-US" sz="1600">
                              <a:solidFill>
                                <a:schemeClr val="bg1"/>
                              </a:solidFill>
                              <a:latin typeface="Cambria Math" panose="02040503050406030204" pitchFamily="18" charset="0"/>
                            </a:rPr>
                            <m:t>4!</m:t>
                          </m:r>
                        </m:den>
                      </m:f>
                      <m:r>
                        <a:rPr lang="en-US" sz="1600" i="1">
                          <a:solidFill>
                            <a:schemeClr val="bg1"/>
                          </a:solidFill>
                          <a:latin typeface="Cambria Math" panose="02040503050406030204" pitchFamily="18" charset="0"/>
                        </a:rPr>
                        <m:t>−</m:t>
                      </m:r>
                      <m:f>
                        <m:fPr>
                          <m:ctrlPr>
                            <a:rPr lang="en-US" sz="1600" i="1">
                              <a:solidFill>
                                <a:schemeClr val="bg1"/>
                              </a:solidFill>
                              <a:latin typeface="Cambria Math" panose="02040503050406030204" pitchFamily="18" charset="0"/>
                            </a:rPr>
                          </m:ctrlPr>
                        </m:fPr>
                        <m:num>
                          <m:sSup>
                            <m:sSupPr>
                              <m:ctrlPr>
                                <a:rPr lang="en-US" sz="1600" i="1">
                                  <a:solidFill>
                                    <a:schemeClr val="bg1"/>
                                  </a:solidFill>
                                  <a:latin typeface="Cambria Math" panose="02040503050406030204" pitchFamily="18" charset="0"/>
                                </a:rPr>
                              </m:ctrlPr>
                            </m:sSupPr>
                            <m:e>
                              <m:r>
                                <m:rPr>
                                  <m:sty m:val="p"/>
                                </m:rPr>
                                <a:rPr lang="en-US" sz="1600">
                                  <a:solidFill>
                                    <a:schemeClr val="bg1"/>
                                  </a:solidFill>
                                  <a:latin typeface="Cambria Math" panose="02040503050406030204" pitchFamily="18" charset="0"/>
                                </a:rPr>
                                <m:t>θ</m:t>
                              </m:r>
                            </m:e>
                            <m:sup>
                              <m:r>
                                <a:rPr lang="en-US" sz="1600">
                                  <a:solidFill>
                                    <a:schemeClr val="bg1"/>
                                  </a:solidFill>
                                  <a:latin typeface="Cambria Math" panose="02040503050406030204" pitchFamily="18" charset="0"/>
                                </a:rPr>
                                <m:t>6</m:t>
                              </m:r>
                            </m:sup>
                          </m:sSup>
                        </m:num>
                        <m:den>
                          <m:r>
                            <a:rPr lang="en-US" sz="1600">
                              <a:solidFill>
                                <a:schemeClr val="bg1"/>
                              </a:solidFill>
                              <a:latin typeface="Cambria Math" panose="02040503050406030204" pitchFamily="18" charset="0"/>
                            </a:rPr>
                            <m:t>6!</m:t>
                          </m:r>
                        </m:den>
                      </m:f>
                      <m:r>
                        <a:rPr lang="en-US" sz="1600">
                          <a:solidFill>
                            <a:schemeClr val="bg1"/>
                          </a:solidFill>
                          <a:latin typeface="Cambria Math" panose="02040503050406030204" pitchFamily="18" charset="0"/>
                        </a:rPr>
                        <m:t>…</m:t>
                      </m:r>
                      <m:r>
                        <a:rPr lang="en-US" sz="1600" i="1">
                          <a:solidFill>
                            <a:schemeClr val="bg1"/>
                          </a:solidFill>
                          <a:latin typeface="Cambria Math" panose="02040503050406030204" pitchFamily="18" charset="0"/>
                        </a:rPr>
                        <m:t>=</m:t>
                      </m:r>
                      <m:r>
                        <a:rPr lang="en-US" sz="1600">
                          <a:solidFill>
                            <a:schemeClr val="bg1"/>
                          </a:solidFill>
                          <a:latin typeface="Cambria Math" panose="02040503050406030204" pitchFamily="18" charset="0"/>
                        </a:rPr>
                        <m:t>1</m:t>
                      </m:r>
                      <m:r>
                        <a:rPr lang="en-US" sz="1600" i="1">
                          <a:solidFill>
                            <a:schemeClr val="bg1"/>
                          </a:solidFill>
                          <a:latin typeface="Cambria Math" panose="02040503050406030204" pitchFamily="18" charset="0"/>
                        </a:rPr>
                        <m:t>−</m:t>
                      </m:r>
                      <m:r>
                        <a:rPr lang="en-US" sz="1600">
                          <a:solidFill>
                            <a:schemeClr val="bg1"/>
                          </a:solidFill>
                          <a:latin typeface="Cambria Math" panose="02040503050406030204" pitchFamily="18" charset="0"/>
                        </a:rPr>
                        <m:t> </m:t>
                      </m:r>
                      <m:f>
                        <m:fPr>
                          <m:ctrlPr>
                            <a:rPr lang="en-US" sz="1600" i="1">
                              <a:solidFill>
                                <a:schemeClr val="bg1"/>
                              </a:solidFill>
                              <a:latin typeface="Cambria Math" panose="02040503050406030204" pitchFamily="18" charset="0"/>
                            </a:rPr>
                          </m:ctrlPr>
                        </m:fPr>
                        <m:num>
                          <m:sSup>
                            <m:sSupPr>
                              <m:ctrlPr>
                                <a:rPr lang="en-US" sz="1600" i="1">
                                  <a:solidFill>
                                    <a:schemeClr val="bg1"/>
                                  </a:solidFill>
                                  <a:latin typeface="Cambria Math" panose="02040503050406030204" pitchFamily="18" charset="0"/>
                                </a:rPr>
                              </m:ctrlPr>
                            </m:sSupPr>
                            <m:e>
                              <m:r>
                                <m:rPr>
                                  <m:sty m:val="p"/>
                                </m:rPr>
                                <a:rPr lang="en-US" sz="1600">
                                  <a:solidFill>
                                    <a:schemeClr val="bg1"/>
                                  </a:solidFill>
                                  <a:latin typeface="Cambria Math" panose="02040503050406030204" pitchFamily="18" charset="0"/>
                                </a:rPr>
                                <m:t>θ</m:t>
                              </m:r>
                            </m:e>
                            <m:sup>
                              <m:r>
                                <a:rPr lang="en-US" sz="1600">
                                  <a:solidFill>
                                    <a:schemeClr val="bg1"/>
                                  </a:solidFill>
                                  <a:latin typeface="Cambria Math" panose="02040503050406030204" pitchFamily="18" charset="0"/>
                                </a:rPr>
                                <m:t>2</m:t>
                              </m:r>
                            </m:sup>
                          </m:sSup>
                        </m:num>
                        <m:den>
                          <m:r>
                            <a:rPr lang="en-US" sz="1600">
                              <a:solidFill>
                                <a:schemeClr val="bg1"/>
                              </a:solidFill>
                              <a:latin typeface="Cambria Math" panose="02040503050406030204" pitchFamily="18" charset="0"/>
                            </a:rPr>
                            <m:t>2</m:t>
                          </m:r>
                        </m:den>
                      </m:f>
                      <m:r>
                        <a:rPr lang="en-US" sz="1600">
                          <a:solidFill>
                            <a:schemeClr val="bg1"/>
                          </a:solidFill>
                          <a:latin typeface="Cambria Math" panose="02040503050406030204" pitchFamily="18" charset="0"/>
                        </a:rPr>
                        <m:t>+</m:t>
                      </m:r>
                      <m:f>
                        <m:fPr>
                          <m:ctrlPr>
                            <a:rPr lang="en-US" sz="1600" i="1">
                              <a:solidFill>
                                <a:schemeClr val="bg1"/>
                              </a:solidFill>
                              <a:latin typeface="Cambria Math" panose="02040503050406030204" pitchFamily="18" charset="0"/>
                            </a:rPr>
                          </m:ctrlPr>
                        </m:fPr>
                        <m:num>
                          <m:sSup>
                            <m:sSupPr>
                              <m:ctrlPr>
                                <a:rPr lang="en-US" sz="1600" i="1">
                                  <a:solidFill>
                                    <a:schemeClr val="bg1"/>
                                  </a:solidFill>
                                  <a:latin typeface="Cambria Math" panose="02040503050406030204" pitchFamily="18" charset="0"/>
                                </a:rPr>
                              </m:ctrlPr>
                            </m:sSupPr>
                            <m:e>
                              <m:r>
                                <m:rPr>
                                  <m:sty m:val="p"/>
                                </m:rPr>
                                <a:rPr lang="en-US" sz="1600">
                                  <a:solidFill>
                                    <a:schemeClr val="bg1"/>
                                  </a:solidFill>
                                  <a:latin typeface="Cambria Math" panose="02040503050406030204" pitchFamily="18" charset="0"/>
                                </a:rPr>
                                <m:t>θ</m:t>
                              </m:r>
                            </m:e>
                            <m:sup>
                              <m:r>
                                <a:rPr lang="en-US" sz="1600">
                                  <a:solidFill>
                                    <a:schemeClr val="bg1"/>
                                  </a:solidFill>
                                  <a:latin typeface="Cambria Math" panose="02040503050406030204" pitchFamily="18" charset="0"/>
                                </a:rPr>
                                <m:t>4</m:t>
                              </m:r>
                            </m:sup>
                          </m:sSup>
                        </m:num>
                        <m:den>
                          <m:r>
                            <a:rPr lang="en-US" sz="1600">
                              <a:solidFill>
                                <a:schemeClr val="bg1"/>
                              </a:solidFill>
                              <a:latin typeface="Cambria Math" panose="02040503050406030204" pitchFamily="18" charset="0"/>
                            </a:rPr>
                            <m:t>24</m:t>
                          </m:r>
                        </m:den>
                      </m:f>
                      <m:r>
                        <a:rPr lang="en-US" sz="1600" i="1">
                          <a:solidFill>
                            <a:schemeClr val="bg1"/>
                          </a:solidFill>
                          <a:latin typeface="Cambria Math" panose="02040503050406030204" pitchFamily="18" charset="0"/>
                        </a:rPr>
                        <m:t>−</m:t>
                      </m:r>
                      <m:f>
                        <m:fPr>
                          <m:ctrlPr>
                            <a:rPr lang="en-US" sz="1600" i="1">
                              <a:solidFill>
                                <a:schemeClr val="bg1"/>
                              </a:solidFill>
                              <a:latin typeface="Cambria Math" panose="02040503050406030204" pitchFamily="18" charset="0"/>
                            </a:rPr>
                          </m:ctrlPr>
                        </m:fPr>
                        <m:num>
                          <m:sSup>
                            <m:sSupPr>
                              <m:ctrlPr>
                                <a:rPr lang="en-US" sz="1600" i="1">
                                  <a:solidFill>
                                    <a:schemeClr val="bg1"/>
                                  </a:solidFill>
                                  <a:latin typeface="Cambria Math" panose="02040503050406030204" pitchFamily="18" charset="0"/>
                                </a:rPr>
                              </m:ctrlPr>
                            </m:sSupPr>
                            <m:e>
                              <m:r>
                                <m:rPr>
                                  <m:sty m:val="p"/>
                                </m:rPr>
                                <a:rPr lang="en-US" sz="1600">
                                  <a:solidFill>
                                    <a:schemeClr val="bg1"/>
                                  </a:solidFill>
                                  <a:latin typeface="Cambria Math" panose="02040503050406030204" pitchFamily="18" charset="0"/>
                                </a:rPr>
                                <m:t>θ</m:t>
                              </m:r>
                            </m:e>
                            <m:sup>
                              <m:r>
                                <a:rPr lang="en-US" sz="1600">
                                  <a:solidFill>
                                    <a:schemeClr val="bg1"/>
                                  </a:solidFill>
                                  <a:latin typeface="Cambria Math" panose="02040503050406030204" pitchFamily="18" charset="0"/>
                                </a:rPr>
                                <m:t>6</m:t>
                              </m:r>
                            </m:sup>
                          </m:sSup>
                        </m:num>
                        <m:den>
                          <m:r>
                            <a:rPr lang="en-US" sz="1600">
                              <a:solidFill>
                                <a:schemeClr val="bg1"/>
                              </a:solidFill>
                              <a:latin typeface="Cambria Math" panose="02040503050406030204" pitchFamily="18" charset="0"/>
                            </a:rPr>
                            <m:t>720</m:t>
                          </m:r>
                        </m:den>
                      </m:f>
                      <m:r>
                        <a:rPr lang="en-US" sz="1600">
                          <a:solidFill>
                            <a:schemeClr val="bg1"/>
                          </a:solidFill>
                          <a:latin typeface="Cambria Math" panose="02040503050406030204" pitchFamily="18" charset="0"/>
                        </a:rPr>
                        <m:t>….</m:t>
                      </m:r>
                      <m:r>
                        <m:rPr>
                          <m:sty m:val="p"/>
                        </m:rPr>
                        <a:rPr lang="en-US" sz="1600">
                          <a:solidFill>
                            <a:schemeClr val="bg1"/>
                          </a:solidFill>
                          <a:latin typeface="Cambria Math" panose="02040503050406030204" pitchFamily="18" charset="0"/>
                        </a:rPr>
                        <m:t>For</m:t>
                      </m:r>
                      <m:r>
                        <a:rPr lang="en-US" sz="1600">
                          <a:solidFill>
                            <a:schemeClr val="bg1"/>
                          </a:solidFill>
                          <a:latin typeface="Cambria Math" panose="02040503050406030204" pitchFamily="18" charset="0"/>
                        </a:rPr>
                        <m:t> </m:t>
                      </m:r>
                      <m:r>
                        <m:rPr>
                          <m:sty m:val="p"/>
                        </m:rPr>
                        <a:rPr lang="en-US" sz="1600">
                          <a:solidFill>
                            <a:schemeClr val="bg1"/>
                          </a:solidFill>
                          <a:latin typeface="Cambria Math" panose="02040503050406030204" pitchFamily="18" charset="0"/>
                        </a:rPr>
                        <m:t>θ</m:t>
                      </m:r>
                      <m:r>
                        <a:rPr lang="en-US" sz="1600" i="1">
                          <a:solidFill>
                            <a:schemeClr val="bg1"/>
                          </a:solidFill>
                          <a:latin typeface="Cambria Math" panose="02040503050406030204" pitchFamily="18" charset="0"/>
                        </a:rPr>
                        <m:t>=0˚,</m:t>
                      </m:r>
                      <m:func>
                        <m:funcPr>
                          <m:ctrlPr>
                            <a:rPr lang="en-US" sz="1600" i="1">
                              <a:solidFill>
                                <a:schemeClr val="bg1"/>
                              </a:solidFill>
                              <a:latin typeface="Cambria Math" panose="02040503050406030204" pitchFamily="18" charset="0"/>
                            </a:rPr>
                          </m:ctrlPr>
                        </m:funcPr>
                        <m:fName>
                          <m:r>
                            <m:rPr>
                              <m:sty m:val="p"/>
                            </m:rPr>
                            <a:rPr lang="en-US" sz="1600">
                              <a:solidFill>
                                <a:schemeClr val="bg1"/>
                              </a:solidFill>
                              <a:latin typeface="Cambria Math" panose="02040503050406030204" pitchFamily="18" charset="0"/>
                            </a:rPr>
                            <m:t>cos</m:t>
                          </m:r>
                        </m:fName>
                        <m:e>
                          <m:d>
                            <m:dPr>
                              <m:ctrlPr>
                                <a:rPr lang="en-US" sz="1600" i="1">
                                  <a:solidFill>
                                    <a:schemeClr val="bg1"/>
                                  </a:solidFill>
                                  <a:latin typeface="Cambria Math" panose="02040503050406030204" pitchFamily="18" charset="0"/>
                                </a:rPr>
                              </m:ctrlPr>
                            </m:dPr>
                            <m:e>
                              <m:r>
                                <m:rPr>
                                  <m:sty m:val="p"/>
                                </m:rPr>
                                <a:rPr lang="en-US" sz="1600">
                                  <a:solidFill>
                                    <a:schemeClr val="bg1"/>
                                  </a:solidFill>
                                  <a:latin typeface="Cambria Math" panose="02040503050406030204" pitchFamily="18" charset="0"/>
                                </a:rPr>
                                <m:t>θ</m:t>
                              </m:r>
                            </m:e>
                          </m:d>
                        </m:e>
                      </m:func>
                      <m:r>
                        <a:rPr lang="en-US" sz="1600">
                          <a:solidFill>
                            <a:schemeClr val="bg1"/>
                          </a:solidFill>
                          <a:latin typeface="Cambria Math" panose="02040503050406030204" pitchFamily="18" charset="0"/>
                        </a:rPr>
                        <m:t>=1.</m:t>
                      </m:r>
                    </m:oMath>
                  </m:oMathPara>
                </a14:m>
                <a:endParaRPr lang="en-US" sz="1600" dirty="0">
                  <a:solidFill>
                    <a:schemeClr val="bg1"/>
                  </a:solidFill>
                </a:endParaRPr>
              </a:p>
              <a:p>
                <a:pPr algn="ctr" fontAlgn="base">
                  <a:spcBef>
                    <a:spcPct val="0"/>
                  </a:spcBef>
                  <a:spcAft>
                    <a:spcPct val="0"/>
                  </a:spcAft>
                </a:pPr>
                <a:endParaRPr lang="en-US" sz="1600" i="1" dirty="0">
                  <a:solidFill>
                    <a:schemeClr val="bg1"/>
                  </a:solidFill>
                  <a:latin typeface="Cambria Math" panose="02040503050406030204" pitchFamily="18" charset="0"/>
                </a:endParaRPr>
              </a:p>
              <a:p>
                <a:pPr algn="ctr" fontAlgn="base">
                  <a:spcBef>
                    <a:spcPct val="0"/>
                  </a:spcBef>
                  <a:spcAft>
                    <a:spcPct val="0"/>
                  </a:spcAft>
                </a:pPr>
                <a14:m>
                  <m:oMathPara xmlns:m="http://schemas.openxmlformats.org/officeDocument/2006/math">
                    <m:oMathParaPr>
                      <m:jc m:val="left"/>
                    </m:oMathParaPr>
                    <m:oMath xmlns:m="http://schemas.openxmlformats.org/officeDocument/2006/math">
                      <m:func>
                        <m:funcPr>
                          <m:ctrlPr>
                            <a:rPr lang="en-US" sz="1600" i="1">
                              <a:solidFill>
                                <a:schemeClr val="bg1"/>
                              </a:solidFill>
                              <a:latin typeface="Cambria Math" panose="02040503050406030204" pitchFamily="18" charset="0"/>
                            </a:rPr>
                          </m:ctrlPr>
                        </m:funcPr>
                        <m:fName>
                          <m:r>
                            <m:rPr>
                              <m:sty m:val="p"/>
                            </m:rPr>
                            <a:rPr lang="en-US" sz="1600">
                              <a:solidFill>
                                <a:schemeClr val="bg1"/>
                              </a:solidFill>
                              <a:latin typeface="Cambria Math" panose="02040503050406030204" pitchFamily="18" charset="0"/>
                            </a:rPr>
                            <m:t>sin</m:t>
                          </m:r>
                        </m:fName>
                        <m:e>
                          <m:d>
                            <m:dPr>
                              <m:ctrlPr>
                                <a:rPr lang="en-US" sz="1600" i="1">
                                  <a:solidFill>
                                    <a:schemeClr val="bg1"/>
                                  </a:solidFill>
                                  <a:latin typeface="Cambria Math" panose="02040503050406030204" pitchFamily="18" charset="0"/>
                                </a:rPr>
                              </m:ctrlPr>
                            </m:dPr>
                            <m:e>
                              <m:r>
                                <m:rPr>
                                  <m:sty m:val="p"/>
                                </m:rPr>
                                <a:rPr lang="en-US" sz="1600">
                                  <a:solidFill>
                                    <a:schemeClr val="bg1"/>
                                  </a:solidFill>
                                  <a:latin typeface="Cambria Math" panose="02040503050406030204" pitchFamily="18" charset="0"/>
                                </a:rPr>
                                <m:t>θ</m:t>
                              </m:r>
                            </m:e>
                          </m:d>
                        </m:e>
                      </m:func>
                      <m:r>
                        <a:rPr lang="en-US" sz="1600">
                          <a:solidFill>
                            <a:schemeClr val="bg1"/>
                          </a:solidFill>
                          <a:latin typeface="Cambria Math" panose="02040503050406030204" pitchFamily="18" charset="0"/>
                        </a:rPr>
                        <m:t>=</m:t>
                      </m:r>
                      <m:r>
                        <m:rPr>
                          <m:sty m:val="p"/>
                        </m:rPr>
                        <a:rPr lang="en-US" sz="1600">
                          <a:solidFill>
                            <a:schemeClr val="bg1"/>
                          </a:solidFill>
                          <a:latin typeface="Cambria Math" panose="02040503050406030204" pitchFamily="18" charset="0"/>
                        </a:rPr>
                        <m:t>θ</m:t>
                      </m:r>
                      <m:r>
                        <a:rPr lang="en-US" sz="1600" i="1">
                          <a:solidFill>
                            <a:schemeClr val="bg1"/>
                          </a:solidFill>
                          <a:latin typeface="Cambria Math" panose="02040503050406030204" pitchFamily="18" charset="0"/>
                        </a:rPr>
                        <m:t>−</m:t>
                      </m:r>
                      <m:r>
                        <a:rPr lang="en-US" sz="1600">
                          <a:solidFill>
                            <a:schemeClr val="bg1"/>
                          </a:solidFill>
                          <a:latin typeface="Cambria Math" panose="02040503050406030204" pitchFamily="18" charset="0"/>
                        </a:rPr>
                        <m:t> </m:t>
                      </m:r>
                      <m:f>
                        <m:fPr>
                          <m:ctrlPr>
                            <a:rPr lang="en-US" sz="1600" i="1">
                              <a:solidFill>
                                <a:schemeClr val="bg1"/>
                              </a:solidFill>
                              <a:latin typeface="Cambria Math" panose="02040503050406030204" pitchFamily="18" charset="0"/>
                            </a:rPr>
                          </m:ctrlPr>
                        </m:fPr>
                        <m:num>
                          <m:sSup>
                            <m:sSupPr>
                              <m:ctrlPr>
                                <a:rPr lang="en-US" sz="1600" i="1">
                                  <a:solidFill>
                                    <a:schemeClr val="bg1"/>
                                  </a:solidFill>
                                  <a:latin typeface="Cambria Math" panose="02040503050406030204" pitchFamily="18" charset="0"/>
                                </a:rPr>
                              </m:ctrlPr>
                            </m:sSupPr>
                            <m:e>
                              <m:r>
                                <m:rPr>
                                  <m:sty m:val="p"/>
                                </m:rPr>
                                <a:rPr lang="en-US" sz="1600">
                                  <a:solidFill>
                                    <a:schemeClr val="bg1"/>
                                  </a:solidFill>
                                  <a:latin typeface="Cambria Math" panose="02040503050406030204" pitchFamily="18" charset="0"/>
                                </a:rPr>
                                <m:t>θ</m:t>
                              </m:r>
                            </m:e>
                            <m:sup>
                              <m:r>
                                <a:rPr lang="en-US" sz="1600">
                                  <a:solidFill>
                                    <a:schemeClr val="bg1"/>
                                  </a:solidFill>
                                  <a:latin typeface="Cambria Math" panose="02040503050406030204" pitchFamily="18" charset="0"/>
                                </a:rPr>
                                <m:t>3</m:t>
                              </m:r>
                            </m:sup>
                          </m:sSup>
                        </m:num>
                        <m:den>
                          <m:r>
                            <a:rPr lang="en-US" sz="1600">
                              <a:solidFill>
                                <a:schemeClr val="bg1"/>
                              </a:solidFill>
                              <a:latin typeface="Cambria Math" panose="02040503050406030204" pitchFamily="18" charset="0"/>
                            </a:rPr>
                            <m:t>3!</m:t>
                          </m:r>
                        </m:den>
                      </m:f>
                      <m:r>
                        <a:rPr lang="en-US" sz="1600">
                          <a:solidFill>
                            <a:schemeClr val="bg1"/>
                          </a:solidFill>
                          <a:latin typeface="Cambria Math" panose="02040503050406030204" pitchFamily="18" charset="0"/>
                        </a:rPr>
                        <m:t>+</m:t>
                      </m:r>
                      <m:f>
                        <m:fPr>
                          <m:ctrlPr>
                            <a:rPr lang="en-US" sz="1600" i="1">
                              <a:solidFill>
                                <a:schemeClr val="bg1"/>
                              </a:solidFill>
                              <a:latin typeface="Cambria Math" panose="02040503050406030204" pitchFamily="18" charset="0"/>
                            </a:rPr>
                          </m:ctrlPr>
                        </m:fPr>
                        <m:num>
                          <m:sSup>
                            <m:sSupPr>
                              <m:ctrlPr>
                                <a:rPr lang="en-US" sz="1600" i="1">
                                  <a:solidFill>
                                    <a:schemeClr val="bg1"/>
                                  </a:solidFill>
                                  <a:latin typeface="Cambria Math" panose="02040503050406030204" pitchFamily="18" charset="0"/>
                                </a:rPr>
                              </m:ctrlPr>
                            </m:sSupPr>
                            <m:e>
                              <m:r>
                                <m:rPr>
                                  <m:sty m:val="p"/>
                                </m:rPr>
                                <a:rPr lang="en-US" sz="1600">
                                  <a:solidFill>
                                    <a:schemeClr val="bg1"/>
                                  </a:solidFill>
                                  <a:latin typeface="Cambria Math" panose="02040503050406030204" pitchFamily="18" charset="0"/>
                                </a:rPr>
                                <m:t>θ</m:t>
                              </m:r>
                            </m:e>
                            <m:sup>
                              <m:r>
                                <a:rPr lang="en-US" sz="1600">
                                  <a:solidFill>
                                    <a:schemeClr val="bg1"/>
                                  </a:solidFill>
                                  <a:latin typeface="Cambria Math" panose="02040503050406030204" pitchFamily="18" charset="0"/>
                                </a:rPr>
                                <m:t>5</m:t>
                              </m:r>
                            </m:sup>
                          </m:sSup>
                        </m:num>
                        <m:den>
                          <m:r>
                            <a:rPr lang="en-US" sz="1600">
                              <a:solidFill>
                                <a:schemeClr val="bg1"/>
                              </a:solidFill>
                              <a:latin typeface="Cambria Math" panose="02040503050406030204" pitchFamily="18" charset="0"/>
                            </a:rPr>
                            <m:t>5!</m:t>
                          </m:r>
                        </m:den>
                      </m:f>
                      <m:r>
                        <a:rPr lang="en-US" sz="1600" i="1">
                          <a:solidFill>
                            <a:schemeClr val="bg1"/>
                          </a:solidFill>
                          <a:latin typeface="Cambria Math" panose="02040503050406030204" pitchFamily="18" charset="0"/>
                        </a:rPr>
                        <m:t>−</m:t>
                      </m:r>
                      <m:f>
                        <m:fPr>
                          <m:ctrlPr>
                            <a:rPr lang="en-US" sz="1600" i="1">
                              <a:solidFill>
                                <a:schemeClr val="bg1"/>
                              </a:solidFill>
                              <a:latin typeface="Cambria Math" panose="02040503050406030204" pitchFamily="18" charset="0"/>
                            </a:rPr>
                          </m:ctrlPr>
                        </m:fPr>
                        <m:num>
                          <m:sSup>
                            <m:sSupPr>
                              <m:ctrlPr>
                                <a:rPr lang="en-US" sz="1600" i="1">
                                  <a:solidFill>
                                    <a:schemeClr val="bg1"/>
                                  </a:solidFill>
                                  <a:latin typeface="Cambria Math" panose="02040503050406030204" pitchFamily="18" charset="0"/>
                                </a:rPr>
                              </m:ctrlPr>
                            </m:sSupPr>
                            <m:e>
                              <m:r>
                                <m:rPr>
                                  <m:sty m:val="p"/>
                                </m:rPr>
                                <a:rPr lang="en-US" sz="1600">
                                  <a:solidFill>
                                    <a:schemeClr val="bg1"/>
                                  </a:solidFill>
                                  <a:latin typeface="Cambria Math" panose="02040503050406030204" pitchFamily="18" charset="0"/>
                                </a:rPr>
                                <m:t>θ</m:t>
                              </m:r>
                            </m:e>
                            <m:sup>
                              <m:r>
                                <a:rPr lang="en-US" sz="1600">
                                  <a:solidFill>
                                    <a:schemeClr val="bg1"/>
                                  </a:solidFill>
                                  <a:latin typeface="Cambria Math" panose="02040503050406030204" pitchFamily="18" charset="0"/>
                                </a:rPr>
                                <m:t>7</m:t>
                              </m:r>
                            </m:sup>
                          </m:sSup>
                        </m:num>
                        <m:den>
                          <m:r>
                            <a:rPr lang="en-US" sz="1600">
                              <a:solidFill>
                                <a:schemeClr val="bg1"/>
                              </a:solidFill>
                              <a:latin typeface="Cambria Math" panose="02040503050406030204" pitchFamily="18" charset="0"/>
                            </a:rPr>
                            <m:t>7!</m:t>
                          </m:r>
                        </m:den>
                      </m:f>
                      <m:r>
                        <a:rPr lang="en-US" sz="1600">
                          <a:solidFill>
                            <a:schemeClr val="bg1"/>
                          </a:solidFill>
                          <a:latin typeface="Cambria Math" panose="02040503050406030204" pitchFamily="18" charset="0"/>
                        </a:rPr>
                        <m:t>… =</m:t>
                      </m:r>
                      <m:r>
                        <m:rPr>
                          <m:sty m:val="p"/>
                        </m:rPr>
                        <a:rPr lang="en-US" sz="1600">
                          <a:solidFill>
                            <a:schemeClr val="bg1"/>
                          </a:solidFill>
                          <a:latin typeface="Cambria Math" panose="02040503050406030204" pitchFamily="18" charset="0"/>
                        </a:rPr>
                        <m:t>θ</m:t>
                      </m:r>
                      <m:r>
                        <a:rPr lang="en-US" sz="1600" i="1">
                          <a:solidFill>
                            <a:schemeClr val="bg1"/>
                          </a:solidFill>
                          <a:latin typeface="Cambria Math" panose="02040503050406030204" pitchFamily="18" charset="0"/>
                        </a:rPr>
                        <m:t>−</m:t>
                      </m:r>
                      <m:r>
                        <a:rPr lang="en-US" sz="1600">
                          <a:solidFill>
                            <a:schemeClr val="bg1"/>
                          </a:solidFill>
                          <a:latin typeface="Cambria Math" panose="02040503050406030204" pitchFamily="18" charset="0"/>
                        </a:rPr>
                        <m:t> </m:t>
                      </m:r>
                      <m:f>
                        <m:fPr>
                          <m:ctrlPr>
                            <a:rPr lang="en-US" sz="1600" i="1">
                              <a:solidFill>
                                <a:schemeClr val="bg1"/>
                              </a:solidFill>
                              <a:latin typeface="Cambria Math" panose="02040503050406030204" pitchFamily="18" charset="0"/>
                            </a:rPr>
                          </m:ctrlPr>
                        </m:fPr>
                        <m:num>
                          <m:sSup>
                            <m:sSupPr>
                              <m:ctrlPr>
                                <a:rPr lang="en-US" sz="1600" i="1">
                                  <a:solidFill>
                                    <a:schemeClr val="bg1"/>
                                  </a:solidFill>
                                  <a:latin typeface="Cambria Math" panose="02040503050406030204" pitchFamily="18" charset="0"/>
                                </a:rPr>
                              </m:ctrlPr>
                            </m:sSupPr>
                            <m:e>
                              <m:r>
                                <m:rPr>
                                  <m:sty m:val="p"/>
                                </m:rPr>
                                <a:rPr lang="en-US" sz="1600">
                                  <a:solidFill>
                                    <a:schemeClr val="bg1"/>
                                  </a:solidFill>
                                  <a:latin typeface="Cambria Math" panose="02040503050406030204" pitchFamily="18" charset="0"/>
                                </a:rPr>
                                <m:t>θ</m:t>
                              </m:r>
                            </m:e>
                            <m:sup>
                              <m:r>
                                <a:rPr lang="en-US" sz="1600">
                                  <a:solidFill>
                                    <a:schemeClr val="bg1"/>
                                  </a:solidFill>
                                  <a:latin typeface="Cambria Math" panose="02040503050406030204" pitchFamily="18" charset="0"/>
                                </a:rPr>
                                <m:t>3</m:t>
                              </m:r>
                            </m:sup>
                          </m:sSup>
                        </m:num>
                        <m:den>
                          <m:r>
                            <a:rPr lang="en-US" sz="1600">
                              <a:solidFill>
                                <a:schemeClr val="bg1"/>
                              </a:solidFill>
                              <a:latin typeface="Cambria Math" panose="02040503050406030204" pitchFamily="18" charset="0"/>
                            </a:rPr>
                            <m:t>6</m:t>
                          </m:r>
                        </m:den>
                      </m:f>
                      <m:r>
                        <a:rPr lang="en-US" sz="1600">
                          <a:solidFill>
                            <a:schemeClr val="bg1"/>
                          </a:solidFill>
                          <a:latin typeface="Cambria Math" panose="02040503050406030204" pitchFamily="18" charset="0"/>
                        </a:rPr>
                        <m:t>+</m:t>
                      </m:r>
                      <m:f>
                        <m:fPr>
                          <m:ctrlPr>
                            <a:rPr lang="en-US" sz="1600" i="1">
                              <a:solidFill>
                                <a:schemeClr val="bg1"/>
                              </a:solidFill>
                              <a:latin typeface="Cambria Math" panose="02040503050406030204" pitchFamily="18" charset="0"/>
                            </a:rPr>
                          </m:ctrlPr>
                        </m:fPr>
                        <m:num>
                          <m:sSup>
                            <m:sSupPr>
                              <m:ctrlPr>
                                <a:rPr lang="en-US" sz="1600" i="1">
                                  <a:solidFill>
                                    <a:schemeClr val="bg1"/>
                                  </a:solidFill>
                                  <a:latin typeface="Cambria Math" panose="02040503050406030204" pitchFamily="18" charset="0"/>
                                </a:rPr>
                              </m:ctrlPr>
                            </m:sSupPr>
                            <m:e>
                              <m:r>
                                <m:rPr>
                                  <m:sty m:val="p"/>
                                </m:rPr>
                                <a:rPr lang="en-US" sz="1600">
                                  <a:solidFill>
                                    <a:schemeClr val="bg1"/>
                                  </a:solidFill>
                                  <a:latin typeface="Cambria Math" panose="02040503050406030204" pitchFamily="18" charset="0"/>
                                </a:rPr>
                                <m:t>θ</m:t>
                              </m:r>
                            </m:e>
                            <m:sup>
                              <m:r>
                                <a:rPr lang="en-US" sz="1600">
                                  <a:solidFill>
                                    <a:schemeClr val="bg1"/>
                                  </a:solidFill>
                                  <a:latin typeface="Cambria Math" panose="02040503050406030204" pitchFamily="18" charset="0"/>
                                </a:rPr>
                                <m:t>5</m:t>
                              </m:r>
                            </m:sup>
                          </m:sSup>
                        </m:num>
                        <m:den>
                          <m:r>
                            <a:rPr lang="en-US" sz="1600">
                              <a:solidFill>
                                <a:schemeClr val="bg1"/>
                              </a:solidFill>
                              <a:latin typeface="Cambria Math" panose="02040503050406030204" pitchFamily="18" charset="0"/>
                            </a:rPr>
                            <m:t>120</m:t>
                          </m:r>
                        </m:den>
                      </m:f>
                      <m:r>
                        <a:rPr lang="en-US" sz="1600" i="1">
                          <a:solidFill>
                            <a:schemeClr val="bg1"/>
                          </a:solidFill>
                          <a:latin typeface="Cambria Math" panose="02040503050406030204" pitchFamily="18" charset="0"/>
                        </a:rPr>
                        <m:t>−</m:t>
                      </m:r>
                      <m:f>
                        <m:fPr>
                          <m:ctrlPr>
                            <a:rPr lang="en-US" sz="1600" i="1">
                              <a:solidFill>
                                <a:schemeClr val="bg1"/>
                              </a:solidFill>
                              <a:latin typeface="Cambria Math" panose="02040503050406030204" pitchFamily="18" charset="0"/>
                            </a:rPr>
                          </m:ctrlPr>
                        </m:fPr>
                        <m:num>
                          <m:sSup>
                            <m:sSupPr>
                              <m:ctrlPr>
                                <a:rPr lang="en-US" sz="1600" i="1">
                                  <a:solidFill>
                                    <a:schemeClr val="bg1"/>
                                  </a:solidFill>
                                  <a:latin typeface="Cambria Math" panose="02040503050406030204" pitchFamily="18" charset="0"/>
                                </a:rPr>
                              </m:ctrlPr>
                            </m:sSupPr>
                            <m:e>
                              <m:r>
                                <m:rPr>
                                  <m:sty m:val="p"/>
                                </m:rPr>
                                <a:rPr lang="en-US" sz="1600">
                                  <a:solidFill>
                                    <a:schemeClr val="bg1"/>
                                  </a:solidFill>
                                  <a:latin typeface="Cambria Math" panose="02040503050406030204" pitchFamily="18" charset="0"/>
                                </a:rPr>
                                <m:t>θ</m:t>
                              </m:r>
                            </m:e>
                            <m:sup>
                              <m:r>
                                <a:rPr lang="en-US" sz="1600">
                                  <a:solidFill>
                                    <a:schemeClr val="bg1"/>
                                  </a:solidFill>
                                  <a:latin typeface="Cambria Math" panose="02040503050406030204" pitchFamily="18" charset="0"/>
                                </a:rPr>
                                <m:t>7</m:t>
                              </m:r>
                            </m:sup>
                          </m:sSup>
                        </m:num>
                        <m:den>
                          <m:r>
                            <a:rPr lang="en-US" sz="1600">
                              <a:solidFill>
                                <a:schemeClr val="bg1"/>
                              </a:solidFill>
                              <a:latin typeface="Cambria Math" panose="02040503050406030204" pitchFamily="18" charset="0"/>
                            </a:rPr>
                            <m:t>5040</m:t>
                          </m:r>
                        </m:den>
                      </m:f>
                      <m:r>
                        <a:rPr lang="en-US" sz="1600">
                          <a:solidFill>
                            <a:schemeClr val="bg1"/>
                          </a:solidFill>
                          <a:latin typeface="Cambria Math" panose="02040503050406030204" pitchFamily="18" charset="0"/>
                        </a:rPr>
                        <m:t>…. </m:t>
                      </m:r>
                      <m:r>
                        <m:rPr>
                          <m:sty m:val="p"/>
                        </m:rPr>
                        <a:rPr lang="en-US" sz="1600">
                          <a:solidFill>
                            <a:schemeClr val="bg1"/>
                          </a:solidFill>
                          <a:latin typeface="Cambria Math" panose="02040503050406030204" pitchFamily="18" charset="0"/>
                        </a:rPr>
                        <m:t>For</m:t>
                      </m:r>
                      <m:r>
                        <a:rPr lang="en-US" sz="1600">
                          <a:solidFill>
                            <a:schemeClr val="bg1"/>
                          </a:solidFill>
                          <a:latin typeface="Cambria Math" panose="02040503050406030204" pitchFamily="18" charset="0"/>
                        </a:rPr>
                        <m:t> </m:t>
                      </m:r>
                      <m:r>
                        <m:rPr>
                          <m:sty m:val="p"/>
                        </m:rPr>
                        <a:rPr lang="en-US" sz="1600">
                          <a:solidFill>
                            <a:schemeClr val="bg1"/>
                          </a:solidFill>
                          <a:latin typeface="Cambria Math" panose="02040503050406030204" pitchFamily="18" charset="0"/>
                        </a:rPr>
                        <m:t>θ</m:t>
                      </m:r>
                      <m:r>
                        <a:rPr lang="en-US" sz="1600" i="1">
                          <a:solidFill>
                            <a:schemeClr val="bg1"/>
                          </a:solidFill>
                          <a:latin typeface="Cambria Math" panose="02040503050406030204" pitchFamily="18" charset="0"/>
                        </a:rPr>
                        <m:t>=0˚,</m:t>
                      </m:r>
                      <m:func>
                        <m:funcPr>
                          <m:ctrlPr>
                            <a:rPr lang="en-US" sz="1600" i="1">
                              <a:solidFill>
                                <a:schemeClr val="bg1"/>
                              </a:solidFill>
                              <a:latin typeface="Cambria Math" panose="02040503050406030204" pitchFamily="18" charset="0"/>
                            </a:rPr>
                          </m:ctrlPr>
                        </m:funcPr>
                        <m:fName>
                          <m:r>
                            <m:rPr>
                              <m:sty m:val="p"/>
                            </m:rPr>
                            <a:rPr lang="en-US" sz="1600">
                              <a:solidFill>
                                <a:schemeClr val="bg1"/>
                              </a:solidFill>
                              <a:latin typeface="Cambria Math" panose="02040503050406030204" pitchFamily="18" charset="0"/>
                            </a:rPr>
                            <m:t>sin</m:t>
                          </m:r>
                        </m:fName>
                        <m:e>
                          <m:d>
                            <m:dPr>
                              <m:ctrlPr>
                                <a:rPr lang="en-US" sz="1600" i="1">
                                  <a:solidFill>
                                    <a:schemeClr val="bg1"/>
                                  </a:solidFill>
                                  <a:latin typeface="Cambria Math" panose="02040503050406030204" pitchFamily="18" charset="0"/>
                                </a:rPr>
                              </m:ctrlPr>
                            </m:dPr>
                            <m:e>
                              <m:r>
                                <m:rPr>
                                  <m:sty m:val="p"/>
                                </m:rPr>
                                <a:rPr lang="en-US" sz="1600">
                                  <a:solidFill>
                                    <a:schemeClr val="bg1"/>
                                  </a:solidFill>
                                  <a:latin typeface="Cambria Math" panose="02040503050406030204" pitchFamily="18" charset="0"/>
                                </a:rPr>
                                <m:t>θ</m:t>
                              </m:r>
                            </m:e>
                          </m:d>
                        </m:e>
                      </m:func>
                      <m:r>
                        <a:rPr lang="en-US" sz="1600">
                          <a:solidFill>
                            <a:schemeClr val="bg1"/>
                          </a:solidFill>
                          <a:latin typeface="Cambria Math" panose="02040503050406030204" pitchFamily="18" charset="0"/>
                        </a:rPr>
                        <m:t>=0.</m:t>
                      </m:r>
                    </m:oMath>
                  </m:oMathPara>
                </a14:m>
                <a:endParaRPr lang="en-US" sz="1600" dirty="0">
                  <a:solidFill>
                    <a:schemeClr val="bg1"/>
                  </a:solidFill>
                </a:endParaRPr>
              </a:p>
              <a:p>
                <a:pPr algn="ctr" fontAlgn="base">
                  <a:spcBef>
                    <a:spcPct val="0"/>
                  </a:spcBef>
                  <a:spcAft>
                    <a:spcPct val="0"/>
                  </a:spcAft>
                </a:pPr>
                <a:endParaRPr lang="en-US" sz="1600" dirty="0">
                  <a:solidFill>
                    <a:schemeClr val="bg1"/>
                  </a:solidFill>
                  <a:latin typeface="Cambria Math" panose="02040503050406030204" pitchFamily="18" charset="0"/>
                </a:endParaRPr>
              </a:p>
              <a:p>
                <a:pPr algn="ctr">
                  <a:spcAft>
                    <a:spcPts val="1200"/>
                  </a:spcAft>
                </a:pPr>
                <a14:m>
                  <m:oMathPara xmlns:m="http://schemas.openxmlformats.org/officeDocument/2006/math">
                    <m:oMathParaPr>
                      <m:jc m:val="left"/>
                    </m:oMathParaPr>
                    <m:oMath xmlns:m="http://schemas.openxmlformats.org/officeDocument/2006/math">
                      <m:sSup>
                        <m:sSupPr>
                          <m:ctrlPr>
                            <a:rPr lang="en-US" sz="1600" i="1">
                              <a:solidFill>
                                <a:schemeClr val="bg1"/>
                              </a:solidFill>
                              <a:latin typeface="Cambria Math" panose="02040503050406030204" pitchFamily="18" charset="0"/>
                            </a:rPr>
                          </m:ctrlPr>
                        </m:sSupPr>
                        <m:e>
                          <m:r>
                            <m:rPr>
                              <m:sty m:val="p"/>
                            </m:rPr>
                            <a:rPr lang="en-US" sz="1600">
                              <a:solidFill>
                                <a:schemeClr val="bg1"/>
                              </a:solidFill>
                              <a:latin typeface="Cambria Math" panose="02040503050406030204" pitchFamily="18" charset="0"/>
                            </a:rPr>
                            <m:t>e</m:t>
                          </m:r>
                        </m:e>
                        <m:sup>
                          <m:r>
                            <m:rPr>
                              <m:sty m:val="p"/>
                            </m:rPr>
                            <a:rPr lang="en-US" sz="1600">
                              <a:solidFill>
                                <a:schemeClr val="bg1"/>
                              </a:solidFill>
                              <a:latin typeface="Cambria Math" panose="02040503050406030204" pitchFamily="18" charset="0"/>
                            </a:rPr>
                            <m:t>jθ</m:t>
                          </m:r>
                        </m:sup>
                      </m:sSup>
                      <m:r>
                        <a:rPr lang="en-US" sz="1600" i="1">
                          <a:solidFill>
                            <a:schemeClr val="bg1"/>
                          </a:solidFill>
                          <a:latin typeface="Cambria Math" panose="02040503050406030204" pitchFamily="18" charset="0"/>
                        </a:rPr>
                        <m:t>=1+</m:t>
                      </m:r>
                      <m:r>
                        <m:rPr>
                          <m:sty m:val="p"/>
                        </m:rPr>
                        <a:rPr lang="en-US" sz="1600">
                          <a:solidFill>
                            <a:schemeClr val="bg1"/>
                          </a:solidFill>
                          <a:latin typeface="Cambria Math" panose="02040503050406030204" pitchFamily="18" charset="0"/>
                        </a:rPr>
                        <m:t>jθ</m:t>
                      </m:r>
                      <m:r>
                        <a:rPr lang="en-US" sz="1600" i="1">
                          <a:solidFill>
                            <a:schemeClr val="bg1"/>
                          </a:solidFill>
                          <a:latin typeface="Cambria Math" panose="02040503050406030204" pitchFamily="18" charset="0"/>
                        </a:rPr>
                        <m:t>+ </m:t>
                      </m:r>
                      <m:f>
                        <m:fPr>
                          <m:ctrlPr>
                            <a:rPr lang="en-US" sz="1600" i="1">
                              <a:solidFill>
                                <a:schemeClr val="bg1"/>
                              </a:solidFill>
                              <a:latin typeface="Cambria Math" panose="02040503050406030204" pitchFamily="18" charset="0"/>
                            </a:rPr>
                          </m:ctrlPr>
                        </m:fPr>
                        <m:num>
                          <m:sSup>
                            <m:sSupPr>
                              <m:ctrlPr>
                                <a:rPr lang="en-US" sz="1600" i="1">
                                  <a:solidFill>
                                    <a:schemeClr val="bg1"/>
                                  </a:solidFill>
                                  <a:latin typeface="Cambria Math" panose="02040503050406030204" pitchFamily="18" charset="0"/>
                                </a:rPr>
                              </m:ctrlPr>
                            </m:sSupPr>
                            <m:e>
                              <m:d>
                                <m:dPr>
                                  <m:ctrlPr>
                                    <a:rPr lang="en-US" sz="1600" i="1">
                                      <a:solidFill>
                                        <a:schemeClr val="bg1"/>
                                      </a:solidFill>
                                      <a:latin typeface="Cambria Math" panose="02040503050406030204" pitchFamily="18" charset="0"/>
                                    </a:rPr>
                                  </m:ctrlPr>
                                </m:dPr>
                                <m:e>
                                  <m:r>
                                    <m:rPr>
                                      <m:sty m:val="p"/>
                                    </m:rPr>
                                    <a:rPr lang="en-US" sz="1600">
                                      <a:solidFill>
                                        <a:schemeClr val="bg1"/>
                                      </a:solidFill>
                                      <a:latin typeface="Cambria Math" panose="02040503050406030204" pitchFamily="18" charset="0"/>
                                    </a:rPr>
                                    <m:t>jθ</m:t>
                                  </m:r>
                                </m:e>
                              </m:d>
                            </m:e>
                            <m:sup>
                              <m:r>
                                <a:rPr lang="en-US" sz="1600" i="1">
                                  <a:solidFill>
                                    <a:schemeClr val="bg1"/>
                                  </a:solidFill>
                                  <a:latin typeface="Cambria Math" panose="02040503050406030204" pitchFamily="18" charset="0"/>
                                </a:rPr>
                                <m:t>2</m:t>
                              </m:r>
                            </m:sup>
                          </m:sSup>
                        </m:num>
                        <m:den>
                          <m:r>
                            <a:rPr lang="en-US" sz="1600" i="1">
                              <a:solidFill>
                                <a:schemeClr val="bg1"/>
                              </a:solidFill>
                              <a:latin typeface="Cambria Math" panose="02040503050406030204" pitchFamily="18" charset="0"/>
                            </a:rPr>
                            <m:t>2!</m:t>
                          </m:r>
                        </m:den>
                      </m:f>
                      <m:r>
                        <a:rPr lang="en-US" sz="1600" i="1">
                          <a:solidFill>
                            <a:schemeClr val="bg1"/>
                          </a:solidFill>
                          <a:latin typeface="Cambria Math" panose="02040503050406030204" pitchFamily="18" charset="0"/>
                        </a:rPr>
                        <m:t>+</m:t>
                      </m:r>
                      <m:f>
                        <m:fPr>
                          <m:ctrlPr>
                            <a:rPr lang="en-US" sz="1600" i="1">
                              <a:solidFill>
                                <a:schemeClr val="bg1"/>
                              </a:solidFill>
                              <a:latin typeface="Cambria Math" panose="02040503050406030204" pitchFamily="18" charset="0"/>
                            </a:rPr>
                          </m:ctrlPr>
                        </m:fPr>
                        <m:num>
                          <m:sSup>
                            <m:sSupPr>
                              <m:ctrlPr>
                                <a:rPr lang="en-US" sz="1600" i="1">
                                  <a:solidFill>
                                    <a:schemeClr val="bg1"/>
                                  </a:solidFill>
                                  <a:latin typeface="Cambria Math" panose="02040503050406030204" pitchFamily="18" charset="0"/>
                                </a:rPr>
                              </m:ctrlPr>
                            </m:sSupPr>
                            <m:e>
                              <m:d>
                                <m:dPr>
                                  <m:ctrlPr>
                                    <a:rPr lang="en-US" sz="1600" i="1">
                                      <a:solidFill>
                                        <a:schemeClr val="bg1"/>
                                      </a:solidFill>
                                      <a:latin typeface="Cambria Math" panose="02040503050406030204" pitchFamily="18" charset="0"/>
                                    </a:rPr>
                                  </m:ctrlPr>
                                </m:dPr>
                                <m:e>
                                  <m:r>
                                    <m:rPr>
                                      <m:sty m:val="p"/>
                                    </m:rPr>
                                    <a:rPr lang="en-US" sz="1600">
                                      <a:solidFill>
                                        <a:schemeClr val="bg1"/>
                                      </a:solidFill>
                                      <a:latin typeface="Cambria Math" panose="02040503050406030204" pitchFamily="18" charset="0"/>
                                    </a:rPr>
                                    <m:t>jθ</m:t>
                                  </m:r>
                                </m:e>
                              </m:d>
                            </m:e>
                            <m:sup>
                              <m:r>
                                <a:rPr lang="en-US" sz="1600" i="1">
                                  <a:solidFill>
                                    <a:schemeClr val="bg1"/>
                                  </a:solidFill>
                                  <a:latin typeface="Cambria Math" panose="02040503050406030204" pitchFamily="18" charset="0"/>
                                </a:rPr>
                                <m:t>3</m:t>
                              </m:r>
                            </m:sup>
                          </m:sSup>
                        </m:num>
                        <m:den>
                          <m:r>
                            <a:rPr lang="en-US" sz="1600" i="1">
                              <a:solidFill>
                                <a:schemeClr val="bg1"/>
                              </a:solidFill>
                              <a:latin typeface="Cambria Math" panose="02040503050406030204" pitchFamily="18" charset="0"/>
                            </a:rPr>
                            <m:t>3!</m:t>
                          </m:r>
                        </m:den>
                      </m:f>
                      <m:r>
                        <a:rPr lang="en-US" sz="1600" i="1">
                          <a:solidFill>
                            <a:schemeClr val="bg1"/>
                          </a:solidFill>
                          <a:latin typeface="Cambria Math" panose="02040503050406030204" pitchFamily="18" charset="0"/>
                        </a:rPr>
                        <m:t>+</m:t>
                      </m:r>
                      <m:f>
                        <m:fPr>
                          <m:ctrlPr>
                            <a:rPr lang="en-US" sz="1600" i="1">
                              <a:solidFill>
                                <a:schemeClr val="bg1"/>
                              </a:solidFill>
                              <a:latin typeface="Cambria Math" panose="02040503050406030204" pitchFamily="18" charset="0"/>
                            </a:rPr>
                          </m:ctrlPr>
                        </m:fPr>
                        <m:num>
                          <m:sSup>
                            <m:sSupPr>
                              <m:ctrlPr>
                                <a:rPr lang="en-US" sz="1600" i="1">
                                  <a:solidFill>
                                    <a:schemeClr val="bg1"/>
                                  </a:solidFill>
                                  <a:latin typeface="Cambria Math" panose="02040503050406030204" pitchFamily="18" charset="0"/>
                                </a:rPr>
                              </m:ctrlPr>
                            </m:sSupPr>
                            <m:e>
                              <m:d>
                                <m:dPr>
                                  <m:ctrlPr>
                                    <a:rPr lang="en-US" sz="1600" i="1">
                                      <a:solidFill>
                                        <a:schemeClr val="bg1"/>
                                      </a:solidFill>
                                      <a:latin typeface="Cambria Math" panose="02040503050406030204" pitchFamily="18" charset="0"/>
                                    </a:rPr>
                                  </m:ctrlPr>
                                </m:dPr>
                                <m:e>
                                  <m:r>
                                    <m:rPr>
                                      <m:sty m:val="p"/>
                                    </m:rPr>
                                    <a:rPr lang="en-US" sz="1600">
                                      <a:solidFill>
                                        <a:schemeClr val="bg1"/>
                                      </a:solidFill>
                                      <a:latin typeface="Cambria Math" panose="02040503050406030204" pitchFamily="18" charset="0"/>
                                    </a:rPr>
                                    <m:t>jθ</m:t>
                                  </m:r>
                                </m:e>
                              </m:d>
                            </m:e>
                            <m:sup>
                              <m:r>
                                <a:rPr lang="en-US" sz="1600" i="1">
                                  <a:solidFill>
                                    <a:schemeClr val="bg1"/>
                                  </a:solidFill>
                                  <a:latin typeface="Cambria Math" panose="02040503050406030204" pitchFamily="18" charset="0"/>
                                </a:rPr>
                                <m:t>4</m:t>
                              </m:r>
                            </m:sup>
                          </m:sSup>
                        </m:num>
                        <m:den>
                          <m:r>
                            <a:rPr lang="en-US" sz="1600" i="1">
                              <a:solidFill>
                                <a:schemeClr val="bg1"/>
                              </a:solidFill>
                              <a:latin typeface="Cambria Math" panose="02040503050406030204" pitchFamily="18" charset="0"/>
                            </a:rPr>
                            <m:t>4!</m:t>
                          </m:r>
                        </m:den>
                      </m:f>
                      <m:r>
                        <a:rPr lang="en-US" sz="1600" i="1">
                          <a:solidFill>
                            <a:schemeClr val="bg1"/>
                          </a:solidFill>
                          <a:latin typeface="Cambria Math" panose="02040503050406030204" pitchFamily="18" charset="0"/>
                        </a:rPr>
                        <m:t>…=</m:t>
                      </m:r>
                      <m:d>
                        <m:dPr>
                          <m:ctrlPr>
                            <a:rPr lang="en-US" sz="1600" i="1">
                              <a:solidFill>
                                <a:schemeClr val="bg1"/>
                              </a:solidFill>
                              <a:latin typeface="Cambria Math" panose="02040503050406030204" pitchFamily="18" charset="0"/>
                            </a:rPr>
                          </m:ctrlPr>
                        </m:dPr>
                        <m:e>
                          <m:r>
                            <a:rPr lang="en-US" sz="1600" i="1">
                              <a:solidFill>
                                <a:schemeClr val="bg1"/>
                              </a:solidFill>
                              <a:latin typeface="Cambria Math" panose="02040503050406030204" pitchFamily="18" charset="0"/>
                            </a:rPr>
                            <m:t>1−</m:t>
                          </m:r>
                          <m:r>
                            <a:rPr lang="en-US" sz="1600">
                              <a:solidFill>
                                <a:schemeClr val="bg1"/>
                              </a:solidFill>
                              <a:latin typeface="Cambria Math" panose="02040503050406030204" pitchFamily="18" charset="0"/>
                            </a:rPr>
                            <m:t> </m:t>
                          </m:r>
                          <m:f>
                            <m:fPr>
                              <m:ctrlPr>
                                <a:rPr lang="en-US" sz="1600" i="1">
                                  <a:solidFill>
                                    <a:schemeClr val="bg1"/>
                                  </a:solidFill>
                                  <a:latin typeface="Cambria Math" panose="02040503050406030204" pitchFamily="18" charset="0"/>
                                </a:rPr>
                              </m:ctrlPr>
                            </m:fPr>
                            <m:num>
                              <m:sSup>
                                <m:sSupPr>
                                  <m:ctrlPr>
                                    <a:rPr lang="en-US" sz="1600" i="1">
                                      <a:solidFill>
                                        <a:schemeClr val="bg1"/>
                                      </a:solidFill>
                                      <a:latin typeface="Cambria Math" panose="02040503050406030204" pitchFamily="18" charset="0"/>
                                    </a:rPr>
                                  </m:ctrlPr>
                                </m:sSupPr>
                                <m:e>
                                  <m:r>
                                    <m:rPr>
                                      <m:sty m:val="p"/>
                                    </m:rPr>
                                    <a:rPr lang="en-US" sz="1600">
                                      <a:solidFill>
                                        <a:schemeClr val="bg1"/>
                                      </a:solidFill>
                                      <a:latin typeface="Cambria Math" panose="02040503050406030204" pitchFamily="18" charset="0"/>
                                    </a:rPr>
                                    <m:t>θ</m:t>
                                  </m:r>
                                </m:e>
                                <m:sup>
                                  <m:r>
                                    <a:rPr lang="en-US" sz="1600">
                                      <a:solidFill>
                                        <a:schemeClr val="bg1"/>
                                      </a:solidFill>
                                      <a:latin typeface="Cambria Math" panose="02040503050406030204" pitchFamily="18" charset="0"/>
                                    </a:rPr>
                                    <m:t>2</m:t>
                                  </m:r>
                                </m:sup>
                              </m:sSup>
                            </m:num>
                            <m:den>
                              <m:r>
                                <a:rPr lang="en-US" sz="1600">
                                  <a:solidFill>
                                    <a:schemeClr val="bg1"/>
                                  </a:solidFill>
                                  <a:latin typeface="Cambria Math" panose="02040503050406030204" pitchFamily="18" charset="0"/>
                                </a:rPr>
                                <m:t>2!</m:t>
                              </m:r>
                            </m:den>
                          </m:f>
                          <m:r>
                            <a:rPr lang="en-US" sz="1600">
                              <a:solidFill>
                                <a:schemeClr val="bg1"/>
                              </a:solidFill>
                              <a:latin typeface="Cambria Math" panose="02040503050406030204" pitchFamily="18" charset="0"/>
                            </a:rPr>
                            <m:t>+</m:t>
                          </m:r>
                          <m:f>
                            <m:fPr>
                              <m:ctrlPr>
                                <a:rPr lang="en-US" sz="1600" i="1">
                                  <a:solidFill>
                                    <a:schemeClr val="bg1"/>
                                  </a:solidFill>
                                  <a:latin typeface="Cambria Math" panose="02040503050406030204" pitchFamily="18" charset="0"/>
                                </a:rPr>
                              </m:ctrlPr>
                            </m:fPr>
                            <m:num>
                              <m:sSup>
                                <m:sSupPr>
                                  <m:ctrlPr>
                                    <a:rPr lang="en-US" sz="1600" i="1">
                                      <a:solidFill>
                                        <a:schemeClr val="bg1"/>
                                      </a:solidFill>
                                      <a:latin typeface="Cambria Math" panose="02040503050406030204" pitchFamily="18" charset="0"/>
                                    </a:rPr>
                                  </m:ctrlPr>
                                </m:sSupPr>
                                <m:e>
                                  <m:r>
                                    <m:rPr>
                                      <m:sty m:val="p"/>
                                    </m:rPr>
                                    <a:rPr lang="en-US" sz="1600">
                                      <a:solidFill>
                                        <a:schemeClr val="bg1"/>
                                      </a:solidFill>
                                      <a:latin typeface="Cambria Math" panose="02040503050406030204" pitchFamily="18" charset="0"/>
                                    </a:rPr>
                                    <m:t>θ</m:t>
                                  </m:r>
                                </m:e>
                                <m:sup>
                                  <m:r>
                                    <a:rPr lang="en-US" sz="1600">
                                      <a:solidFill>
                                        <a:schemeClr val="bg1"/>
                                      </a:solidFill>
                                      <a:latin typeface="Cambria Math" panose="02040503050406030204" pitchFamily="18" charset="0"/>
                                    </a:rPr>
                                    <m:t>4</m:t>
                                  </m:r>
                                </m:sup>
                              </m:sSup>
                            </m:num>
                            <m:den>
                              <m:r>
                                <a:rPr lang="en-US" sz="1600">
                                  <a:solidFill>
                                    <a:schemeClr val="bg1"/>
                                  </a:solidFill>
                                  <a:latin typeface="Cambria Math" panose="02040503050406030204" pitchFamily="18" charset="0"/>
                                </a:rPr>
                                <m:t>4!</m:t>
                              </m:r>
                            </m:den>
                          </m:f>
                          <m:r>
                            <a:rPr lang="en-US" sz="1600" i="1">
                              <a:solidFill>
                                <a:schemeClr val="bg1"/>
                              </a:solidFill>
                              <a:latin typeface="Cambria Math" panose="02040503050406030204" pitchFamily="18" charset="0"/>
                            </a:rPr>
                            <m:t>−</m:t>
                          </m:r>
                          <m:f>
                            <m:fPr>
                              <m:ctrlPr>
                                <a:rPr lang="en-US" sz="1600" i="1">
                                  <a:solidFill>
                                    <a:schemeClr val="bg1"/>
                                  </a:solidFill>
                                  <a:latin typeface="Cambria Math" panose="02040503050406030204" pitchFamily="18" charset="0"/>
                                </a:rPr>
                              </m:ctrlPr>
                            </m:fPr>
                            <m:num>
                              <m:sSup>
                                <m:sSupPr>
                                  <m:ctrlPr>
                                    <a:rPr lang="en-US" sz="1600" i="1">
                                      <a:solidFill>
                                        <a:schemeClr val="bg1"/>
                                      </a:solidFill>
                                      <a:latin typeface="Cambria Math" panose="02040503050406030204" pitchFamily="18" charset="0"/>
                                    </a:rPr>
                                  </m:ctrlPr>
                                </m:sSupPr>
                                <m:e>
                                  <m:r>
                                    <m:rPr>
                                      <m:sty m:val="p"/>
                                    </m:rPr>
                                    <a:rPr lang="en-US" sz="1600">
                                      <a:solidFill>
                                        <a:schemeClr val="bg1"/>
                                      </a:solidFill>
                                      <a:latin typeface="Cambria Math" panose="02040503050406030204" pitchFamily="18" charset="0"/>
                                    </a:rPr>
                                    <m:t>θ</m:t>
                                  </m:r>
                                </m:e>
                                <m:sup>
                                  <m:r>
                                    <a:rPr lang="en-US" sz="1600">
                                      <a:solidFill>
                                        <a:schemeClr val="bg1"/>
                                      </a:solidFill>
                                      <a:latin typeface="Cambria Math" panose="02040503050406030204" pitchFamily="18" charset="0"/>
                                    </a:rPr>
                                    <m:t>6</m:t>
                                  </m:r>
                                </m:sup>
                              </m:sSup>
                            </m:num>
                            <m:den>
                              <m:r>
                                <a:rPr lang="en-US" sz="1600">
                                  <a:solidFill>
                                    <a:schemeClr val="bg1"/>
                                  </a:solidFill>
                                  <a:latin typeface="Cambria Math" panose="02040503050406030204" pitchFamily="18" charset="0"/>
                                </a:rPr>
                                <m:t>6!</m:t>
                              </m:r>
                            </m:den>
                          </m:f>
                          <m:r>
                            <a:rPr lang="en-US" sz="1600">
                              <a:solidFill>
                                <a:schemeClr val="bg1"/>
                              </a:solidFill>
                              <a:latin typeface="Cambria Math" panose="02040503050406030204" pitchFamily="18" charset="0"/>
                            </a:rPr>
                            <m:t>…</m:t>
                          </m:r>
                        </m:e>
                      </m:d>
                      <m:r>
                        <a:rPr lang="en-US" sz="1600" i="1">
                          <a:solidFill>
                            <a:schemeClr val="bg1"/>
                          </a:solidFill>
                          <a:latin typeface="Cambria Math" panose="02040503050406030204" pitchFamily="18" charset="0"/>
                        </a:rPr>
                        <m:t>+</m:t>
                      </m:r>
                      <m:r>
                        <m:rPr>
                          <m:sty m:val="p"/>
                        </m:rPr>
                        <a:rPr lang="en-US" sz="1600">
                          <a:solidFill>
                            <a:schemeClr val="bg1"/>
                          </a:solidFill>
                          <a:latin typeface="Cambria Math" panose="02040503050406030204" pitchFamily="18" charset="0"/>
                        </a:rPr>
                        <m:t>j</m:t>
                      </m:r>
                      <m:d>
                        <m:dPr>
                          <m:ctrlPr>
                            <a:rPr lang="en-US" sz="1600" i="1">
                              <a:solidFill>
                                <a:schemeClr val="bg1"/>
                              </a:solidFill>
                              <a:latin typeface="Cambria Math" panose="02040503050406030204" pitchFamily="18" charset="0"/>
                            </a:rPr>
                          </m:ctrlPr>
                        </m:dPr>
                        <m:e>
                          <m:r>
                            <m:rPr>
                              <m:sty m:val="p"/>
                            </m:rPr>
                            <a:rPr lang="en-US" sz="1600">
                              <a:solidFill>
                                <a:schemeClr val="bg1"/>
                              </a:solidFill>
                              <a:latin typeface="Cambria Math" panose="02040503050406030204" pitchFamily="18" charset="0"/>
                            </a:rPr>
                            <m:t>θ</m:t>
                          </m:r>
                          <m:r>
                            <a:rPr lang="en-US" sz="1600" i="1">
                              <a:solidFill>
                                <a:schemeClr val="bg1"/>
                              </a:solidFill>
                              <a:latin typeface="Cambria Math" panose="02040503050406030204" pitchFamily="18" charset="0"/>
                            </a:rPr>
                            <m:t>−</m:t>
                          </m:r>
                          <m:r>
                            <a:rPr lang="en-US" sz="1600">
                              <a:solidFill>
                                <a:schemeClr val="bg1"/>
                              </a:solidFill>
                              <a:latin typeface="Cambria Math" panose="02040503050406030204" pitchFamily="18" charset="0"/>
                            </a:rPr>
                            <m:t> </m:t>
                          </m:r>
                          <m:f>
                            <m:fPr>
                              <m:ctrlPr>
                                <a:rPr lang="en-US" sz="1600" i="1">
                                  <a:solidFill>
                                    <a:schemeClr val="bg1"/>
                                  </a:solidFill>
                                  <a:latin typeface="Cambria Math" panose="02040503050406030204" pitchFamily="18" charset="0"/>
                                </a:rPr>
                              </m:ctrlPr>
                            </m:fPr>
                            <m:num>
                              <m:sSup>
                                <m:sSupPr>
                                  <m:ctrlPr>
                                    <a:rPr lang="en-US" sz="1600" i="1">
                                      <a:solidFill>
                                        <a:schemeClr val="bg1"/>
                                      </a:solidFill>
                                      <a:latin typeface="Cambria Math" panose="02040503050406030204" pitchFamily="18" charset="0"/>
                                    </a:rPr>
                                  </m:ctrlPr>
                                </m:sSupPr>
                                <m:e>
                                  <m:r>
                                    <m:rPr>
                                      <m:sty m:val="p"/>
                                    </m:rPr>
                                    <a:rPr lang="en-US" sz="1600">
                                      <a:solidFill>
                                        <a:schemeClr val="bg1"/>
                                      </a:solidFill>
                                      <a:latin typeface="Cambria Math" panose="02040503050406030204" pitchFamily="18" charset="0"/>
                                    </a:rPr>
                                    <m:t>θ</m:t>
                                  </m:r>
                                </m:e>
                                <m:sup>
                                  <m:r>
                                    <a:rPr lang="en-US" sz="1600">
                                      <a:solidFill>
                                        <a:schemeClr val="bg1"/>
                                      </a:solidFill>
                                      <a:latin typeface="Cambria Math" panose="02040503050406030204" pitchFamily="18" charset="0"/>
                                    </a:rPr>
                                    <m:t>3</m:t>
                                  </m:r>
                                </m:sup>
                              </m:sSup>
                            </m:num>
                            <m:den>
                              <m:r>
                                <a:rPr lang="en-US" sz="1600">
                                  <a:solidFill>
                                    <a:schemeClr val="bg1"/>
                                  </a:solidFill>
                                  <a:latin typeface="Cambria Math" panose="02040503050406030204" pitchFamily="18" charset="0"/>
                                </a:rPr>
                                <m:t>3!</m:t>
                              </m:r>
                            </m:den>
                          </m:f>
                          <m:r>
                            <a:rPr lang="en-US" sz="1600">
                              <a:solidFill>
                                <a:schemeClr val="bg1"/>
                              </a:solidFill>
                              <a:latin typeface="Cambria Math" panose="02040503050406030204" pitchFamily="18" charset="0"/>
                            </a:rPr>
                            <m:t>+</m:t>
                          </m:r>
                          <m:f>
                            <m:fPr>
                              <m:ctrlPr>
                                <a:rPr lang="en-US" sz="1600" i="1">
                                  <a:solidFill>
                                    <a:schemeClr val="bg1"/>
                                  </a:solidFill>
                                  <a:latin typeface="Cambria Math" panose="02040503050406030204" pitchFamily="18" charset="0"/>
                                </a:rPr>
                              </m:ctrlPr>
                            </m:fPr>
                            <m:num>
                              <m:sSup>
                                <m:sSupPr>
                                  <m:ctrlPr>
                                    <a:rPr lang="en-US" sz="1600" i="1">
                                      <a:solidFill>
                                        <a:schemeClr val="bg1"/>
                                      </a:solidFill>
                                      <a:latin typeface="Cambria Math" panose="02040503050406030204" pitchFamily="18" charset="0"/>
                                    </a:rPr>
                                  </m:ctrlPr>
                                </m:sSupPr>
                                <m:e>
                                  <m:r>
                                    <m:rPr>
                                      <m:sty m:val="p"/>
                                    </m:rPr>
                                    <a:rPr lang="en-US" sz="1600">
                                      <a:solidFill>
                                        <a:schemeClr val="bg1"/>
                                      </a:solidFill>
                                      <a:latin typeface="Cambria Math" panose="02040503050406030204" pitchFamily="18" charset="0"/>
                                    </a:rPr>
                                    <m:t>θ</m:t>
                                  </m:r>
                                </m:e>
                                <m:sup>
                                  <m:r>
                                    <a:rPr lang="en-US" sz="1600">
                                      <a:solidFill>
                                        <a:schemeClr val="bg1"/>
                                      </a:solidFill>
                                      <a:latin typeface="Cambria Math" panose="02040503050406030204" pitchFamily="18" charset="0"/>
                                    </a:rPr>
                                    <m:t>5</m:t>
                                  </m:r>
                                </m:sup>
                              </m:sSup>
                            </m:num>
                            <m:den>
                              <m:r>
                                <a:rPr lang="en-US" sz="1600">
                                  <a:solidFill>
                                    <a:schemeClr val="bg1"/>
                                  </a:solidFill>
                                  <a:latin typeface="Cambria Math" panose="02040503050406030204" pitchFamily="18" charset="0"/>
                                </a:rPr>
                                <m:t>5!</m:t>
                              </m:r>
                            </m:den>
                          </m:f>
                          <m:r>
                            <a:rPr lang="en-US" sz="1600" i="1">
                              <a:solidFill>
                                <a:schemeClr val="bg1"/>
                              </a:solidFill>
                              <a:latin typeface="Cambria Math" panose="02040503050406030204" pitchFamily="18" charset="0"/>
                            </a:rPr>
                            <m:t>−</m:t>
                          </m:r>
                          <m:f>
                            <m:fPr>
                              <m:ctrlPr>
                                <a:rPr lang="en-US" sz="1600" i="1">
                                  <a:solidFill>
                                    <a:schemeClr val="bg1"/>
                                  </a:solidFill>
                                  <a:latin typeface="Cambria Math" panose="02040503050406030204" pitchFamily="18" charset="0"/>
                                </a:rPr>
                              </m:ctrlPr>
                            </m:fPr>
                            <m:num>
                              <m:sSup>
                                <m:sSupPr>
                                  <m:ctrlPr>
                                    <a:rPr lang="en-US" sz="1600" i="1">
                                      <a:solidFill>
                                        <a:schemeClr val="bg1"/>
                                      </a:solidFill>
                                      <a:latin typeface="Cambria Math" panose="02040503050406030204" pitchFamily="18" charset="0"/>
                                    </a:rPr>
                                  </m:ctrlPr>
                                </m:sSupPr>
                                <m:e>
                                  <m:r>
                                    <m:rPr>
                                      <m:sty m:val="p"/>
                                    </m:rPr>
                                    <a:rPr lang="en-US" sz="1600">
                                      <a:solidFill>
                                        <a:schemeClr val="bg1"/>
                                      </a:solidFill>
                                      <a:latin typeface="Cambria Math" panose="02040503050406030204" pitchFamily="18" charset="0"/>
                                    </a:rPr>
                                    <m:t>θ</m:t>
                                  </m:r>
                                </m:e>
                                <m:sup>
                                  <m:r>
                                    <a:rPr lang="en-US" sz="1600">
                                      <a:solidFill>
                                        <a:schemeClr val="bg1"/>
                                      </a:solidFill>
                                      <a:latin typeface="Cambria Math" panose="02040503050406030204" pitchFamily="18" charset="0"/>
                                    </a:rPr>
                                    <m:t>7</m:t>
                                  </m:r>
                                </m:sup>
                              </m:sSup>
                            </m:num>
                            <m:den>
                              <m:r>
                                <a:rPr lang="en-US" sz="1600">
                                  <a:solidFill>
                                    <a:schemeClr val="bg1"/>
                                  </a:solidFill>
                                  <a:latin typeface="Cambria Math" panose="02040503050406030204" pitchFamily="18" charset="0"/>
                                </a:rPr>
                                <m:t>7!</m:t>
                              </m:r>
                            </m:den>
                          </m:f>
                          <m:r>
                            <a:rPr lang="en-US" sz="1600">
                              <a:solidFill>
                                <a:schemeClr val="bg1"/>
                              </a:solidFill>
                              <a:latin typeface="Cambria Math" panose="02040503050406030204" pitchFamily="18" charset="0"/>
                            </a:rPr>
                            <m:t>…</m:t>
                          </m:r>
                        </m:e>
                      </m:d>
                      <m:r>
                        <a:rPr lang="en-US" sz="1600" i="1">
                          <a:solidFill>
                            <a:schemeClr val="bg1"/>
                          </a:solidFill>
                          <a:latin typeface="Cambria Math" panose="02040503050406030204" pitchFamily="18" charset="0"/>
                        </a:rPr>
                        <m:t>.</m:t>
                      </m:r>
                    </m:oMath>
                  </m:oMathPara>
                </a14:m>
                <a:endParaRPr lang="en-US" sz="1600" i="1" dirty="0">
                  <a:solidFill>
                    <a:schemeClr val="bg1"/>
                  </a:solidFill>
                  <a:latin typeface="Cambria Math" panose="02040503050406030204" pitchFamily="18" charset="0"/>
                </a:endParaRPr>
              </a:p>
              <a:p>
                <a:pPr algn="ctr" fontAlgn="base">
                  <a:spcBef>
                    <a:spcPct val="0"/>
                  </a:spcBef>
                  <a:spcAft>
                    <a:spcPct val="0"/>
                  </a:spcAft>
                </a:pPr>
                <a:endParaRPr lang="en-US" sz="1600" dirty="0">
                  <a:solidFill>
                    <a:schemeClr val="bg1"/>
                  </a:solidFill>
                  <a:latin typeface="Cambria Math" panose="02040503050406030204" pitchFamily="18" charset="0"/>
                </a:endParaRPr>
              </a:p>
              <a:p>
                <a:pPr algn="ctr" defTabSz="685800">
                  <a:defRPr/>
                </a:pPr>
                <a14:m>
                  <m:oMath xmlns:m="http://schemas.openxmlformats.org/officeDocument/2006/math">
                    <m:sSup>
                      <m:sSupPr>
                        <m:ctrlPr>
                          <a:rPr lang="en-US" sz="1600" i="1" kern="0">
                            <a:solidFill>
                              <a:srgbClr val="000000"/>
                            </a:solidFill>
                            <a:latin typeface="Cambria Math" panose="02040503050406030204" pitchFamily="18" charset="0"/>
                            <a:ea typeface="Cambria Math" panose="02040503050406030204" pitchFamily="18" charset="0"/>
                          </a:rPr>
                        </m:ctrlPr>
                      </m:sSupPr>
                      <m:e>
                        <m:sSup>
                          <m:sSupPr>
                            <m:ctrlPr>
                              <a:rPr lang="en-US" sz="1600" b="1" i="1" kern="0">
                                <a:solidFill>
                                  <a:srgbClr val="000000"/>
                                </a:solidFill>
                                <a:latin typeface="Cambria Math" panose="02040503050406030204" pitchFamily="18" charset="0"/>
                                <a:ea typeface="Cambria Math" panose="02040503050406030204" pitchFamily="18" charset="0"/>
                              </a:rPr>
                            </m:ctrlPr>
                          </m:sSupPr>
                          <m:e>
                            <m:r>
                              <a:rPr lang="en-US" sz="1600" b="1" kern="0">
                                <a:solidFill>
                                  <a:srgbClr val="000000"/>
                                </a:solidFill>
                                <a:latin typeface="Cambria Math" panose="02040503050406030204" pitchFamily="18" charset="0"/>
                                <a:ea typeface="Cambria Math" panose="02040503050406030204" pitchFamily="18" charset="0"/>
                              </a:rPr>
                              <m:t>𝐄𝐮𝐥𝐞𝐫</m:t>
                            </m:r>
                          </m:e>
                          <m:sup>
                            <m:r>
                              <a:rPr lang="en-US" sz="1600" b="1" kern="0">
                                <a:solidFill>
                                  <a:srgbClr val="000000"/>
                                </a:solidFill>
                                <a:latin typeface="Cambria Math" panose="02040503050406030204" pitchFamily="18" charset="0"/>
                                <a:ea typeface="Cambria Math" panose="02040503050406030204" pitchFamily="18" charset="0"/>
                              </a:rPr>
                              <m:t>′</m:t>
                            </m:r>
                          </m:sup>
                        </m:sSup>
                        <m:r>
                          <a:rPr lang="en-US" sz="1600" b="1" kern="0">
                            <a:solidFill>
                              <a:srgbClr val="000000"/>
                            </a:solidFill>
                            <a:latin typeface="Cambria Math" panose="02040503050406030204" pitchFamily="18" charset="0"/>
                            <a:ea typeface="Cambria Math" panose="02040503050406030204" pitchFamily="18" charset="0"/>
                          </a:rPr>
                          <m:t>𝐬</m:t>
                        </m:r>
                        <m:r>
                          <a:rPr lang="en-US" sz="1600" b="1" kern="0">
                            <a:solidFill>
                              <a:srgbClr val="000000"/>
                            </a:solidFill>
                            <a:latin typeface="Cambria Math" panose="02040503050406030204" pitchFamily="18" charset="0"/>
                            <a:ea typeface="Cambria Math" panose="02040503050406030204" pitchFamily="18" charset="0"/>
                          </a:rPr>
                          <m:t> </m:t>
                        </m:r>
                        <m:r>
                          <a:rPr lang="en-US" sz="1600" b="1" kern="0">
                            <a:solidFill>
                              <a:srgbClr val="000000"/>
                            </a:solidFill>
                            <a:latin typeface="Cambria Math" panose="02040503050406030204" pitchFamily="18" charset="0"/>
                            <a:ea typeface="Cambria Math" panose="02040503050406030204" pitchFamily="18" charset="0"/>
                          </a:rPr>
                          <m:t>𝐅𝐨𝐫𝐦𝐮𝐥𝐚</m:t>
                        </m:r>
                        <m:r>
                          <a:rPr lang="en-US" sz="1600" kern="0">
                            <a:solidFill>
                              <a:srgbClr val="000000"/>
                            </a:solidFill>
                            <a:latin typeface="Cambria Math" panose="02040503050406030204" pitchFamily="18" charset="0"/>
                            <a:ea typeface="Cambria Math" panose="02040503050406030204" pitchFamily="18" charset="0"/>
                          </a:rPr>
                          <m:t>: </m:t>
                        </m:r>
                        <m:r>
                          <m:rPr>
                            <m:sty m:val="p"/>
                          </m:rPr>
                          <a:rPr lang="en-US" sz="1600" kern="0">
                            <a:solidFill>
                              <a:srgbClr val="000000"/>
                            </a:solidFill>
                            <a:latin typeface="Cambria Math" panose="02040503050406030204" pitchFamily="18" charset="0"/>
                            <a:ea typeface="Cambria Math" panose="02040503050406030204" pitchFamily="18" charset="0"/>
                          </a:rPr>
                          <m:t>e</m:t>
                        </m:r>
                      </m:e>
                      <m:sup>
                        <m:r>
                          <m:rPr>
                            <m:sty m:val="p"/>
                          </m:rPr>
                          <a:rPr lang="en-US" sz="1600" kern="0">
                            <a:solidFill>
                              <a:srgbClr val="000000"/>
                            </a:solidFill>
                            <a:latin typeface="Cambria Math" panose="02040503050406030204" pitchFamily="18" charset="0"/>
                            <a:ea typeface="Cambria Math" panose="02040503050406030204" pitchFamily="18" charset="0"/>
                          </a:rPr>
                          <m:t>jθ</m:t>
                        </m:r>
                      </m:sup>
                    </m:sSup>
                    <m:r>
                      <a:rPr lang="en-US" sz="1600" kern="0">
                        <a:solidFill>
                          <a:srgbClr val="000000"/>
                        </a:solidFill>
                        <a:latin typeface="Cambria Math" panose="02040503050406030204" pitchFamily="18" charset="0"/>
                        <a:ea typeface="Cambria Math" panose="02040503050406030204" pitchFamily="18" charset="0"/>
                      </a:rPr>
                      <m:t>=</m:t>
                    </m:r>
                    <m:func>
                      <m:funcPr>
                        <m:ctrlPr>
                          <a:rPr lang="en-US" sz="1600" i="1" kern="0">
                            <a:solidFill>
                              <a:srgbClr val="000000"/>
                            </a:solidFill>
                            <a:latin typeface="Cambria Math" panose="02040503050406030204" pitchFamily="18" charset="0"/>
                            <a:ea typeface="Cambria Math" panose="02040503050406030204" pitchFamily="18" charset="0"/>
                          </a:rPr>
                        </m:ctrlPr>
                      </m:funcPr>
                      <m:fName>
                        <m:r>
                          <m:rPr>
                            <m:sty m:val="p"/>
                          </m:rPr>
                          <a:rPr lang="en-US" sz="1600" kern="0">
                            <a:solidFill>
                              <a:srgbClr val="000000"/>
                            </a:solidFill>
                            <a:latin typeface="Cambria Math" panose="02040503050406030204" pitchFamily="18" charset="0"/>
                            <a:ea typeface="Cambria Math" panose="02040503050406030204" pitchFamily="18" charset="0"/>
                          </a:rPr>
                          <m:t>cos</m:t>
                        </m:r>
                      </m:fName>
                      <m:e>
                        <m:d>
                          <m:dPr>
                            <m:ctrlPr>
                              <a:rPr lang="en-US" sz="1600" i="1" kern="0">
                                <a:solidFill>
                                  <a:srgbClr val="000000"/>
                                </a:solidFill>
                                <a:latin typeface="Cambria Math" panose="02040503050406030204" pitchFamily="18" charset="0"/>
                                <a:ea typeface="Cambria Math" panose="02040503050406030204" pitchFamily="18" charset="0"/>
                              </a:rPr>
                            </m:ctrlPr>
                          </m:dPr>
                          <m:e>
                            <m:r>
                              <m:rPr>
                                <m:sty m:val="p"/>
                              </m:rPr>
                              <a:rPr lang="en-US" sz="1600" kern="0">
                                <a:solidFill>
                                  <a:srgbClr val="000000"/>
                                </a:solidFill>
                                <a:latin typeface="Cambria Math" panose="02040503050406030204" pitchFamily="18" charset="0"/>
                                <a:ea typeface="Cambria Math" panose="02040503050406030204" pitchFamily="18" charset="0"/>
                              </a:rPr>
                              <m:t>θ</m:t>
                            </m:r>
                          </m:e>
                        </m:d>
                      </m:e>
                    </m:func>
                    <m:r>
                      <a:rPr lang="en-US" sz="1600" kern="0">
                        <a:solidFill>
                          <a:srgbClr val="000000"/>
                        </a:solidFill>
                        <a:latin typeface="Cambria Math" panose="02040503050406030204" pitchFamily="18" charset="0"/>
                        <a:ea typeface="Cambria Math" panose="02040503050406030204" pitchFamily="18" charset="0"/>
                      </a:rPr>
                      <m:t>+</m:t>
                    </m:r>
                    <m:func>
                      <m:funcPr>
                        <m:ctrlPr>
                          <a:rPr lang="en-US" sz="1600" i="1" kern="0">
                            <a:solidFill>
                              <a:srgbClr val="000000"/>
                            </a:solidFill>
                            <a:latin typeface="Cambria Math" panose="02040503050406030204" pitchFamily="18" charset="0"/>
                            <a:ea typeface="Cambria Math" panose="02040503050406030204" pitchFamily="18" charset="0"/>
                          </a:rPr>
                        </m:ctrlPr>
                      </m:funcPr>
                      <m:fName>
                        <m:r>
                          <m:rPr>
                            <m:sty m:val="p"/>
                          </m:rPr>
                          <a:rPr lang="en-US" sz="1600" kern="0">
                            <a:solidFill>
                              <a:srgbClr val="000000"/>
                            </a:solidFill>
                            <a:latin typeface="Cambria Math" panose="02040503050406030204" pitchFamily="18" charset="0"/>
                            <a:ea typeface="Cambria Math" panose="02040503050406030204" pitchFamily="18" charset="0"/>
                          </a:rPr>
                          <m:t>jsin</m:t>
                        </m:r>
                      </m:fName>
                      <m:e>
                        <m:d>
                          <m:dPr>
                            <m:ctrlPr>
                              <a:rPr lang="en-US" sz="1600" i="1" kern="0">
                                <a:solidFill>
                                  <a:srgbClr val="000000"/>
                                </a:solidFill>
                                <a:latin typeface="Cambria Math" panose="02040503050406030204" pitchFamily="18" charset="0"/>
                                <a:ea typeface="Cambria Math" panose="02040503050406030204" pitchFamily="18" charset="0"/>
                              </a:rPr>
                            </m:ctrlPr>
                          </m:dPr>
                          <m:e>
                            <m:r>
                              <m:rPr>
                                <m:sty m:val="p"/>
                              </m:rPr>
                              <a:rPr lang="en-US" sz="1600" kern="0">
                                <a:solidFill>
                                  <a:srgbClr val="000000"/>
                                </a:solidFill>
                                <a:latin typeface="Cambria Math" panose="02040503050406030204" pitchFamily="18" charset="0"/>
                                <a:ea typeface="Cambria Math" panose="02040503050406030204" pitchFamily="18" charset="0"/>
                              </a:rPr>
                              <m:t>θ</m:t>
                            </m:r>
                          </m:e>
                        </m:d>
                      </m:e>
                    </m:func>
                    <m:r>
                      <a:rPr lang="en-US" sz="1600" kern="0">
                        <a:solidFill>
                          <a:srgbClr val="000000"/>
                        </a:solidFill>
                        <a:latin typeface="Cambria Math" panose="02040503050406030204" pitchFamily="18" charset="0"/>
                        <a:ea typeface="Cambria Math" panose="02040503050406030204" pitchFamily="18" charset="0"/>
                      </a:rPr>
                      <m:t>→</m:t>
                    </m:r>
                  </m:oMath>
                </a14:m>
                <a:r>
                  <a:rPr lang="en-US" sz="1600" kern="0" dirty="0">
                    <a:solidFill>
                      <a:srgbClr val="000000"/>
                    </a:solidFill>
                    <a:latin typeface="Cambria Math" panose="02040503050406030204" pitchFamily="18" charset="0"/>
                    <a:ea typeface="Cambria Math" panose="02040503050406030204" pitchFamily="18" charset="0"/>
                  </a:rPr>
                  <a:t> Complex exponentials and sinusoids are related.</a:t>
                </a:r>
              </a:p>
              <a:p>
                <a:pPr algn="ctr" defTabSz="685800">
                  <a:defRPr/>
                </a:pPr>
                <a:endParaRPr lang="en-US" sz="1600" kern="0" dirty="0">
                  <a:solidFill>
                    <a:srgbClr val="000000"/>
                  </a:solidFill>
                  <a:latin typeface="Cambria Math" panose="02040503050406030204" pitchFamily="18" charset="0"/>
                  <a:ea typeface="Cambria Math" panose="02040503050406030204" pitchFamily="18" charset="0"/>
                </a:endParaRPr>
              </a:p>
              <a:p>
                <a:pPr lvl="0" fontAlgn="base">
                  <a:spcBef>
                    <a:spcPct val="0"/>
                  </a:spcBef>
                  <a:spcAft>
                    <a:spcPct val="0"/>
                  </a:spcAft>
                  <a:defRPr/>
                </a:pPr>
                <a14:m>
                  <m:oMathPara xmlns:m="http://schemas.openxmlformats.org/officeDocument/2006/math">
                    <m:oMathParaPr>
                      <m:jc m:val="centerGroup"/>
                    </m:oMathParaPr>
                    <m:oMath xmlns:m="http://schemas.openxmlformats.org/officeDocument/2006/math">
                      <m:r>
                        <m:rPr>
                          <m:sty m:val="p"/>
                        </m:rPr>
                        <a:rPr lang="en-US" sz="1600" kern="0">
                          <a:solidFill>
                            <a:srgbClr val="000000"/>
                          </a:solidFill>
                          <a:latin typeface="Cambria Math" panose="02040503050406030204" pitchFamily="18" charset="0"/>
                          <a:ea typeface="Cambria Math" panose="02040503050406030204" pitchFamily="18" charset="0"/>
                        </a:rPr>
                        <m:t>Magnitude</m:t>
                      </m:r>
                      <m:r>
                        <a:rPr lang="en-US" sz="1600" kern="0">
                          <a:solidFill>
                            <a:srgbClr val="000000"/>
                          </a:solidFill>
                          <a:latin typeface="Cambria Math" panose="02040503050406030204" pitchFamily="18" charset="0"/>
                          <a:ea typeface="Cambria Math" panose="02040503050406030204" pitchFamily="18" charset="0"/>
                        </a:rPr>
                        <m:t> </m:t>
                      </m:r>
                      <m:r>
                        <m:rPr>
                          <m:sty m:val="p"/>
                        </m:rPr>
                        <a:rPr lang="en-US" sz="1600" kern="0">
                          <a:solidFill>
                            <a:srgbClr val="000000"/>
                          </a:solidFill>
                          <a:latin typeface="Cambria Math" panose="02040503050406030204" pitchFamily="18" charset="0"/>
                          <a:ea typeface="Cambria Math" panose="02040503050406030204" pitchFamily="18" charset="0"/>
                        </a:rPr>
                        <m:t>of</m:t>
                      </m:r>
                      <m:func>
                        <m:funcPr>
                          <m:ctrlPr>
                            <a:rPr lang="en-US" sz="1600" i="1" kern="0">
                              <a:solidFill>
                                <a:srgbClr val="000000"/>
                              </a:solidFill>
                              <a:latin typeface="Cambria Math" panose="02040503050406030204" pitchFamily="18" charset="0"/>
                              <a:ea typeface="Cambria Math" panose="02040503050406030204" pitchFamily="18" charset="0"/>
                            </a:rPr>
                          </m:ctrlPr>
                        </m:funcPr>
                        <m:fName>
                          <m:r>
                            <m:rPr>
                              <m:sty m:val="p"/>
                            </m:rPr>
                            <a:rPr lang="en-US" sz="1600" kern="0">
                              <a:solidFill>
                                <a:srgbClr val="000000"/>
                              </a:solidFill>
                              <a:latin typeface="Cambria Math" panose="02040503050406030204" pitchFamily="18" charset="0"/>
                              <a:ea typeface="Cambria Math" panose="02040503050406030204" pitchFamily="18" charset="0"/>
                            </a:rPr>
                            <m:t>cos</m:t>
                          </m:r>
                        </m:fName>
                        <m:e>
                          <m:d>
                            <m:dPr>
                              <m:ctrlPr>
                                <a:rPr lang="en-US" sz="1600" i="1" kern="0">
                                  <a:solidFill>
                                    <a:srgbClr val="000000"/>
                                  </a:solidFill>
                                  <a:latin typeface="Cambria Math" panose="02040503050406030204" pitchFamily="18" charset="0"/>
                                  <a:ea typeface="Cambria Math" panose="02040503050406030204" pitchFamily="18" charset="0"/>
                                </a:rPr>
                              </m:ctrlPr>
                            </m:dPr>
                            <m:e>
                              <m:r>
                                <m:rPr>
                                  <m:sty m:val="p"/>
                                </m:rPr>
                                <a:rPr lang="en-US" sz="1600" kern="0">
                                  <a:solidFill>
                                    <a:srgbClr val="000000"/>
                                  </a:solidFill>
                                  <a:latin typeface="Cambria Math" panose="02040503050406030204" pitchFamily="18" charset="0"/>
                                  <a:ea typeface="Cambria Math" panose="02040503050406030204" pitchFamily="18" charset="0"/>
                                </a:rPr>
                                <m:t>θ</m:t>
                              </m:r>
                            </m:e>
                          </m:d>
                        </m:e>
                      </m:func>
                      <m:r>
                        <a:rPr lang="en-US" sz="1600" kern="0">
                          <a:solidFill>
                            <a:srgbClr val="000000"/>
                          </a:solidFill>
                          <a:latin typeface="Cambria Math" panose="02040503050406030204" pitchFamily="18" charset="0"/>
                          <a:ea typeface="Cambria Math" panose="02040503050406030204" pitchFamily="18" charset="0"/>
                        </a:rPr>
                        <m:t>+</m:t>
                      </m:r>
                      <m:func>
                        <m:funcPr>
                          <m:ctrlPr>
                            <a:rPr lang="en-US" sz="1600" i="1" kern="0">
                              <a:solidFill>
                                <a:srgbClr val="000000"/>
                              </a:solidFill>
                              <a:latin typeface="Cambria Math" panose="02040503050406030204" pitchFamily="18" charset="0"/>
                              <a:ea typeface="Cambria Math" panose="02040503050406030204" pitchFamily="18" charset="0"/>
                            </a:rPr>
                          </m:ctrlPr>
                        </m:funcPr>
                        <m:fName>
                          <m:r>
                            <m:rPr>
                              <m:sty m:val="p"/>
                            </m:rPr>
                            <a:rPr lang="en-US" sz="1600" kern="0">
                              <a:solidFill>
                                <a:srgbClr val="000000"/>
                              </a:solidFill>
                              <a:latin typeface="Cambria Math" panose="02040503050406030204" pitchFamily="18" charset="0"/>
                              <a:ea typeface="Cambria Math" panose="02040503050406030204" pitchFamily="18" charset="0"/>
                            </a:rPr>
                            <m:t>jsin</m:t>
                          </m:r>
                        </m:fName>
                        <m:e>
                          <m:d>
                            <m:dPr>
                              <m:ctrlPr>
                                <a:rPr lang="en-US" sz="1600" i="1" kern="0">
                                  <a:solidFill>
                                    <a:srgbClr val="000000"/>
                                  </a:solidFill>
                                  <a:latin typeface="Cambria Math" panose="02040503050406030204" pitchFamily="18" charset="0"/>
                                  <a:ea typeface="Cambria Math" panose="02040503050406030204" pitchFamily="18" charset="0"/>
                                </a:rPr>
                              </m:ctrlPr>
                            </m:dPr>
                            <m:e>
                              <m:r>
                                <m:rPr>
                                  <m:sty m:val="p"/>
                                </m:rPr>
                                <a:rPr lang="en-US" sz="1600" kern="0">
                                  <a:solidFill>
                                    <a:srgbClr val="000000"/>
                                  </a:solidFill>
                                  <a:latin typeface="Cambria Math" panose="02040503050406030204" pitchFamily="18" charset="0"/>
                                  <a:ea typeface="Cambria Math" panose="02040503050406030204" pitchFamily="18" charset="0"/>
                                </a:rPr>
                                <m:t>θ</m:t>
                              </m:r>
                            </m:e>
                          </m:d>
                        </m:e>
                      </m:func>
                      <m:r>
                        <a:rPr lang="en-US" sz="1600" kern="0">
                          <a:solidFill>
                            <a:srgbClr val="000000"/>
                          </a:solidFill>
                          <a:latin typeface="Cambria Math" panose="02040503050406030204" pitchFamily="18" charset="0"/>
                          <a:ea typeface="Cambria Math" panose="02040503050406030204" pitchFamily="18" charset="0"/>
                        </a:rPr>
                        <m:t>=</m:t>
                      </m:r>
                      <m:rad>
                        <m:radPr>
                          <m:degHide m:val="on"/>
                          <m:ctrlPr>
                            <a:rPr lang="en-US" sz="1600" i="1" kern="0">
                              <a:solidFill>
                                <a:srgbClr val="000000"/>
                              </a:solidFill>
                              <a:latin typeface="Cambria Math" panose="02040503050406030204" pitchFamily="18" charset="0"/>
                              <a:ea typeface="Cambria Math" panose="02040503050406030204" pitchFamily="18" charset="0"/>
                            </a:rPr>
                          </m:ctrlPr>
                        </m:radPr>
                        <m:deg/>
                        <m:e>
                          <m:func>
                            <m:funcPr>
                              <m:ctrlPr>
                                <a:rPr lang="en-US" sz="1600" i="1" kern="0">
                                  <a:solidFill>
                                    <a:srgbClr val="000000"/>
                                  </a:solidFill>
                                  <a:latin typeface="Cambria Math" panose="02040503050406030204" pitchFamily="18" charset="0"/>
                                  <a:ea typeface="Cambria Math" panose="02040503050406030204" pitchFamily="18" charset="0"/>
                                </a:rPr>
                              </m:ctrlPr>
                            </m:funcPr>
                            <m:fName>
                              <m:sSup>
                                <m:sSupPr>
                                  <m:ctrlPr>
                                    <a:rPr lang="en-US" sz="1600" i="1" kern="0">
                                      <a:solidFill>
                                        <a:srgbClr val="000000"/>
                                      </a:solidFill>
                                      <a:latin typeface="Cambria Math" panose="02040503050406030204" pitchFamily="18" charset="0"/>
                                      <a:ea typeface="Cambria Math" panose="02040503050406030204" pitchFamily="18" charset="0"/>
                                    </a:rPr>
                                  </m:ctrlPr>
                                </m:sSupPr>
                                <m:e>
                                  <m:r>
                                    <m:rPr>
                                      <m:sty m:val="p"/>
                                    </m:rPr>
                                    <a:rPr lang="en-US" sz="1600" kern="0">
                                      <a:solidFill>
                                        <a:srgbClr val="000000"/>
                                      </a:solidFill>
                                      <a:latin typeface="Cambria Math" panose="02040503050406030204" pitchFamily="18" charset="0"/>
                                      <a:ea typeface="Cambria Math" panose="02040503050406030204" pitchFamily="18" charset="0"/>
                                    </a:rPr>
                                    <m:t>cos</m:t>
                                  </m:r>
                                </m:e>
                                <m:sup>
                                  <m:r>
                                    <a:rPr lang="en-US" sz="1600" i="1" kern="0">
                                      <a:solidFill>
                                        <a:srgbClr val="000000"/>
                                      </a:solidFill>
                                      <a:latin typeface="Cambria Math" panose="02040503050406030204" pitchFamily="18" charset="0"/>
                                      <a:ea typeface="Cambria Math" panose="02040503050406030204" pitchFamily="18" charset="0"/>
                                    </a:rPr>
                                    <m:t>2</m:t>
                                  </m:r>
                                </m:sup>
                              </m:sSup>
                            </m:fName>
                            <m:e>
                              <m:d>
                                <m:dPr>
                                  <m:ctrlPr>
                                    <a:rPr lang="en-US" sz="1600" i="1" kern="0">
                                      <a:solidFill>
                                        <a:srgbClr val="000000"/>
                                      </a:solidFill>
                                      <a:latin typeface="Cambria Math" panose="02040503050406030204" pitchFamily="18" charset="0"/>
                                      <a:ea typeface="Cambria Math" panose="02040503050406030204" pitchFamily="18" charset="0"/>
                                    </a:rPr>
                                  </m:ctrlPr>
                                </m:dPr>
                                <m:e>
                                  <m:r>
                                    <m:rPr>
                                      <m:sty m:val="p"/>
                                    </m:rPr>
                                    <a:rPr lang="en-US" sz="1600" kern="0">
                                      <a:solidFill>
                                        <a:srgbClr val="000000"/>
                                      </a:solidFill>
                                      <a:latin typeface="Cambria Math" panose="02040503050406030204" pitchFamily="18" charset="0"/>
                                      <a:ea typeface="Cambria Math" panose="02040503050406030204" pitchFamily="18" charset="0"/>
                                    </a:rPr>
                                    <m:t>θ</m:t>
                                  </m:r>
                                </m:e>
                              </m:d>
                            </m:e>
                          </m:func>
                          <m:r>
                            <a:rPr lang="en-US" sz="1600" i="1" kern="0">
                              <a:solidFill>
                                <a:srgbClr val="000000"/>
                              </a:solidFill>
                              <a:latin typeface="Cambria Math" panose="02040503050406030204" pitchFamily="18" charset="0"/>
                              <a:ea typeface="Cambria Math" panose="02040503050406030204" pitchFamily="18" charset="0"/>
                            </a:rPr>
                            <m:t>+</m:t>
                          </m:r>
                          <m:func>
                            <m:funcPr>
                              <m:ctrlPr>
                                <a:rPr lang="en-US" sz="1600" i="1" kern="0">
                                  <a:solidFill>
                                    <a:srgbClr val="000000"/>
                                  </a:solidFill>
                                  <a:latin typeface="Cambria Math" panose="02040503050406030204" pitchFamily="18" charset="0"/>
                                  <a:ea typeface="Cambria Math" panose="02040503050406030204" pitchFamily="18" charset="0"/>
                                </a:rPr>
                              </m:ctrlPr>
                            </m:funcPr>
                            <m:fName>
                              <m:sSup>
                                <m:sSupPr>
                                  <m:ctrlPr>
                                    <a:rPr lang="en-US" sz="1600" i="1" kern="0">
                                      <a:solidFill>
                                        <a:srgbClr val="000000"/>
                                      </a:solidFill>
                                      <a:latin typeface="Cambria Math" panose="02040503050406030204" pitchFamily="18" charset="0"/>
                                      <a:ea typeface="Cambria Math" panose="02040503050406030204" pitchFamily="18" charset="0"/>
                                    </a:rPr>
                                  </m:ctrlPr>
                                </m:sSupPr>
                                <m:e>
                                  <m:r>
                                    <m:rPr>
                                      <m:sty m:val="p"/>
                                    </m:rPr>
                                    <a:rPr lang="en-US" sz="1600" kern="0">
                                      <a:solidFill>
                                        <a:srgbClr val="000000"/>
                                      </a:solidFill>
                                      <a:latin typeface="Cambria Math" panose="02040503050406030204" pitchFamily="18" charset="0"/>
                                      <a:ea typeface="Cambria Math" panose="02040503050406030204" pitchFamily="18" charset="0"/>
                                    </a:rPr>
                                    <m:t>sin</m:t>
                                  </m:r>
                                </m:e>
                                <m:sup>
                                  <m:r>
                                    <a:rPr lang="en-US" sz="1600" i="1" kern="0">
                                      <a:solidFill>
                                        <a:srgbClr val="000000"/>
                                      </a:solidFill>
                                      <a:latin typeface="Cambria Math" panose="02040503050406030204" pitchFamily="18" charset="0"/>
                                      <a:ea typeface="Cambria Math" panose="02040503050406030204" pitchFamily="18" charset="0"/>
                                    </a:rPr>
                                    <m:t>2</m:t>
                                  </m:r>
                                </m:sup>
                              </m:sSup>
                            </m:fName>
                            <m:e>
                              <m:d>
                                <m:dPr>
                                  <m:ctrlPr>
                                    <a:rPr lang="en-US" sz="1600" i="1" kern="0">
                                      <a:solidFill>
                                        <a:srgbClr val="000000"/>
                                      </a:solidFill>
                                      <a:latin typeface="Cambria Math" panose="02040503050406030204" pitchFamily="18" charset="0"/>
                                      <a:ea typeface="Cambria Math" panose="02040503050406030204" pitchFamily="18" charset="0"/>
                                    </a:rPr>
                                  </m:ctrlPr>
                                </m:dPr>
                                <m:e>
                                  <m:r>
                                    <m:rPr>
                                      <m:sty m:val="p"/>
                                    </m:rPr>
                                    <a:rPr lang="en-US" sz="1600" kern="0">
                                      <a:solidFill>
                                        <a:srgbClr val="000000"/>
                                      </a:solidFill>
                                      <a:latin typeface="Cambria Math" panose="02040503050406030204" pitchFamily="18" charset="0"/>
                                      <a:ea typeface="Cambria Math" panose="02040503050406030204" pitchFamily="18" charset="0"/>
                                    </a:rPr>
                                    <m:t>θ</m:t>
                                  </m:r>
                                </m:e>
                              </m:d>
                            </m:e>
                          </m:func>
                        </m:e>
                      </m:rad>
                      <m:r>
                        <a:rPr lang="en-US" sz="1600" i="1" kern="0">
                          <a:solidFill>
                            <a:srgbClr val="000000"/>
                          </a:solidFill>
                          <a:latin typeface="Cambria Math" panose="02040503050406030204" pitchFamily="18" charset="0"/>
                          <a:ea typeface="Cambria Math" panose="02040503050406030204" pitchFamily="18" charset="0"/>
                        </a:rPr>
                        <m:t>. </m:t>
                      </m:r>
                    </m:oMath>
                  </m:oMathPara>
                </a14:m>
                <a:endParaRPr lang="en-US" sz="1600" i="1" kern="0" dirty="0">
                  <a:solidFill>
                    <a:srgbClr val="000000"/>
                  </a:solidFill>
                  <a:latin typeface="Cambria Math" panose="02040503050406030204" pitchFamily="18" charset="0"/>
                  <a:ea typeface="Cambria Math" panose="02040503050406030204" pitchFamily="18" charset="0"/>
                </a:endParaRPr>
              </a:p>
              <a:p>
                <a:pPr lvl="0" fontAlgn="base">
                  <a:spcBef>
                    <a:spcPct val="0"/>
                  </a:spcBef>
                  <a:spcAft>
                    <a:spcPct val="0"/>
                  </a:spcAft>
                  <a:defRPr/>
                </a:pPr>
                <a:endParaRPr lang="en-US" sz="1600" i="1" kern="0" dirty="0">
                  <a:solidFill>
                    <a:srgbClr val="000000"/>
                  </a:solidFill>
                  <a:latin typeface="Cambria Math" panose="02040503050406030204" pitchFamily="18" charset="0"/>
                  <a:ea typeface="Cambria Math" panose="02040503050406030204" pitchFamily="18" charset="0"/>
                </a:endParaRPr>
              </a:p>
              <a:p>
                <a:pPr lvl="0" fontAlgn="base">
                  <a:spcBef>
                    <a:spcPct val="0"/>
                  </a:spcBef>
                  <a:spcAft>
                    <a:spcPct val="0"/>
                  </a:spcAft>
                  <a:defRPr/>
                </a:pPr>
                <a14:m>
                  <m:oMathPara xmlns:m="http://schemas.openxmlformats.org/officeDocument/2006/math">
                    <m:oMathParaPr>
                      <m:jc m:val="centerGroup"/>
                    </m:oMathParaPr>
                    <m:oMath xmlns:m="http://schemas.openxmlformats.org/officeDocument/2006/math">
                      <m:r>
                        <m:rPr>
                          <m:sty m:val="p"/>
                        </m:rPr>
                        <a:rPr lang="en-US" sz="1600" kern="0">
                          <a:solidFill>
                            <a:srgbClr val="000000"/>
                          </a:solidFill>
                          <a:latin typeface="Cambria Math" panose="02040503050406030204" pitchFamily="18" charset="0"/>
                          <a:ea typeface="Cambria Math" panose="02040503050406030204" pitchFamily="18" charset="0"/>
                        </a:rPr>
                        <m:t>Trig</m:t>
                      </m:r>
                      <m:r>
                        <a:rPr lang="en-US" sz="1600" kern="0">
                          <a:solidFill>
                            <a:srgbClr val="000000"/>
                          </a:solidFill>
                          <a:latin typeface="Cambria Math" panose="02040503050406030204" pitchFamily="18" charset="0"/>
                          <a:ea typeface="Cambria Math" panose="02040503050406030204" pitchFamily="18" charset="0"/>
                        </a:rPr>
                        <m:t> </m:t>
                      </m:r>
                      <m:r>
                        <m:rPr>
                          <m:sty m:val="p"/>
                        </m:rPr>
                        <a:rPr lang="en-US" sz="1600" kern="0">
                          <a:solidFill>
                            <a:srgbClr val="000000"/>
                          </a:solidFill>
                          <a:latin typeface="Cambria Math" panose="02040503050406030204" pitchFamily="18" charset="0"/>
                          <a:ea typeface="Cambria Math" panose="02040503050406030204" pitchFamily="18" charset="0"/>
                        </a:rPr>
                        <m:t>Identity</m:t>
                      </m:r>
                      <m:r>
                        <a:rPr lang="en-US" sz="1600" i="1" kern="0">
                          <a:solidFill>
                            <a:srgbClr val="000000"/>
                          </a:solidFill>
                          <a:latin typeface="Cambria Math" panose="02040503050406030204" pitchFamily="18" charset="0"/>
                          <a:ea typeface="Cambria Math" panose="02040503050406030204" pitchFamily="18" charset="0"/>
                        </a:rPr>
                        <m:t>: </m:t>
                      </m:r>
                      <m:func>
                        <m:funcPr>
                          <m:ctrlPr>
                            <a:rPr lang="en-US" sz="1600" i="1" kern="0">
                              <a:solidFill>
                                <a:srgbClr val="000000"/>
                              </a:solidFill>
                              <a:latin typeface="Cambria Math" panose="02040503050406030204" pitchFamily="18" charset="0"/>
                              <a:ea typeface="Cambria Math" panose="02040503050406030204" pitchFamily="18" charset="0"/>
                            </a:rPr>
                          </m:ctrlPr>
                        </m:funcPr>
                        <m:fName>
                          <m:sSup>
                            <m:sSupPr>
                              <m:ctrlPr>
                                <a:rPr lang="en-US" sz="1600" i="1" kern="0">
                                  <a:solidFill>
                                    <a:srgbClr val="000000"/>
                                  </a:solidFill>
                                  <a:latin typeface="Cambria Math" panose="02040503050406030204" pitchFamily="18" charset="0"/>
                                  <a:ea typeface="Cambria Math" panose="02040503050406030204" pitchFamily="18" charset="0"/>
                                </a:rPr>
                              </m:ctrlPr>
                            </m:sSupPr>
                            <m:e>
                              <m:r>
                                <m:rPr>
                                  <m:sty m:val="p"/>
                                </m:rPr>
                                <a:rPr lang="en-US" sz="1600" kern="0">
                                  <a:solidFill>
                                    <a:srgbClr val="000000"/>
                                  </a:solidFill>
                                  <a:latin typeface="Cambria Math" panose="02040503050406030204" pitchFamily="18" charset="0"/>
                                  <a:ea typeface="Cambria Math" panose="02040503050406030204" pitchFamily="18" charset="0"/>
                                </a:rPr>
                                <m:t>sin</m:t>
                              </m:r>
                            </m:e>
                            <m:sup>
                              <m:r>
                                <a:rPr lang="en-US" sz="1600" i="1" kern="0">
                                  <a:solidFill>
                                    <a:srgbClr val="000000"/>
                                  </a:solidFill>
                                  <a:latin typeface="Cambria Math" panose="02040503050406030204" pitchFamily="18" charset="0"/>
                                  <a:ea typeface="Cambria Math" panose="02040503050406030204" pitchFamily="18" charset="0"/>
                                </a:rPr>
                                <m:t>2</m:t>
                              </m:r>
                            </m:sup>
                          </m:sSup>
                        </m:fName>
                        <m:e>
                          <m:d>
                            <m:dPr>
                              <m:ctrlPr>
                                <a:rPr lang="en-US" sz="1600" i="1" kern="0">
                                  <a:solidFill>
                                    <a:srgbClr val="000000"/>
                                  </a:solidFill>
                                  <a:latin typeface="Cambria Math" panose="02040503050406030204" pitchFamily="18" charset="0"/>
                                  <a:ea typeface="Cambria Math" panose="02040503050406030204" pitchFamily="18" charset="0"/>
                                </a:rPr>
                              </m:ctrlPr>
                            </m:dPr>
                            <m:e>
                              <m:r>
                                <m:rPr>
                                  <m:sty m:val="p"/>
                                </m:rPr>
                                <a:rPr lang="en-US" sz="1600" kern="0">
                                  <a:solidFill>
                                    <a:srgbClr val="000000"/>
                                  </a:solidFill>
                                  <a:latin typeface="Cambria Math" panose="02040503050406030204" pitchFamily="18" charset="0"/>
                                  <a:ea typeface="Cambria Math" panose="02040503050406030204" pitchFamily="18" charset="0"/>
                                </a:rPr>
                                <m:t>θ</m:t>
                              </m:r>
                            </m:e>
                          </m:d>
                        </m:e>
                      </m:func>
                      <m:r>
                        <a:rPr lang="en-US" sz="1600" kern="0">
                          <a:solidFill>
                            <a:srgbClr val="000000"/>
                          </a:solidFill>
                          <a:latin typeface="Cambria Math" panose="02040503050406030204" pitchFamily="18" charset="0"/>
                          <a:ea typeface="Cambria Math" panose="02040503050406030204" pitchFamily="18" charset="0"/>
                        </a:rPr>
                        <m:t>+</m:t>
                      </m:r>
                      <m:func>
                        <m:funcPr>
                          <m:ctrlPr>
                            <a:rPr lang="en-US" sz="1600" i="1" kern="0">
                              <a:solidFill>
                                <a:srgbClr val="000000"/>
                              </a:solidFill>
                              <a:latin typeface="Cambria Math" panose="02040503050406030204" pitchFamily="18" charset="0"/>
                              <a:ea typeface="Cambria Math" panose="02040503050406030204" pitchFamily="18" charset="0"/>
                            </a:rPr>
                          </m:ctrlPr>
                        </m:funcPr>
                        <m:fName>
                          <m:sSup>
                            <m:sSupPr>
                              <m:ctrlPr>
                                <a:rPr lang="en-US" sz="1600" i="1" kern="0">
                                  <a:solidFill>
                                    <a:srgbClr val="000000"/>
                                  </a:solidFill>
                                  <a:latin typeface="Cambria Math" panose="02040503050406030204" pitchFamily="18" charset="0"/>
                                  <a:ea typeface="Cambria Math" panose="02040503050406030204" pitchFamily="18" charset="0"/>
                                </a:rPr>
                              </m:ctrlPr>
                            </m:sSupPr>
                            <m:e>
                              <m:r>
                                <m:rPr>
                                  <m:sty m:val="p"/>
                                </m:rPr>
                                <a:rPr lang="en-US" sz="1600" kern="0">
                                  <a:solidFill>
                                    <a:srgbClr val="000000"/>
                                  </a:solidFill>
                                  <a:latin typeface="Cambria Math" panose="02040503050406030204" pitchFamily="18" charset="0"/>
                                  <a:ea typeface="Cambria Math" panose="02040503050406030204" pitchFamily="18" charset="0"/>
                                </a:rPr>
                                <m:t>cos</m:t>
                              </m:r>
                            </m:e>
                            <m:sup>
                              <m:r>
                                <a:rPr lang="en-US" sz="1600" i="1" kern="0">
                                  <a:solidFill>
                                    <a:srgbClr val="000000"/>
                                  </a:solidFill>
                                  <a:latin typeface="Cambria Math" panose="02040503050406030204" pitchFamily="18" charset="0"/>
                                  <a:ea typeface="Cambria Math" panose="02040503050406030204" pitchFamily="18" charset="0"/>
                                </a:rPr>
                                <m:t>2</m:t>
                              </m:r>
                            </m:sup>
                          </m:sSup>
                        </m:fName>
                        <m:e>
                          <m:d>
                            <m:dPr>
                              <m:ctrlPr>
                                <a:rPr lang="en-US" sz="1600" i="1" kern="0">
                                  <a:solidFill>
                                    <a:srgbClr val="000000"/>
                                  </a:solidFill>
                                  <a:latin typeface="Cambria Math" panose="02040503050406030204" pitchFamily="18" charset="0"/>
                                  <a:ea typeface="Cambria Math" panose="02040503050406030204" pitchFamily="18" charset="0"/>
                                </a:rPr>
                              </m:ctrlPr>
                            </m:dPr>
                            <m:e>
                              <m:r>
                                <m:rPr>
                                  <m:sty m:val="p"/>
                                </m:rPr>
                                <a:rPr lang="en-US" sz="1600" kern="0">
                                  <a:solidFill>
                                    <a:srgbClr val="000000"/>
                                  </a:solidFill>
                                  <a:latin typeface="Cambria Math" panose="02040503050406030204" pitchFamily="18" charset="0"/>
                                  <a:ea typeface="Cambria Math" panose="02040503050406030204" pitchFamily="18" charset="0"/>
                                </a:rPr>
                                <m:t>θ</m:t>
                              </m:r>
                            </m:e>
                          </m:d>
                        </m:e>
                      </m:func>
                      <m:r>
                        <a:rPr lang="en-US" sz="1600" kern="0">
                          <a:solidFill>
                            <a:srgbClr val="000000"/>
                          </a:solidFill>
                          <a:latin typeface="Cambria Math" panose="02040503050406030204" pitchFamily="18" charset="0"/>
                          <a:ea typeface="Cambria Math" panose="02040503050406030204" pitchFamily="18" charset="0"/>
                        </a:rPr>
                        <m:t>=1. </m:t>
                      </m:r>
                      <m:r>
                        <m:rPr>
                          <m:sty m:val="p"/>
                        </m:rPr>
                        <a:rPr lang="en-US" sz="1600" kern="0">
                          <a:solidFill>
                            <a:srgbClr val="000000"/>
                          </a:solidFill>
                          <a:latin typeface="Cambria Math" panose="02040503050406030204" pitchFamily="18" charset="0"/>
                          <a:ea typeface="Cambria Math" panose="02040503050406030204" pitchFamily="18" charset="0"/>
                        </a:rPr>
                        <m:t>Therefore</m:t>
                      </m:r>
                      <m:r>
                        <a:rPr lang="en-US" sz="1600" b="0" i="0" kern="0" smtClean="0">
                          <a:solidFill>
                            <a:srgbClr val="000000"/>
                          </a:solidFill>
                          <a:latin typeface="Cambria Math" panose="02040503050406030204" pitchFamily="18" charset="0"/>
                          <a:ea typeface="Cambria Math" panose="02040503050406030204" pitchFamily="18" charset="0"/>
                        </a:rPr>
                        <m:t>,</m:t>
                      </m:r>
                      <m:r>
                        <a:rPr lang="en-US" sz="1600" kern="0">
                          <a:solidFill>
                            <a:srgbClr val="000000"/>
                          </a:solidFill>
                          <a:latin typeface="Cambria Math" panose="02040503050406030204" pitchFamily="18" charset="0"/>
                          <a:ea typeface="Cambria Math" panose="02040503050406030204" pitchFamily="18" charset="0"/>
                        </a:rPr>
                        <m:t> </m:t>
                      </m:r>
                      <m:r>
                        <m:rPr>
                          <m:sty m:val="p"/>
                        </m:rPr>
                        <a:rPr lang="en-US" sz="1600" kern="0">
                          <a:solidFill>
                            <a:srgbClr val="000000"/>
                          </a:solidFill>
                          <a:latin typeface="Cambria Math" panose="02040503050406030204" pitchFamily="18" charset="0"/>
                          <a:ea typeface="Cambria Math" panose="02040503050406030204" pitchFamily="18" charset="0"/>
                        </a:rPr>
                        <m:t>the</m:t>
                      </m:r>
                      <m:r>
                        <a:rPr lang="en-US" sz="1600" kern="0">
                          <a:solidFill>
                            <a:srgbClr val="000000"/>
                          </a:solidFill>
                          <a:latin typeface="Cambria Math" panose="02040503050406030204" pitchFamily="18" charset="0"/>
                          <a:ea typeface="Cambria Math" panose="02040503050406030204" pitchFamily="18" charset="0"/>
                        </a:rPr>
                        <m:t> </m:t>
                      </m:r>
                      <m:r>
                        <a:rPr lang="en-US" sz="1600" b="1" kern="0">
                          <a:solidFill>
                            <a:srgbClr val="000000"/>
                          </a:solidFill>
                          <a:latin typeface="Cambria Math" panose="02040503050406030204" pitchFamily="18" charset="0"/>
                          <a:ea typeface="Cambria Math" panose="02040503050406030204" pitchFamily="18" charset="0"/>
                        </a:rPr>
                        <m:t>𝐦</m:t>
                      </m:r>
                      <m:r>
                        <a:rPr lang="en-US" sz="1600" b="1" i="1" kern="0">
                          <a:solidFill>
                            <a:srgbClr val="000000"/>
                          </a:solidFill>
                          <a:latin typeface="Cambria Math" panose="02040503050406030204" pitchFamily="18" charset="0"/>
                          <a:ea typeface="Cambria Math" panose="02040503050406030204" pitchFamily="18" charset="0"/>
                        </a:rPr>
                        <m:t>𝐚𝐠𝐧𝐢𝐭𝐮𝐝𝐞</m:t>
                      </m:r>
                      <m:func>
                        <m:funcPr>
                          <m:ctrlPr>
                            <a:rPr lang="en-US" sz="1600" b="1" i="1" kern="0">
                              <a:solidFill>
                                <a:srgbClr val="000000"/>
                              </a:solidFill>
                              <a:latin typeface="Cambria Math" panose="02040503050406030204" pitchFamily="18" charset="0"/>
                              <a:ea typeface="Cambria Math" panose="02040503050406030204" pitchFamily="18" charset="0"/>
                            </a:rPr>
                          </m:ctrlPr>
                        </m:funcPr>
                        <m:fName>
                          <m:r>
                            <a:rPr lang="en-US" sz="1600" b="1" kern="0">
                              <a:solidFill>
                                <a:srgbClr val="000000"/>
                              </a:solidFill>
                              <a:latin typeface="Cambria Math" panose="02040503050406030204" pitchFamily="18" charset="0"/>
                              <a:ea typeface="Cambria Math" panose="02040503050406030204" pitchFamily="18" charset="0"/>
                            </a:rPr>
                            <m:t>𝐜𝐨𝐬</m:t>
                          </m:r>
                        </m:fName>
                        <m:e>
                          <m:d>
                            <m:dPr>
                              <m:ctrlPr>
                                <a:rPr lang="en-US" sz="1600" b="1" i="1" kern="0">
                                  <a:solidFill>
                                    <a:srgbClr val="000000"/>
                                  </a:solidFill>
                                  <a:latin typeface="Cambria Math" panose="02040503050406030204" pitchFamily="18" charset="0"/>
                                  <a:ea typeface="Cambria Math" panose="02040503050406030204" pitchFamily="18" charset="0"/>
                                </a:rPr>
                              </m:ctrlPr>
                            </m:dPr>
                            <m:e>
                              <m:r>
                                <a:rPr lang="en-US" sz="1600" b="1" kern="0">
                                  <a:solidFill>
                                    <a:srgbClr val="000000"/>
                                  </a:solidFill>
                                  <a:latin typeface="Cambria Math" panose="02040503050406030204" pitchFamily="18" charset="0"/>
                                  <a:ea typeface="Cambria Math" panose="02040503050406030204" pitchFamily="18" charset="0"/>
                                </a:rPr>
                                <m:t>𝛉</m:t>
                              </m:r>
                            </m:e>
                          </m:d>
                        </m:e>
                      </m:func>
                      <m:r>
                        <a:rPr lang="en-US" sz="1600" b="1" kern="0">
                          <a:solidFill>
                            <a:srgbClr val="000000"/>
                          </a:solidFill>
                          <a:latin typeface="Cambria Math" panose="02040503050406030204" pitchFamily="18" charset="0"/>
                          <a:ea typeface="Cambria Math" panose="02040503050406030204" pitchFamily="18" charset="0"/>
                        </a:rPr>
                        <m:t>+</m:t>
                      </m:r>
                      <m:func>
                        <m:funcPr>
                          <m:ctrlPr>
                            <a:rPr lang="en-US" sz="1600" b="1" i="1" kern="0">
                              <a:solidFill>
                                <a:srgbClr val="000000"/>
                              </a:solidFill>
                              <a:latin typeface="Cambria Math" panose="02040503050406030204" pitchFamily="18" charset="0"/>
                              <a:ea typeface="Cambria Math" panose="02040503050406030204" pitchFamily="18" charset="0"/>
                            </a:rPr>
                          </m:ctrlPr>
                        </m:funcPr>
                        <m:fName>
                          <m:r>
                            <a:rPr lang="en-US" sz="1600" b="1" kern="0">
                              <a:solidFill>
                                <a:srgbClr val="000000"/>
                              </a:solidFill>
                              <a:latin typeface="Cambria Math" panose="02040503050406030204" pitchFamily="18" charset="0"/>
                              <a:ea typeface="Cambria Math" panose="02040503050406030204" pitchFamily="18" charset="0"/>
                            </a:rPr>
                            <m:t>𝐣𝐬𝐢𝐧</m:t>
                          </m:r>
                        </m:fName>
                        <m:e>
                          <m:d>
                            <m:dPr>
                              <m:ctrlPr>
                                <a:rPr lang="en-US" sz="1600" b="1" i="1" kern="0">
                                  <a:solidFill>
                                    <a:srgbClr val="000000"/>
                                  </a:solidFill>
                                  <a:latin typeface="Cambria Math" panose="02040503050406030204" pitchFamily="18" charset="0"/>
                                  <a:ea typeface="Cambria Math" panose="02040503050406030204" pitchFamily="18" charset="0"/>
                                </a:rPr>
                              </m:ctrlPr>
                            </m:dPr>
                            <m:e>
                              <m:r>
                                <a:rPr lang="en-US" sz="1600" b="1" kern="0">
                                  <a:solidFill>
                                    <a:srgbClr val="000000"/>
                                  </a:solidFill>
                                  <a:latin typeface="Cambria Math" panose="02040503050406030204" pitchFamily="18" charset="0"/>
                                  <a:ea typeface="Cambria Math" panose="02040503050406030204" pitchFamily="18" charset="0"/>
                                </a:rPr>
                                <m:t>𝛉</m:t>
                              </m:r>
                            </m:e>
                          </m:d>
                        </m:e>
                      </m:func>
                      <m:r>
                        <a:rPr lang="en-US" sz="1600" b="1" kern="0">
                          <a:solidFill>
                            <a:srgbClr val="000000"/>
                          </a:solidFill>
                          <a:latin typeface="Cambria Math" panose="02040503050406030204" pitchFamily="18" charset="0"/>
                          <a:ea typeface="Cambria Math" panose="02040503050406030204" pitchFamily="18" charset="0"/>
                        </a:rPr>
                        <m:t>𝐚𝐥𝐰𝐚𝐲𝐬</m:t>
                      </m:r>
                      <m:r>
                        <a:rPr lang="en-US" sz="1600" b="1" kern="0">
                          <a:solidFill>
                            <a:srgbClr val="000000"/>
                          </a:solidFill>
                          <a:latin typeface="Cambria Math" panose="02040503050406030204" pitchFamily="18" charset="0"/>
                          <a:ea typeface="Cambria Math" panose="02040503050406030204" pitchFamily="18" charset="0"/>
                        </a:rPr>
                        <m:t> </m:t>
                      </m:r>
                      <m:r>
                        <a:rPr lang="en-US" sz="1600" b="1" kern="0">
                          <a:solidFill>
                            <a:srgbClr val="000000"/>
                          </a:solidFill>
                          <a:latin typeface="Cambria Math" panose="02040503050406030204" pitchFamily="18" charset="0"/>
                          <a:ea typeface="Cambria Math" panose="02040503050406030204" pitchFamily="18" charset="0"/>
                        </a:rPr>
                        <m:t>𝐞𝐪𝐮𝐚𝐥𝐬</m:t>
                      </m:r>
                      <m:r>
                        <a:rPr lang="en-US" sz="1600" b="1" kern="0">
                          <a:solidFill>
                            <a:srgbClr val="000000"/>
                          </a:solidFill>
                          <a:latin typeface="Cambria Math" panose="02040503050406030204" pitchFamily="18" charset="0"/>
                          <a:ea typeface="Cambria Math" panose="02040503050406030204" pitchFamily="18" charset="0"/>
                        </a:rPr>
                        <m:t> </m:t>
                      </m:r>
                      <m:r>
                        <a:rPr lang="en-US" sz="1600" b="1" i="1" kern="0">
                          <a:solidFill>
                            <a:srgbClr val="000000"/>
                          </a:solidFill>
                          <a:latin typeface="Cambria Math" panose="02040503050406030204" pitchFamily="18" charset="0"/>
                          <a:ea typeface="Cambria Math" panose="02040503050406030204" pitchFamily="18" charset="0"/>
                        </a:rPr>
                        <m:t>𝟏</m:t>
                      </m:r>
                      <m:r>
                        <a:rPr lang="en-US" sz="1600" i="1" kern="0">
                          <a:solidFill>
                            <a:srgbClr val="000000"/>
                          </a:solidFill>
                          <a:latin typeface="Cambria Math" panose="02040503050406030204" pitchFamily="18" charset="0"/>
                          <a:ea typeface="Cambria Math" panose="02040503050406030204" pitchFamily="18" charset="0"/>
                        </a:rPr>
                        <m:t>.</m:t>
                      </m:r>
                    </m:oMath>
                  </m:oMathPara>
                </a14:m>
                <a:endParaRPr lang="en-US" sz="1600" kern="0" dirty="0">
                  <a:solidFill>
                    <a:srgbClr val="000000"/>
                  </a:solidFill>
                  <a:latin typeface="Cambria Math" panose="02040503050406030204" pitchFamily="18" charset="0"/>
                  <a:ea typeface="Cambria Math" panose="02040503050406030204" pitchFamily="18" charset="0"/>
                </a:endParaRPr>
              </a:p>
              <a:p>
                <a:pPr lvl="0" fontAlgn="base">
                  <a:spcBef>
                    <a:spcPct val="0"/>
                  </a:spcBef>
                  <a:spcAft>
                    <a:spcPct val="0"/>
                  </a:spcAft>
                  <a:defRPr/>
                </a:pPr>
                <a:endParaRPr lang="en-US" sz="1600" kern="0" dirty="0">
                  <a:solidFill>
                    <a:srgbClr val="000000"/>
                  </a:solidFill>
                  <a:latin typeface="Cambria Math" panose="02040503050406030204" pitchFamily="18" charset="0"/>
                  <a:ea typeface="Cambria Math" panose="02040503050406030204" pitchFamily="18" charset="0"/>
                </a:endParaRPr>
              </a:p>
              <a:p>
                <a:pPr lvl="0" fontAlgn="base">
                  <a:spcBef>
                    <a:spcPct val="0"/>
                  </a:spcBef>
                  <a:spcAft>
                    <a:spcPct val="0"/>
                  </a:spcAft>
                  <a:defRPr/>
                </a:pPr>
                <a14:m>
                  <m:oMathPara xmlns:m="http://schemas.openxmlformats.org/officeDocument/2006/math">
                    <m:oMathParaPr>
                      <m:jc m:val="centerGroup"/>
                    </m:oMathParaPr>
                    <m:oMath xmlns:m="http://schemas.openxmlformats.org/officeDocument/2006/math">
                      <m:r>
                        <m:rPr>
                          <m:sty m:val="p"/>
                        </m:rPr>
                        <a:rPr lang="en-US" sz="1600" kern="0">
                          <a:solidFill>
                            <a:srgbClr val="000000"/>
                          </a:solidFill>
                          <a:latin typeface="Cambria Math" panose="02040503050406030204" pitchFamily="18" charset="0"/>
                          <a:ea typeface="Cambria Math" panose="02040503050406030204" pitchFamily="18" charset="0"/>
                        </a:rPr>
                        <m:t>Angle</m:t>
                      </m:r>
                      <m:r>
                        <a:rPr lang="en-US" sz="1600" kern="0">
                          <a:solidFill>
                            <a:srgbClr val="000000"/>
                          </a:solidFill>
                          <a:latin typeface="Cambria Math" panose="02040503050406030204" pitchFamily="18" charset="0"/>
                          <a:ea typeface="Cambria Math" panose="02040503050406030204" pitchFamily="18" charset="0"/>
                        </a:rPr>
                        <m:t> </m:t>
                      </m:r>
                      <m:r>
                        <m:rPr>
                          <m:sty m:val="p"/>
                        </m:rPr>
                        <a:rPr lang="en-US" sz="1600" kern="0">
                          <a:solidFill>
                            <a:srgbClr val="000000"/>
                          </a:solidFill>
                          <a:latin typeface="Cambria Math" panose="02040503050406030204" pitchFamily="18" charset="0"/>
                          <a:ea typeface="Cambria Math" panose="02040503050406030204" pitchFamily="18" charset="0"/>
                        </a:rPr>
                        <m:t>of</m:t>
                      </m:r>
                      <m:func>
                        <m:funcPr>
                          <m:ctrlPr>
                            <a:rPr lang="en-US" sz="1600" i="1" kern="0">
                              <a:solidFill>
                                <a:srgbClr val="000000"/>
                              </a:solidFill>
                              <a:latin typeface="Cambria Math" panose="02040503050406030204" pitchFamily="18" charset="0"/>
                              <a:ea typeface="Cambria Math" panose="02040503050406030204" pitchFamily="18" charset="0"/>
                            </a:rPr>
                          </m:ctrlPr>
                        </m:funcPr>
                        <m:fName>
                          <m:r>
                            <m:rPr>
                              <m:sty m:val="p"/>
                            </m:rPr>
                            <a:rPr lang="en-US" sz="1600" kern="0">
                              <a:solidFill>
                                <a:srgbClr val="000000"/>
                              </a:solidFill>
                              <a:latin typeface="Cambria Math" panose="02040503050406030204" pitchFamily="18" charset="0"/>
                              <a:ea typeface="Cambria Math" panose="02040503050406030204" pitchFamily="18" charset="0"/>
                            </a:rPr>
                            <m:t>cos</m:t>
                          </m:r>
                        </m:fName>
                        <m:e>
                          <m:d>
                            <m:dPr>
                              <m:ctrlPr>
                                <a:rPr lang="en-US" sz="1600" i="1" kern="0">
                                  <a:solidFill>
                                    <a:srgbClr val="000000"/>
                                  </a:solidFill>
                                  <a:latin typeface="Cambria Math" panose="02040503050406030204" pitchFamily="18" charset="0"/>
                                  <a:ea typeface="Cambria Math" panose="02040503050406030204" pitchFamily="18" charset="0"/>
                                </a:rPr>
                              </m:ctrlPr>
                            </m:dPr>
                            <m:e>
                              <m:r>
                                <m:rPr>
                                  <m:sty m:val="p"/>
                                </m:rPr>
                                <a:rPr lang="en-US" sz="1600" kern="0">
                                  <a:solidFill>
                                    <a:srgbClr val="000000"/>
                                  </a:solidFill>
                                  <a:latin typeface="Cambria Math" panose="02040503050406030204" pitchFamily="18" charset="0"/>
                                  <a:ea typeface="Cambria Math" panose="02040503050406030204" pitchFamily="18" charset="0"/>
                                </a:rPr>
                                <m:t>θ</m:t>
                              </m:r>
                            </m:e>
                          </m:d>
                        </m:e>
                      </m:func>
                      <m:r>
                        <a:rPr lang="en-US" sz="1600" kern="0">
                          <a:solidFill>
                            <a:srgbClr val="000000"/>
                          </a:solidFill>
                          <a:latin typeface="Cambria Math" panose="02040503050406030204" pitchFamily="18" charset="0"/>
                          <a:ea typeface="Cambria Math" panose="02040503050406030204" pitchFamily="18" charset="0"/>
                        </a:rPr>
                        <m:t>+</m:t>
                      </m:r>
                      <m:func>
                        <m:funcPr>
                          <m:ctrlPr>
                            <a:rPr lang="en-US" sz="1600" i="1" kern="0">
                              <a:solidFill>
                                <a:srgbClr val="000000"/>
                              </a:solidFill>
                              <a:latin typeface="Cambria Math" panose="02040503050406030204" pitchFamily="18" charset="0"/>
                              <a:ea typeface="Cambria Math" panose="02040503050406030204" pitchFamily="18" charset="0"/>
                            </a:rPr>
                          </m:ctrlPr>
                        </m:funcPr>
                        <m:fName>
                          <m:r>
                            <m:rPr>
                              <m:sty m:val="p"/>
                            </m:rPr>
                            <a:rPr lang="en-US" sz="1600" kern="0">
                              <a:solidFill>
                                <a:srgbClr val="000000"/>
                              </a:solidFill>
                              <a:latin typeface="Cambria Math" panose="02040503050406030204" pitchFamily="18" charset="0"/>
                              <a:ea typeface="Cambria Math" panose="02040503050406030204" pitchFamily="18" charset="0"/>
                            </a:rPr>
                            <m:t>jsin</m:t>
                          </m:r>
                        </m:fName>
                        <m:e>
                          <m:d>
                            <m:dPr>
                              <m:ctrlPr>
                                <a:rPr lang="en-US" sz="1600" i="1" kern="0">
                                  <a:solidFill>
                                    <a:srgbClr val="000000"/>
                                  </a:solidFill>
                                  <a:latin typeface="Cambria Math" panose="02040503050406030204" pitchFamily="18" charset="0"/>
                                  <a:ea typeface="Cambria Math" panose="02040503050406030204" pitchFamily="18" charset="0"/>
                                </a:rPr>
                              </m:ctrlPr>
                            </m:dPr>
                            <m:e>
                              <m:r>
                                <m:rPr>
                                  <m:sty m:val="p"/>
                                </m:rPr>
                                <a:rPr lang="en-US" sz="1600" kern="0">
                                  <a:solidFill>
                                    <a:srgbClr val="000000"/>
                                  </a:solidFill>
                                  <a:latin typeface="Cambria Math" panose="02040503050406030204" pitchFamily="18" charset="0"/>
                                  <a:ea typeface="Cambria Math" panose="02040503050406030204" pitchFamily="18" charset="0"/>
                                </a:rPr>
                                <m:t>θ</m:t>
                              </m:r>
                            </m:e>
                          </m:d>
                        </m:e>
                      </m:func>
                      <m:r>
                        <a:rPr lang="en-US" sz="1600" kern="0">
                          <a:solidFill>
                            <a:srgbClr val="000000"/>
                          </a:solidFill>
                          <a:latin typeface="Cambria Math" panose="02040503050406030204" pitchFamily="18" charset="0"/>
                          <a:ea typeface="Cambria Math" panose="02040503050406030204" pitchFamily="18" charset="0"/>
                        </a:rPr>
                        <m:t>=</m:t>
                      </m:r>
                      <m:func>
                        <m:funcPr>
                          <m:ctrlPr>
                            <a:rPr lang="en-US" sz="1600" i="1" kern="0">
                              <a:solidFill>
                                <a:srgbClr val="000000"/>
                              </a:solidFill>
                              <a:latin typeface="Cambria Math" panose="02040503050406030204" pitchFamily="18" charset="0"/>
                              <a:ea typeface="Cambria Math" panose="02040503050406030204" pitchFamily="18" charset="0"/>
                            </a:rPr>
                          </m:ctrlPr>
                        </m:funcPr>
                        <m:fName>
                          <m:sSup>
                            <m:sSupPr>
                              <m:ctrlPr>
                                <a:rPr lang="en-US" sz="1600" i="1" kern="0">
                                  <a:solidFill>
                                    <a:srgbClr val="000000"/>
                                  </a:solidFill>
                                  <a:latin typeface="Cambria Math" panose="02040503050406030204" pitchFamily="18" charset="0"/>
                                  <a:ea typeface="Cambria Math" panose="02040503050406030204" pitchFamily="18" charset="0"/>
                                </a:rPr>
                              </m:ctrlPr>
                            </m:sSupPr>
                            <m:e>
                              <m:r>
                                <m:rPr>
                                  <m:sty m:val="p"/>
                                </m:rPr>
                                <a:rPr lang="en-US" sz="1600" kern="0">
                                  <a:solidFill>
                                    <a:srgbClr val="000000"/>
                                  </a:solidFill>
                                  <a:latin typeface="Cambria Math" panose="02040503050406030204" pitchFamily="18" charset="0"/>
                                  <a:ea typeface="Cambria Math" panose="02040503050406030204" pitchFamily="18" charset="0"/>
                                </a:rPr>
                                <m:t>tan</m:t>
                              </m:r>
                            </m:e>
                            <m:sup>
                              <m:r>
                                <a:rPr lang="en-US" sz="1600" i="1" kern="0">
                                  <a:solidFill>
                                    <a:srgbClr val="000000"/>
                                  </a:solidFill>
                                  <a:latin typeface="Cambria Math" panose="02040503050406030204" pitchFamily="18" charset="0"/>
                                  <a:ea typeface="Cambria Math" panose="02040503050406030204" pitchFamily="18" charset="0"/>
                                </a:rPr>
                                <m:t>−1</m:t>
                              </m:r>
                            </m:sup>
                          </m:sSup>
                        </m:fName>
                        <m:e>
                          <m:d>
                            <m:dPr>
                              <m:ctrlPr>
                                <a:rPr lang="en-US" sz="1600" i="1" kern="0">
                                  <a:solidFill>
                                    <a:srgbClr val="000000"/>
                                  </a:solidFill>
                                  <a:latin typeface="Cambria Math" panose="02040503050406030204" pitchFamily="18" charset="0"/>
                                  <a:ea typeface="Cambria Math" panose="02040503050406030204" pitchFamily="18" charset="0"/>
                                </a:rPr>
                              </m:ctrlPr>
                            </m:dPr>
                            <m:e>
                              <m:f>
                                <m:fPr>
                                  <m:ctrlPr>
                                    <a:rPr lang="en-US" sz="1600" i="1" kern="0">
                                      <a:solidFill>
                                        <a:srgbClr val="000000"/>
                                      </a:solidFill>
                                      <a:latin typeface="Cambria Math" panose="02040503050406030204" pitchFamily="18" charset="0"/>
                                      <a:ea typeface="Cambria Math" panose="02040503050406030204" pitchFamily="18" charset="0"/>
                                    </a:rPr>
                                  </m:ctrlPr>
                                </m:fPr>
                                <m:num>
                                  <m:func>
                                    <m:funcPr>
                                      <m:ctrlPr>
                                        <a:rPr lang="en-US" sz="1600" i="1" kern="0">
                                          <a:solidFill>
                                            <a:srgbClr val="000000"/>
                                          </a:solidFill>
                                          <a:latin typeface="Cambria Math" panose="02040503050406030204" pitchFamily="18" charset="0"/>
                                          <a:ea typeface="Cambria Math" panose="02040503050406030204" pitchFamily="18" charset="0"/>
                                        </a:rPr>
                                      </m:ctrlPr>
                                    </m:funcPr>
                                    <m:fName>
                                      <m:r>
                                        <m:rPr>
                                          <m:sty m:val="p"/>
                                        </m:rPr>
                                        <a:rPr lang="en-US" sz="1600" kern="0">
                                          <a:solidFill>
                                            <a:srgbClr val="000000"/>
                                          </a:solidFill>
                                          <a:latin typeface="Cambria Math" panose="02040503050406030204" pitchFamily="18" charset="0"/>
                                          <a:ea typeface="Cambria Math" panose="02040503050406030204" pitchFamily="18" charset="0"/>
                                        </a:rPr>
                                        <m:t>sin</m:t>
                                      </m:r>
                                    </m:fName>
                                    <m:e>
                                      <m:d>
                                        <m:dPr>
                                          <m:ctrlPr>
                                            <a:rPr lang="en-US" sz="1600" i="1" kern="0">
                                              <a:solidFill>
                                                <a:srgbClr val="000000"/>
                                              </a:solidFill>
                                              <a:latin typeface="Cambria Math" panose="02040503050406030204" pitchFamily="18" charset="0"/>
                                              <a:ea typeface="Cambria Math" panose="02040503050406030204" pitchFamily="18" charset="0"/>
                                            </a:rPr>
                                          </m:ctrlPr>
                                        </m:dPr>
                                        <m:e>
                                          <m:r>
                                            <m:rPr>
                                              <m:sty m:val="p"/>
                                            </m:rPr>
                                            <a:rPr lang="en-US" sz="1600" kern="0">
                                              <a:solidFill>
                                                <a:srgbClr val="000000"/>
                                              </a:solidFill>
                                              <a:latin typeface="Cambria Math" panose="02040503050406030204" pitchFamily="18" charset="0"/>
                                              <a:ea typeface="Cambria Math" panose="02040503050406030204" pitchFamily="18" charset="0"/>
                                            </a:rPr>
                                            <m:t>θ</m:t>
                                          </m:r>
                                        </m:e>
                                      </m:d>
                                    </m:e>
                                  </m:func>
                                </m:num>
                                <m:den>
                                  <m:func>
                                    <m:funcPr>
                                      <m:ctrlPr>
                                        <a:rPr lang="en-US" sz="1600" i="1" kern="0">
                                          <a:solidFill>
                                            <a:srgbClr val="000000"/>
                                          </a:solidFill>
                                          <a:latin typeface="Cambria Math" panose="02040503050406030204" pitchFamily="18" charset="0"/>
                                          <a:ea typeface="Cambria Math" panose="02040503050406030204" pitchFamily="18" charset="0"/>
                                        </a:rPr>
                                      </m:ctrlPr>
                                    </m:funcPr>
                                    <m:fName>
                                      <m:r>
                                        <m:rPr>
                                          <m:sty m:val="p"/>
                                        </m:rPr>
                                        <a:rPr lang="en-US" sz="1600" kern="0">
                                          <a:solidFill>
                                            <a:srgbClr val="000000"/>
                                          </a:solidFill>
                                          <a:latin typeface="Cambria Math" panose="02040503050406030204" pitchFamily="18" charset="0"/>
                                          <a:ea typeface="Cambria Math" panose="02040503050406030204" pitchFamily="18" charset="0"/>
                                        </a:rPr>
                                        <m:t>cos</m:t>
                                      </m:r>
                                    </m:fName>
                                    <m:e>
                                      <m:d>
                                        <m:dPr>
                                          <m:ctrlPr>
                                            <a:rPr lang="en-US" sz="1600" i="1" kern="0">
                                              <a:solidFill>
                                                <a:srgbClr val="000000"/>
                                              </a:solidFill>
                                              <a:latin typeface="Cambria Math" panose="02040503050406030204" pitchFamily="18" charset="0"/>
                                              <a:ea typeface="Cambria Math" panose="02040503050406030204" pitchFamily="18" charset="0"/>
                                            </a:rPr>
                                          </m:ctrlPr>
                                        </m:dPr>
                                        <m:e>
                                          <m:r>
                                            <m:rPr>
                                              <m:sty m:val="p"/>
                                            </m:rPr>
                                            <a:rPr lang="en-US" sz="1600" kern="0">
                                              <a:solidFill>
                                                <a:srgbClr val="000000"/>
                                              </a:solidFill>
                                              <a:latin typeface="Cambria Math" panose="02040503050406030204" pitchFamily="18" charset="0"/>
                                              <a:ea typeface="Cambria Math" panose="02040503050406030204" pitchFamily="18" charset="0"/>
                                            </a:rPr>
                                            <m:t>θ</m:t>
                                          </m:r>
                                        </m:e>
                                      </m:d>
                                    </m:e>
                                  </m:func>
                                </m:den>
                              </m:f>
                            </m:e>
                          </m:d>
                        </m:e>
                      </m:func>
                      <m:r>
                        <a:rPr lang="en-US" sz="1600" kern="0">
                          <a:solidFill>
                            <a:srgbClr val="000000"/>
                          </a:solidFill>
                          <a:latin typeface="Cambria Math" panose="02040503050406030204" pitchFamily="18" charset="0"/>
                          <a:ea typeface="Cambria Math" panose="02040503050406030204" pitchFamily="18" charset="0"/>
                        </a:rPr>
                        <m:t>. </m:t>
                      </m:r>
                      <m:r>
                        <m:rPr>
                          <m:sty m:val="p"/>
                        </m:rPr>
                        <a:rPr lang="en-US" sz="1600" kern="0">
                          <a:solidFill>
                            <a:srgbClr val="000000"/>
                          </a:solidFill>
                          <a:latin typeface="Cambria Math" panose="02040503050406030204" pitchFamily="18" charset="0"/>
                          <a:ea typeface="Cambria Math" panose="02040503050406030204" pitchFamily="18" charset="0"/>
                        </a:rPr>
                        <m:t>Trig</m:t>
                      </m:r>
                      <m:r>
                        <a:rPr lang="en-US" sz="1600" kern="0">
                          <a:solidFill>
                            <a:srgbClr val="000000"/>
                          </a:solidFill>
                          <a:latin typeface="Cambria Math" panose="02040503050406030204" pitchFamily="18" charset="0"/>
                          <a:ea typeface="Cambria Math" panose="02040503050406030204" pitchFamily="18" charset="0"/>
                        </a:rPr>
                        <m:t> </m:t>
                      </m:r>
                      <m:r>
                        <m:rPr>
                          <m:sty m:val="p"/>
                        </m:rPr>
                        <a:rPr lang="en-US" sz="1600" kern="0">
                          <a:solidFill>
                            <a:srgbClr val="000000"/>
                          </a:solidFill>
                          <a:latin typeface="Cambria Math" panose="02040503050406030204" pitchFamily="18" charset="0"/>
                          <a:ea typeface="Cambria Math" panose="02040503050406030204" pitchFamily="18" charset="0"/>
                        </a:rPr>
                        <m:t>Identity</m:t>
                      </m:r>
                      <m:r>
                        <a:rPr lang="en-US" sz="1600" i="1" kern="0">
                          <a:solidFill>
                            <a:srgbClr val="000000"/>
                          </a:solidFill>
                          <a:latin typeface="Cambria Math" panose="02040503050406030204" pitchFamily="18" charset="0"/>
                          <a:ea typeface="Cambria Math" panose="02040503050406030204" pitchFamily="18" charset="0"/>
                        </a:rPr>
                        <m:t>: </m:t>
                      </m:r>
                      <m:func>
                        <m:funcPr>
                          <m:ctrlPr>
                            <a:rPr lang="en-US" sz="1600" i="1" kern="0">
                              <a:solidFill>
                                <a:srgbClr val="000000"/>
                              </a:solidFill>
                              <a:latin typeface="Cambria Math" panose="02040503050406030204" pitchFamily="18" charset="0"/>
                              <a:ea typeface="Cambria Math" panose="02040503050406030204" pitchFamily="18" charset="0"/>
                            </a:rPr>
                          </m:ctrlPr>
                        </m:funcPr>
                        <m:fName>
                          <m:r>
                            <m:rPr>
                              <m:sty m:val="p"/>
                            </m:rPr>
                            <a:rPr lang="en-US" sz="1600" kern="0">
                              <a:solidFill>
                                <a:srgbClr val="000000"/>
                              </a:solidFill>
                              <a:latin typeface="Cambria Math" panose="02040503050406030204" pitchFamily="18" charset="0"/>
                              <a:ea typeface="Cambria Math" panose="02040503050406030204" pitchFamily="18" charset="0"/>
                            </a:rPr>
                            <m:t>tan</m:t>
                          </m:r>
                        </m:fName>
                        <m:e>
                          <m:d>
                            <m:dPr>
                              <m:ctrlPr>
                                <a:rPr lang="en-US" sz="1600" i="1" kern="0">
                                  <a:solidFill>
                                    <a:srgbClr val="000000"/>
                                  </a:solidFill>
                                  <a:latin typeface="Cambria Math" panose="02040503050406030204" pitchFamily="18" charset="0"/>
                                  <a:ea typeface="Cambria Math" panose="02040503050406030204" pitchFamily="18" charset="0"/>
                                </a:rPr>
                              </m:ctrlPr>
                            </m:dPr>
                            <m:e>
                              <m:r>
                                <m:rPr>
                                  <m:sty m:val="p"/>
                                </m:rPr>
                                <a:rPr lang="en-US" sz="1600" kern="0">
                                  <a:solidFill>
                                    <a:srgbClr val="000000"/>
                                  </a:solidFill>
                                  <a:latin typeface="Cambria Math" panose="02040503050406030204" pitchFamily="18" charset="0"/>
                                  <a:ea typeface="Cambria Math" panose="02040503050406030204" pitchFamily="18" charset="0"/>
                                </a:rPr>
                                <m:t>θ</m:t>
                              </m:r>
                            </m:e>
                          </m:d>
                        </m:e>
                      </m:func>
                      <m:r>
                        <a:rPr lang="en-US" sz="1600" kern="0">
                          <a:solidFill>
                            <a:srgbClr val="000000"/>
                          </a:solidFill>
                          <a:latin typeface="Cambria Math" panose="02040503050406030204" pitchFamily="18" charset="0"/>
                          <a:ea typeface="Cambria Math" panose="02040503050406030204" pitchFamily="18" charset="0"/>
                        </a:rPr>
                        <m:t>=</m:t>
                      </m:r>
                      <m:f>
                        <m:fPr>
                          <m:ctrlPr>
                            <a:rPr lang="en-US" sz="1600" i="1" kern="0">
                              <a:solidFill>
                                <a:srgbClr val="000000"/>
                              </a:solidFill>
                              <a:latin typeface="Cambria Math" panose="02040503050406030204" pitchFamily="18" charset="0"/>
                              <a:ea typeface="Cambria Math" panose="02040503050406030204" pitchFamily="18" charset="0"/>
                            </a:rPr>
                          </m:ctrlPr>
                        </m:fPr>
                        <m:num>
                          <m:func>
                            <m:funcPr>
                              <m:ctrlPr>
                                <a:rPr lang="en-US" sz="1600" i="1" kern="0">
                                  <a:solidFill>
                                    <a:srgbClr val="000000"/>
                                  </a:solidFill>
                                  <a:latin typeface="Cambria Math" panose="02040503050406030204" pitchFamily="18" charset="0"/>
                                  <a:ea typeface="Cambria Math" panose="02040503050406030204" pitchFamily="18" charset="0"/>
                                </a:rPr>
                              </m:ctrlPr>
                            </m:funcPr>
                            <m:fName>
                              <m:r>
                                <m:rPr>
                                  <m:sty m:val="p"/>
                                </m:rPr>
                                <a:rPr lang="en-US" sz="1600" kern="0">
                                  <a:solidFill>
                                    <a:srgbClr val="000000"/>
                                  </a:solidFill>
                                  <a:latin typeface="Cambria Math" panose="02040503050406030204" pitchFamily="18" charset="0"/>
                                  <a:ea typeface="Cambria Math" panose="02040503050406030204" pitchFamily="18" charset="0"/>
                                </a:rPr>
                                <m:t>sin</m:t>
                              </m:r>
                            </m:fName>
                            <m:e>
                              <m:d>
                                <m:dPr>
                                  <m:ctrlPr>
                                    <a:rPr lang="en-US" sz="1600" i="1" kern="0">
                                      <a:solidFill>
                                        <a:srgbClr val="000000"/>
                                      </a:solidFill>
                                      <a:latin typeface="Cambria Math" panose="02040503050406030204" pitchFamily="18" charset="0"/>
                                      <a:ea typeface="Cambria Math" panose="02040503050406030204" pitchFamily="18" charset="0"/>
                                    </a:rPr>
                                  </m:ctrlPr>
                                </m:dPr>
                                <m:e>
                                  <m:r>
                                    <m:rPr>
                                      <m:sty m:val="p"/>
                                    </m:rPr>
                                    <a:rPr lang="en-US" sz="1600" kern="0">
                                      <a:solidFill>
                                        <a:srgbClr val="000000"/>
                                      </a:solidFill>
                                      <a:latin typeface="Cambria Math" panose="02040503050406030204" pitchFamily="18" charset="0"/>
                                      <a:ea typeface="Cambria Math" panose="02040503050406030204" pitchFamily="18" charset="0"/>
                                    </a:rPr>
                                    <m:t>θ</m:t>
                                  </m:r>
                                </m:e>
                              </m:d>
                            </m:e>
                          </m:func>
                        </m:num>
                        <m:den>
                          <m:func>
                            <m:funcPr>
                              <m:ctrlPr>
                                <a:rPr lang="en-US" sz="1600" i="1" kern="0">
                                  <a:solidFill>
                                    <a:srgbClr val="000000"/>
                                  </a:solidFill>
                                  <a:latin typeface="Cambria Math" panose="02040503050406030204" pitchFamily="18" charset="0"/>
                                  <a:ea typeface="Cambria Math" panose="02040503050406030204" pitchFamily="18" charset="0"/>
                                </a:rPr>
                              </m:ctrlPr>
                            </m:funcPr>
                            <m:fName>
                              <m:r>
                                <m:rPr>
                                  <m:sty m:val="p"/>
                                </m:rPr>
                                <a:rPr lang="en-US" sz="1600" kern="0">
                                  <a:solidFill>
                                    <a:srgbClr val="000000"/>
                                  </a:solidFill>
                                  <a:latin typeface="Cambria Math" panose="02040503050406030204" pitchFamily="18" charset="0"/>
                                  <a:ea typeface="Cambria Math" panose="02040503050406030204" pitchFamily="18" charset="0"/>
                                </a:rPr>
                                <m:t>cos</m:t>
                              </m:r>
                            </m:fName>
                            <m:e>
                              <m:d>
                                <m:dPr>
                                  <m:ctrlPr>
                                    <a:rPr lang="en-US" sz="1600" i="1" kern="0">
                                      <a:solidFill>
                                        <a:srgbClr val="000000"/>
                                      </a:solidFill>
                                      <a:latin typeface="Cambria Math" panose="02040503050406030204" pitchFamily="18" charset="0"/>
                                      <a:ea typeface="Cambria Math" panose="02040503050406030204" pitchFamily="18" charset="0"/>
                                    </a:rPr>
                                  </m:ctrlPr>
                                </m:dPr>
                                <m:e>
                                  <m:r>
                                    <m:rPr>
                                      <m:sty m:val="p"/>
                                    </m:rPr>
                                    <a:rPr lang="en-US" sz="1600" kern="0">
                                      <a:solidFill>
                                        <a:srgbClr val="000000"/>
                                      </a:solidFill>
                                      <a:latin typeface="Cambria Math" panose="02040503050406030204" pitchFamily="18" charset="0"/>
                                      <a:ea typeface="Cambria Math" panose="02040503050406030204" pitchFamily="18" charset="0"/>
                                    </a:rPr>
                                    <m:t>θ</m:t>
                                  </m:r>
                                </m:e>
                              </m:d>
                            </m:e>
                          </m:func>
                        </m:den>
                      </m:f>
                      <m:r>
                        <a:rPr lang="en-US" sz="1600" kern="0">
                          <a:solidFill>
                            <a:srgbClr val="000000"/>
                          </a:solidFill>
                          <a:latin typeface="Cambria Math" panose="02040503050406030204" pitchFamily="18" charset="0"/>
                          <a:ea typeface="Cambria Math" panose="02040503050406030204" pitchFamily="18" charset="0"/>
                        </a:rPr>
                        <m:t>.</m:t>
                      </m:r>
                    </m:oMath>
                  </m:oMathPara>
                </a14:m>
                <a:endParaRPr lang="en-US" sz="1600" kern="0" dirty="0">
                  <a:solidFill>
                    <a:srgbClr val="000000"/>
                  </a:solidFill>
                  <a:latin typeface="Cambria Math" panose="02040503050406030204" pitchFamily="18" charset="0"/>
                  <a:ea typeface="Cambria Math" panose="02040503050406030204" pitchFamily="18" charset="0"/>
                </a:endParaRPr>
              </a:p>
              <a:p>
                <a:pPr lvl="0" fontAlgn="base">
                  <a:spcBef>
                    <a:spcPct val="0"/>
                  </a:spcBef>
                  <a:spcAft>
                    <a:spcPct val="0"/>
                  </a:spcAft>
                  <a:defRPr/>
                </a:pPr>
                <a:endParaRPr lang="en-US" sz="1600" kern="0" dirty="0">
                  <a:solidFill>
                    <a:srgbClr val="000000"/>
                  </a:solidFill>
                  <a:latin typeface="Cambria Math" panose="02040503050406030204" pitchFamily="18" charset="0"/>
                  <a:ea typeface="Cambria Math" panose="02040503050406030204" pitchFamily="18" charset="0"/>
                </a:endParaRPr>
              </a:p>
              <a:p>
                <a:pPr lvl="0">
                  <a:defRPr/>
                </a:pPr>
                <a:r>
                  <a:rPr lang="en-US" sz="1600" kern="0" dirty="0">
                    <a:solidFill>
                      <a:srgbClr val="000000"/>
                    </a:solidFill>
                    <a:latin typeface="Cambria Math" panose="02040503050406030204" pitchFamily="18" charset="0"/>
                    <a:ea typeface="Cambria Math" panose="02040503050406030204" pitchFamily="18" charset="0"/>
                  </a:rPr>
                  <a:t>Angle of cos(</a:t>
                </a:r>
                <a:r>
                  <a:rPr lang="el-GR" sz="1600" kern="0" dirty="0">
                    <a:solidFill>
                      <a:srgbClr val="000000"/>
                    </a:solidFill>
                    <a:latin typeface="Cambria Math" panose="02040503050406030204" pitchFamily="18" charset="0"/>
                    <a:ea typeface="Cambria Math" panose="02040503050406030204" pitchFamily="18" charset="0"/>
                  </a:rPr>
                  <a:t>θ</a:t>
                </a:r>
                <a:r>
                  <a:rPr lang="en-US" sz="1600" kern="0" dirty="0">
                    <a:solidFill>
                      <a:srgbClr val="000000"/>
                    </a:solidFill>
                    <a:latin typeface="Cambria Math" panose="02040503050406030204" pitchFamily="18" charset="0"/>
                    <a:ea typeface="Cambria Math" panose="02040503050406030204" pitchFamily="18" charset="0"/>
                  </a:rPr>
                  <a:t>) + </a:t>
                </a:r>
                <a:r>
                  <a:rPr lang="en-US" sz="1600" kern="0" dirty="0" err="1">
                    <a:solidFill>
                      <a:srgbClr val="000000"/>
                    </a:solidFill>
                    <a:latin typeface="Cambria Math" panose="02040503050406030204" pitchFamily="18" charset="0"/>
                    <a:ea typeface="Cambria Math" panose="02040503050406030204" pitchFamily="18" charset="0"/>
                  </a:rPr>
                  <a:t>jsin</a:t>
                </a:r>
                <a:r>
                  <a:rPr lang="en-US" sz="1600" kern="0" dirty="0">
                    <a:solidFill>
                      <a:srgbClr val="000000"/>
                    </a:solidFill>
                    <a:latin typeface="Cambria Math" panose="02040503050406030204" pitchFamily="18" charset="0"/>
                    <a:ea typeface="Cambria Math" panose="02040503050406030204" pitchFamily="18" charset="0"/>
                  </a:rPr>
                  <a:t>(</a:t>
                </a:r>
                <a:r>
                  <a:rPr lang="el-GR" sz="1600" kern="0" dirty="0">
                    <a:solidFill>
                      <a:srgbClr val="000000"/>
                    </a:solidFill>
                    <a:latin typeface="Cambria Math" panose="02040503050406030204" pitchFamily="18" charset="0"/>
                    <a:ea typeface="Cambria Math" panose="02040503050406030204" pitchFamily="18" charset="0"/>
                  </a:rPr>
                  <a:t>θ</a:t>
                </a:r>
                <a:r>
                  <a:rPr lang="en-US" sz="1600" kern="0" dirty="0">
                    <a:solidFill>
                      <a:srgbClr val="000000"/>
                    </a:solidFill>
                    <a:latin typeface="Cambria Math" panose="02040503050406030204" pitchFamily="18" charset="0"/>
                    <a:ea typeface="Cambria Math" panose="02040503050406030204" pitchFamily="18" charset="0"/>
                  </a:rPr>
                  <a:t>) = tan</a:t>
                </a:r>
                <a:r>
                  <a:rPr lang="en-US" sz="1600" kern="0" baseline="30000" dirty="0">
                    <a:solidFill>
                      <a:srgbClr val="000000"/>
                    </a:solidFill>
                    <a:latin typeface="Cambria Math" panose="02040503050406030204" pitchFamily="18" charset="0"/>
                    <a:ea typeface="Cambria Math" panose="02040503050406030204" pitchFamily="18" charset="0"/>
                  </a:rPr>
                  <a:t>-1</a:t>
                </a:r>
                <a:r>
                  <a:rPr lang="en-US" sz="1600" kern="0" dirty="0">
                    <a:solidFill>
                      <a:srgbClr val="000000"/>
                    </a:solidFill>
                    <a:latin typeface="Cambria Math" panose="02040503050406030204" pitchFamily="18" charset="0"/>
                    <a:ea typeface="Cambria Math" panose="02040503050406030204" pitchFamily="18" charset="0"/>
                  </a:rPr>
                  <a:t>(tan(</a:t>
                </a:r>
                <a:r>
                  <a:rPr lang="el-GR" sz="1600" kern="0" dirty="0">
                    <a:solidFill>
                      <a:srgbClr val="000000"/>
                    </a:solidFill>
                    <a:latin typeface="Cambria Math" panose="02040503050406030204" pitchFamily="18" charset="0"/>
                    <a:ea typeface="Cambria Math" panose="02040503050406030204" pitchFamily="18" charset="0"/>
                  </a:rPr>
                  <a:t>θ</a:t>
                </a:r>
                <a:r>
                  <a:rPr lang="en-US" sz="1600" kern="0" dirty="0">
                    <a:solidFill>
                      <a:srgbClr val="000000"/>
                    </a:solidFill>
                    <a:latin typeface="Cambria Math" panose="02040503050406030204" pitchFamily="18" charset="0"/>
                    <a:ea typeface="Cambria Math" panose="02040503050406030204" pitchFamily="18" charset="0"/>
                  </a:rPr>
                  <a:t>)) = </a:t>
                </a:r>
                <a:r>
                  <a:rPr lang="el-GR" sz="1600" kern="0" dirty="0">
                    <a:solidFill>
                      <a:srgbClr val="000000"/>
                    </a:solidFill>
                    <a:latin typeface="Cambria Math" panose="02040503050406030204" pitchFamily="18" charset="0"/>
                    <a:ea typeface="Cambria Math" panose="02040503050406030204" pitchFamily="18" charset="0"/>
                  </a:rPr>
                  <a:t>θ</a:t>
                </a:r>
                <a:r>
                  <a:rPr lang="en-US" sz="1600" kern="0" dirty="0">
                    <a:solidFill>
                      <a:srgbClr val="000000"/>
                    </a:solidFill>
                    <a:latin typeface="Cambria Math" panose="02040503050406030204" pitchFamily="18" charset="0"/>
                    <a:ea typeface="Cambria Math" panose="02040503050406030204" pitchFamily="18" charset="0"/>
                  </a:rPr>
                  <a:t>. Therefore, </a:t>
                </a:r>
                <a:r>
                  <a:rPr lang="en-US" sz="1600" b="1" kern="0" dirty="0">
                    <a:solidFill>
                      <a:srgbClr val="000000"/>
                    </a:solidFill>
                    <a:latin typeface="Cambria Math" panose="02040503050406030204" pitchFamily="18" charset="0"/>
                    <a:ea typeface="Cambria Math" panose="02040503050406030204" pitchFamily="18" charset="0"/>
                  </a:rPr>
                  <a:t>the angle of cos(</a:t>
                </a:r>
                <a:r>
                  <a:rPr lang="el-GR" sz="1600" b="1" kern="0" dirty="0">
                    <a:solidFill>
                      <a:srgbClr val="000000"/>
                    </a:solidFill>
                    <a:latin typeface="Cambria Math" panose="02040503050406030204" pitchFamily="18" charset="0"/>
                    <a:ea typeface="Cambria Math" panose="02040503050406030204" pitchFamily="18" charset="0"/>
                  </a:rPr>
                  <a:t>θ</a:t>
                </a:r>
                <a:r>
                  <a:rPr lang="en-US" sz="1600" b="1" kern="0" dirty="0">
                    <a:solidFill>
                      <a:srgbClr val="000000"/>
                    </a:solidFill>
                    <a:latin typeface="Cambria Math" panose="02040503050406030204" pitchFamily="18" charset="0"/>
                    <a:ea typeface="Cambria Math" panose="02040503050406030204" pitchFamily="18" charset="0"/>
                  </a:rPr>
                  <a:t>) + </a:t>
                </a:r>
                <a:r>
                  <a:rPr lang="en-US" sz="1600" b="1" kern="0" dirty="0" err="1">
                    <a:solidFill>
                      <a:srgbClr val="000000"/>
                    </a:solidFill>
                    <a:latin typeface="Cambria Math" panose="02040503050406030204" pitchFamily="18" charset="0"/>
                    <a:ea typeface="Cambria Math" panose="02040503050406030204" pitchFamily="18" charset="0"/>
                  </a:rPr>
                  <a:t>jsin</a:t>
                </a:r>
                <a:r>
                  <a:rPr lang="en-US" sz="1600" b="1" kern="0" dirty="0">
                    <a:solidFill>
                      <a:srgbClr val="000000"/>
                    </a:solidFill>
                    <a:latin typeface="Cambria Math" panose="02040503050406030204" pitchFamily="18" charset="0"/>
                    <a:ea typeface="Cambria Math" panose="02040503050406030204" pitchFamily="18" charset="0"/>
                  </a:rPr>
                  <a:t>(</a:t>
                </a:r>
                <a:r>
                  <a:rPr lang="el-GR" sz="1600" b="1" kern="0" dirty="0">
                    <a:solidFill>
                      <a:srgbClr val="000000"/>
                    </a:solidFill>
                    <a:latin typeface="Cambria Math" panose="02040503050406030204" pitchFamily="18" charset="0"/>
                    <a:ea typeface="Cambria Math" panose="02040503050406030204" pitchFamily="18" charset="0"/>
                  </a:rPr>
                  <a:t>θ</a:t>
                </a:r>
                <a:r>
                  <a:rPr lang="en-US" sz="1600" b="1" kern="0" dirty="0">
                    <a:solidFill>
                      <a:srgbClr val="000000"/>
                    </a:solidFill>
                    <a:latin typeface="Cambria Math" panose="02040503050406030204" pitchFamily="18" charset="0"/>
                    <a:ea typeface="Cambria Math" panose="02040503050406030204" pitchFamily="18" charset="0"/>
                  </a:rPr>
                  <a:t>)= </a:t>
                </a:r>
                <a:r>
                  <a:rPr lang="el-GR" sz="1600" b="1" kern="0" dirty="0">
                    <a:solidFill>
                      <a:srgbClr val="000000"/>
                    </a:solidFill>
                    <a:latin typeface="Cambria Math" panose="02040503050406030204" pitchFamily="18" charset="0"/>
                    <a:ea typeface="Cambria Math" panose="02040503050406030204" pitchFamily="18" charset="0"/>
                  </a:rPr>
                  <a:t>θ</a:t>
                </a:r>
                <a:r>
                  <a:rPr lang="en-US" sz="1600" kern="0" dirty="0">
                    <a:solidFill>
                      <a:srgbClr val="000000"/>
                    </a:solidFill>
                    <a:latin typeface="Cambria Math" panose="02040503050406030204" pitchFamily="18" charset="0"/>
                    <a:ea typeface="Cambria Math" panose="02040503050406030204" pitchFamily="18" charset="0"/>
                  </a:rPr>
                  <a:t>.</a:t>
                </a:r>
              </a:p>
            </p:txBody>
          </p:sp>
        </mc:Choice>
        <mc:Fallback xmlns="">
          <p:sp>
            <p:nvSpPr>
              <p:cNvPr id="5" name="TextBox 4"/>
              <p:cNvSpPr txBox="1">
                <a:spLocks noRot="1" noChangeAspect="1" noMove="1" noResize="1" noEditPoints="1" noAdjustHandles="1" noChangeArrowheads="1" noChangeShapeType="1" noTextEdit="1"/>
              </p:cNvSpPr>
              <p:nvPr/>
            </p:nvSpPr>
            <p:spPr>
              <a:xfrm>
                <a:off x="696097" y="670103"/>
                <a:ext cx="10799806" cy="5864491"/>
              </a:xfrm>
              <a:prstGeom prst="rect">
                <a:avLst/>
              </a:prstGeom>
              <a:blipFill>
                <a:blip r:embed="rId2"/>
                <a:stretch>
                  <a:fillRect l="-56"/>
                </a:stretch>
              </a:blipFill>
              <a:ln w="55000" cap="flat" cmpd="thickThin" algn="ctr">
                <a:solidFill>
                  <a:srgbClr val="FFC000"/>
                </a:solidFill>
                <a:prstDash val="solid"/>
              </a:ln>
              <a:effectLst/>
            </p:spPr>
            <p:txBody>
              <a:bodyPr/>
              <a:lstStyle/>
              <a:p>
                <a:r>
                  <a:rPr lang="en-US">
                    <a:noFill/>
                  </a:rPr>
                  <a:t> </a:t>
                </a:r>
              </a:p>
            </p:txBody>
          </p:sp>
        </mc:Fallback>
      </mc:AlternateContent>
    </p:spTree>
    <p:extLst>
      <p:ext uri="{BB962C8B-B14F-4D97-AF65-F5344CB8AC3E}">
        <p14:creationId xmlns:p14="http://schemas.microsoft.com/office/powerpoint/2010/main" val="1339063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8" end="8"/>
                                            </p:txEl>
                                          </p:spTgt>
                                        </p:tgtEl>
                                        <p:attrNameLst>
                                          <p:attrName>style.visibility</p:attrName>
                                        </p:attrNameLst>
                                      </p:cBhvr>
                                      <p:to>
                                        <p:strVal val="visible"/>
                                      </p:to>
                                    </p:set>
                                    <p:anim calcmode="lin" valueType="num">
                                      <p:cBhvr additive="base">
                                        <p:cTn id="7"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8" end="8"/>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10" end="10"/>
                                            </p:txEl>
                                          </p:spTgt>
                                        </p:tgtEl>
                                        <p:attrNameLst>
                                          <p:attrName>style.visibility</p:attrName>
                                        </p:attrNameLst>
                                      </p:cBhvr>
                                      <p:to>
                                        <p:strVal val="visible"/>
                                      </p:to>
                                    </p:set>
                                    <p:anim calcmode="lin" valueType="num">
                                      <p:cBhvr additive="base">
                                        <p:cTn id="11"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10" end="1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xEl>
                                              <p:pRg st="12" end="12"/>
                                            </p:txEl>
                                          </p:spTgt>
                                        </p:tgtEl>
                                        <p:attrNameLst>
                                          <p:attrName>style.visibility</p:attrName>
                                        </p:attrNameLst>
                                      </p:cBhvr>
                                      <p:to>
                                        <p:strVal val="visible"/>
                                      </p:to>
                                    </p:set>
                                    <p:anim calcmode="lin" valueType="num">
                                      <p:cBhvr additive="base">
                                        <p:cTn id="15" dur="500" fill="hold"/>
                                        <p:tgtEl>
                                          <p:spTgt spid="5">
                                            <p:txEl>
                                              <p:pRg st="12" end="1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5">
                                            <p:txEl>
                                              <p:pRg st="14" end="14"/>
                                            </p:txEl>
                                          </p:spTgt>
                                        </p:tgtEl>
                                        <p:attrNameLst>
                                          <p:attrName>style.visibility</p:attrName>
                                        </p:attrNameLst>
                                      </p:cBhvr>
                                      <p:to>
                                        <p:strVal val="visible"/>
                                      </p:to>
                                    </p:set>
                                    <p:anim calcmode="lin" valueType="num">
                                      <p:cBhvr additive="base">
                                        <p:cTn id="21" dur="500" fill="hold"/>
                                        <p:tgtEl>
                                          <p:spTgt spid="5">
                                            <p:txEl>
                                              <p:pRg st="14" end="1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pRg st="14" end="1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
                                            <p:txEl>
                                              <p:pRg st="16" end="16"/>
                                            </p:txEl>
                                          </p:spTgt>
                                        </p:tgtEl>
                                        <p:attrNameLst>
                                          <p:attrName>style.visibility</p:attrName>
                                        </p:attrNameLst>
                                      </p:cBhvr>
                                      <p:to>
                                        <p:strVal val="visible"/>
                                      </p:to>
                                    </p:set>
                                    <p:anim calcmode="lin" valueType="num">
                                      <p:cBhvr additive="base">
                                        <p:cTn id="25" dur="500" fill="hold"/>
                                        <p:tgtEl>
                                          <p:spTgt spid="5">
                                            <p:txEl>
                                              <p:pRg st="16" end="1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16" end="1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4183" y="6212"/>
            <a:ext cx="8920590" cy="400050"/>
          </a:xfrm>
        </p:spPr>
        <p:txBody>
          <a:bodyPr>
            <a:noAutofit/>
          </a:bodyPr>
          <a:lstStyle/>
          <a:p>
            <a:r>
              <a:rPr lang="en-US" sz="4000"/>
              <a:t>Euler’s Formula and Signal Representation</a:t>
            </a:r>
          </a:p>
        </p:txBody>
      </p:sp>
      <mc:AlternateContent xmlns:mc="http://schemas.openxmlformats.org/markup-compatibility/2006" xmlns:a14="http://schemas.microsoft.com/office/drawing/2010/main">
        <mc:Choice Requires="a14">
          <p:sp>
            <p:nvSpPr>
              <p:cNvPr id="4" name="TextBox 3"/>
              <p:cNvSpPr txBox="1"/>
              <p:nvPr/>
            </p:nvSpPr>
            <p:spPr>
              <a:xfrm>
                <a:off x="667266" y="656350"/>
                <a:ext cx="10330248" cy="6118983"/>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defTabSz="685800">
                  <a:defRPr/>
                </a:pPr>
                <a14:m>
                  <m:oMath xmlns:m="http://schemas.openxmlformats.org/officeDocument/2006/math">
                    <m:sSup>
                      <m:sSupPr>
                        <m:ctrlPr>
                          <a:rPr lang="en-US" i="1" kern="0">
                            <a:solidFill>
                              <a:srgbClr val="000000"/>
                            </a:solidFill>
                            <a:latin typeface="Cambria Math" panose="02040503050406030204" pitchFamily="18" charset="0"/>
                            <a:ea typeface="Cambria Math" panose="02040503050406030204" pitchFamily="18" charset="0"/>
                          </a:rPr>
                        </m:ctrlPr>
                      </m:sSupPr>
                      <m:e>
                        <m:sSup>
                          <m:sSupPr>
                            <m:ctrlPr>
                              <a:rPr lang="en-US" b="1" i="1" kern="0">
                                <a:solidFill>
                                  <a:srgbClr val="000000"/>
                                </a:solidFill>
                                <a:latin typeface="Cambria Math" panose="02040503050406030204" pitchFamily="18" charset="0"/>
                                <a:ea typeface="Cambria Math" panose="02040503050406030204" pitchFamily="18" charset="0"/>
                              </a:rPr>
                            </m:ctrlPr>
                          </m:sSupPr>
                          <m:e>
                            <m:r>
                              <a:rPr lang="en-US" b="1" kern="0">
                                <a:solidFill>
                                  <a:srgbClr val="000000"/>
                                </a:solidFill>
                                <a:latin typeface="Cambria Math" panose="02040503050406030204" pitchFamily="18" charset="0"/>
                                <a:ea typeface="Cambria Math" panose="02040503050406030204" pitchFamily="18" charset="0"/>
                              </a:rPr>
                              <m:t>𝐄𝐮𝐥𝐞𝐫</m:t>
                            </m:r>
                          </m:e>
                          <m:sup>
                            <m:r>
                              <a:rPr lang="en-US" b="1" kern="0">
                                <a:solidFill>
                                  <a:srgbClr val="000000"/>
                                </a:solidFill>
                                <a:latin typeface="Cambria Math" panose="02040503050406030204" pitchFamily="18" charset="0"/>
                                <a:ea typeface="Cambria Math" panose="02040503050406030204" pitchFamily="18" charset="0"/>
                              </a:rPr>
                              <m:t>′</m:t>
                            </m:r>
                          </m:sup>
                        </m:sSup>
                        <m:r>
                          <a:rPr lang="en-US" b="1" kern="0">
                            <a:solidFill>
                              <a:srgbClr val="000000"/>
                            </a:solidFill>
                            <a:latin typeface="Cambria Math" panose="02040503050406030204" pitchFamily="18" charset="0"/>
                            <a:ea typeface="Cambria Math" panose="02040503050406030204" pitchFamily="18" charset="0"/>
                          </a:rPr>
                          <m:t>𝐬</m:t>
                        </m:r>
                        <m:r>
                          <a:rPr lang="en-US" b="1" kern="0">
                            <a:solidFill>
                              <a:srgbClr val="000000"/>
                            </a:solidFill>
                            <a:latin typeface="Cambria Math" panose="02040503050406030204" pitchFamily="18" charset="0"/>
                            <a:ea typeface="Cambria Math" panose="02040503050406030204" pitchFamily="18" charset="0"/>
                          </a:rPr>
                          <m:t> </m:t>
                        </m:r>
                        <m:r>
                          <a:rPr lang="en-US" b="1" kern="0">
                            <a:solidFill>
                              <a:srgbClr val="000000"/>
                            </a:solidFill>
                            <a:latin typeface="Cambria Math" panose="02040503050406030204" pitchFamily="18" charset="0"/>
                            <a:ea typeface="Cambria Math" panose="02040503050406030204" pitchFamily="18" charset="0"/>
                          </a:rPr>
                          <m:t>𝐅𝐨𝐫𝐦𝐮𝐥𝐚</m:t>
                        </m:r>
                        <m:r>
                          <a:rPr lang="en-US" kern="0">
                            <a:solidFill>
                              <a:srgbClr val="000000"/>
                            </a:solidFill>
                            <a:latin typeface="Cambria Math" panose="02040503050406030204" pitchFamily="18" charset="0"/>
                            <a:ea typeface="Cambria Math" panose="02040503050406030204" pitchFamily="18" charset="0"/>
                          </a:rPr>
                          <m:t>: </m:t>
                        </m:r>
                        <m:r>
                          <m:rPr>
                            <m:sty m:val="p"/>
                          </m:rPr>
                          <a:rPr lang="en-US" kern="0">
                            <a:solidFill>
                              <a:srgbClr val="000000"/>
                            </a:solidFill>
                            <a:latin typeface="Cambria Math" panose="02040503050406030204" pitchFamily="18" charset="0"/>
                            <a:ea typeface="Cambria Math" panose="02040503050406030204" pitchFamily="18" charset="0"/>
                          </a:rPr>
                          <m:t>e</m:t>
                        </m:r>
                      </m:e>
                      <m:sup>
                        <m:r>
                          <m:rPr>
                            <m:sty m:val="p"/>
                          </m:rPr>
                          <a:rPr lang="en-US" kern="0">
                            <a:solidFill>
                              <a:srgbClr val="000000"/>
                            </a:solidFill>
                            <a:latin typeface="Cambria Math" panose="02040503050406030204" pitchFamily="18" charset="0"/>
                            <a:ea typeface="Cambria Math" panose="02040503050406030204" pitchFamily="18" charset="0"/>
                          </a:rPr>
                          <m:t>jθ</m:t>
                        </m:r>
                      </m:sup>
                    </m:sSup>
                    <m:r>
                      <a:rPr lang="en-US" kern="0">
                        <a:solidFill>
                          <a:srgbClr val="000000"/>
                        </a:solidFill>
                        <a:latin typeface="Cambria Math" panose="02040503050406030204" pitchFamily="18" charset="0"/>
                        <a:ea typeface="Cambria Math" panose="02040503050406030204" pitchFamily="18" charset="0"/>
                      </a:rPr>
                      <m:t>=</m:t>
                    </m:r>
                    <m:func>
                      <m:funcPr>
                        <m:ctrlPr>
                          <a:rPr lang="en-US" i="1" kern="0">
                            <a:solidFill>
                              <a:srgbClr val="000000"/>
                            </a:solidFill>
                            <a:latin typeface="Cambria Math" panose="02040503050406030204" pitchFamily="18" charset="0"/>
                            <a:ea typeface="Cambria Math" panose="02040503050406030204" pitchFamily="18" charset="0"/>
                          </a:rPr>
                        </m:ctrlPr>
                      </m:funcPr>
                      <m:fName>
                        <m:r>
                          <m:rPr>
                            <m:sty m:val="p"/>
                          </m:rPr>
                          <a:rPr lang="en-US" kern="0">
                            <a:solidFill>
                              <a:srgbClr val="000000"/>
                            </a:solidFill>
                            <a:latin typeface="Cambria Math" panose="02040503050406030204" pitchFamily="18" charset="0"/>
                            <a:ea typeface="Cambria Math" panose="02040503050406030204" pitchFamily="18" charset="0"/>
                          </a:rPr>
                          <m:t>cos</m:t>
                        </m:r>
                      </m:fName>
                      <m:e>
                        <m:d>
                          <m:dPr>
                            <m:ctrlPr>
                              <a:rPr lang="en-US" i="1" kern="0">
                                <a:solidFill>
                                  <a:srgbClr val="000000"/>
                                </a:solidFill>
                                <a:latin typeface="Cambria Math" panose="02040503050406030204" pitchFamily="18" charset="0"/>
                                <a:ea typeface="Cambria Math" panose="02040503050406030204" pitchFamily="18" charset="0"/>
                              </a:rPr>
                            </m:ctrlPr>
                          </m:dPr>
                          <m:e>
                            <m:r>
                              <m:rPr>
                                <m:sty m:val="p"/>
                              </m:rPr>
                              <a:rPr lang="en-US" kern="0">
                                <a:solidFill>
                                  <a:srgbClr val="000000"/>
                                </a:solidFill>
                                <a:latin typeface="Cambria Math" panose="02040503050406030204" pitchFamily="18" charset="0"/>
                                <a:ea typeface="Cambria Math" panose="02040503050406030204" pitchFamily="18" charset="0"/>
                              </a:rPr>
                              <m:t>θ</m:t>
                            </m:r>
                          </m:e>
                        </m:d>
                      </m:e>
                    </m:func>
                    <m:r>
                      <a:rPr lang="en-US" kern="0">
                        <a:solidFill>
                          <a:srgbClr val="000000"/>
                        </a:solidFill>
                        <a:latin typeface="Cambria Math" panose="02040503050406030204" pitchFamily="18" charset="0"/>
                        <a:ea typeface="Cambria Math" panose="02040503050406030204" pitchFamily="18" charset="0"/>
                      </a:rPr>
                      <m:t>+</m:t>
                    </m:r>
                    <m:func>
                      <m:funcPr>
                        <m:ctrlPr>
                          <a:rPr lang="en-US" i="1" kern="0">
                            <a:solidFill>
                              <a:srgbClr val="000000"/>
                            </a:solidFill>
                            <a:latin typeface="Cambria Math" panose="02040503050406030204" pitchFamily="18" charset="0"/>
                            <a:ea typeface="Cambria Math" panose="02040503050406030204" pitchFamily="18" charset="0"/>
                          </a:rPr>
                        </m:ctrlPr>
                      </m:funcPr>
                      <m:fName>
                        <m:r>
                          <m:rPr>
                            <m:sty m:val="p"/>
                          </m:rPr>
                          <a:rPr lang="en-US" kern="0">
                            <a:solidFill>
                              <a:srgbClr val="000000"/>
                            </a:solidFill>
                            <a:latin typeface="Cambria Math" panose="02040503050406030204" pitchFamily="18" charset="0"/>
                            <a:ea typeface="Cambria Math" panose="02040503050406030204" pitchFamily="18" charset="0"/>
                          </a:rPr>
                          <m:t>jsin</m:t>
                        </m:r>
                      </m:fName>
                      <m:e>
                        <m:d>
                          <m:dPr>
                            <m:ctrlPr>
                              <a:rPr lang="en-US" i="1" kern="0">
                                <a:solidFill>
                                  <a:srgbClr val="000000"/>
                                </a:solidFill>
                                <a:latin typeface="Cambria Math" panose="02040503050406030204" pitchFamily="18" charset="0"/>
                                <a:ea typeface="Cambria Math" panose="02040503050406030204" pitchFamily="18" charset="0"/>
                              </a:rPr>
                            </m:ctrlPr>
                          </m:dPr>
                          <m:e>
                            <m:r>
                              <m:rPr>
                                <m:sty m:val="p"/>
                              </m:rPr>
                              <a:rPr lang="en-US" kern="0">
                                <a:solidFill>
                                  <a:srgbClr val="000000"/>
                                </a:solidFill>
                                <a:latin typeface="Cambria Math" panose="02040503050406030204" pitchFamily="18" charset="0"/>
                                <a:ea typeface="Cambria Math" panose="02040503050406030204" pitchFamily="18" charset="0"/>
                              </a:rPr>
                              <m:t>θ</m:t>
                            </m:r>
                          </m:e>
                        </m:d>
                      </m:e>
                    </m:func>
                  </m:oMath>
                </a14:m>
                <a:r>
                  <a:rPr lang="en-US" kern="0" dirty="0">
                    <a:solidFill>
                      <a:srgbClr val="000000"/>
                    </a:solidFill>
                    <a:latin typeface="Cambria Math" panose="02040503050406030204" pitchFamily="18" charset="0"/>
                    <a:ea typeface="Cambria Math" panose="02040503050406030204" pitchFamily="18" charset="0"/>
                  </a:rPr>
                  <a:t>.</a:t>
                </a:r>
              </a:p>
              <a:p>
                <a:pPr algn="ctr" defTabSz="685800">
                  <a:defRPr/>
                </a:pPr>
                <a:endParaRPr lang="en-US" kern="0" dirty="0">
                  <a:solidFill>
                    <a:srgbClr val="000000"/>
                  </a:solidFill>
                  <a:latin typeface="Cambria Math" panose="02040503050406030204" pitchFamily="18" charset="0"/>
                  <a:ea typeface="Cambria Math" panose="02040503050406030204" pitchFamily="18" charset="0"/>
                </a:endParaRPr>
              </a:p>
              <a:p>
                <a:pPr lvl="0"/>
                <a14:m>
                  <m:oMathPara xmlns:m="http://schemas.openxmlformats.org/officeDocument/2006/math">
                    <m:oMathParaPr>
                      <m:jc m:val="left"/>
                    </m:oMathParaPr>
                    <m:oMath xmlns:m="http://schemas.openxmlformats.org/officeDocument/2006/math">
                      <m:r>
                        <m:rPr>
                          <m:sty m:val="p"/>
                        </m:rPr>
                        <a:rPr lang="en-US" kern="0">
                          <a:solidFill>
                            <a:srgbClr val="000000"/>
                          </a:solidFill>
                          <a:latin typeface="Cambria Math" panose="02040503050406030204" pitchFamily="18" charset="0"/>
                          <a:ea typeface="Cambria Math" panose="02040503050406030204" pitchFamily="18" charset="0"/>
                        </a:rPr>
                        <m:t>The</m:t>
                      </m:r>
                      <m:r>
                        <a:rPr lang="en-US" kern="0">
                          <a:solidFill>
                            <a:srgbClr val="000000"/>
                          </a:solidFill>
                          <a:latin typeface="Cambria Math" panose="02040503050406030204" pitchFamily="18" charset="0"/>
                          <a:ea typeface="Cambria Math" panose="02040503050406030204" pitchFamily="18" charset="0"/>
                        </a:rPr>
                        <m:t> </m:t>
                      </m:r>
                      <m:r>
                        <m:rPr>
                          <m:sty m:val="p"/>
                        </m:rPr>
                        <a:rPr lang="en-US" i="1" kern="0">
                          <a:solidFill>
                            <a:srgbClr val="000000"/>
                          </a:solidFill>
                          <a:latin typeface="Cambria Math" panose="02040503050406030204" pitchFamily="18" charset="0"/>
                          <a:ea typeface="Cambria Math" panose="02040503050406030204" pitchFamily="18" charset="0"/>
                        </a:rPr>
                        <m:t>m</m:t>
                      </m:r>
                      <m:r>
                        <m:rPr>
                          <m:sty m:val="p"/>
                        </m:rPr>
                        <a:rPr lang="en-US" kern="0">
                          <a:solidFill>
                            <a:srgbClr val="000000"/>
                          </a:solidFill>
                          <a:latin typeface="Cambria Math" panose="02040503050406030204" pitchFamily="18" charset="0"/>
                          <a:ea typeface="Cambria Math" panose="02040503050406030204" pitchFamily="18" charset="0"/>
                        </a:rPr>
                        <m:t>agnitude</m:t>
                      </m:r>
                      <m:func>
                        <m:funcPr>
                          <m:ctrlPr>
                            <a:rPr lang="en-US" i="1" kern="0">
                              <a:solidFill>
                                <a:srgbClr val="000000"/>
                              </a:solidFill>
                              <a:latin typeface="Cambria Math" panose="02040503050406030204" pitchFamily="18" charset="0"/>
                              <a:ea typeface="Cambria Math" panose="02040503050406030204" pitchFamily="18" charset="0"/>
                            </a:rPr>
                          </m:ctrlPr>
                        </m:funcPr>
                        <m:fName>
                          <m:r>
                            <m:rPr>
                              <m:sty m:val="p"/>
                            </m:rPr>
                            <a:rPr lang="en-US" i="1" kern="0">
                              <a:solidFill>
                                <a:srgbClr val="000000"/>
                              </a:solidFill>
                              <a:latin typeface="Cambria Math" panose="02040503050406030204" pitchFamily="18" charset="0"/>
                              <a:ea typeface="Cambria Math" panose="02040503050406030204" pitchFamily="18" charset="0"/>
                            </a:rPr>
                            <m:t>cos</m:t>
                          </m:r>
                        </m:fName>
                        <m:e>
                          <m:d>
                            <m:dPr>
                              <m:ctrlPr>
                                <a:rPr lang="en-US" i="1" kern="0">
                                  <a:solidFill>
                                    <a:srgbClr val="000000"/>
                                  </a:solidFill>
                                  <a:latin typeface="Cambria Math" panose="02040503050406030204" pitchFamily="18" charset="0"/>
                                  <a:ea typeface="Cambria Math" panose="02040503050406030204" pitchFamily="18" charset="0"/>
                                </a:rPr>
                              </m:ctrlPr>
                            </m:dPr>
                            <m:e>
                              <m:r>
                                <m:rPr>
                                  <m:sty m:val="p"/>
                                </m:rPr>
                                <a:rPr lang="en-US" i="1" kern="0">
                                  <a:solidFill>
                                    <a:srgbClr val="000000"/>
                                  </a:solidFill>
                                  <a:latin typeface="Cambria Math" panose="02040503050406030204" pitchFamily="18" charset="0"/>
                                  <a:ea typeface="Cambria Math" panose="02040503050406030204" pitchFamily="18" charset="0"/>
                                </a:rPr>
                                <m:t>θ</m:t>
                              </m:r>
                            </m:e>
                          </m:d>
                        </m:e>
                      </m:func>
                      <m:r>
                        <a:rPr lang="en-US" kern="0">
                          <a:solidFill>
                            <a:srgbClr val="000000"/>
                          </a:solidFill>
                          <a:latin typeface="Cambria Math" panose="02040503050406030204" pitchFamily="18" charset="0"/>
                          <a:ea typeface="Cambria Math" panose="02040503050406030204" pitchFamily="18" charset="0"/>
                        </a:rPr>
                        <m:t>+</m:t>
                      </m:r>
                      <m:func>
                        <m:funcPr>
                          <m:ctrlPr>
                            <a:rPr lang="en-US" i="1" kern="0">
                              <a:solidFill>
                                <a:srgbClr val="000000"/>
                              </a:solidFill>
                              <a:latin typeface="Cambria Math" panose="02040503050406030204" pitchFamily="18" charset="0"/>
                              <a:ea typeface="Cambria Math" panose="02040503050406030204" pitchFamily="18" charset="0"/>
                            </a:rPr>
                          </m:ctrlPr>
                        </m:funcPr>
                        <m:fName>
                          <m:r>
                            <m:rPr>
                              <m:sty m:val="p"/>
                            </m:rPr>
                            <a:rPr lang="en-US" i="1" kern="0">
                              <a:solidFill>
                                <a:srgbClr val="000000"/>
                              </a:solidFill>
                              <a:latin typeface="Cambria Math" panose="02040503050406030204" pitchFamily="18" charset="0"/>
                              <a:ea typeface="Cambria Math" panose="02040503050406030204" pitchFamily="18" charset="0"/>
                            </a:rPr>
                            <m:t>jsin</m:t>
                          </m:r>
                        </m:fName>
                        <m:e>
                          <m:d>
                            <m:dPr>
                              <m:ctrlPr>
                                <a:rPr lang="en-US" i="1" kern="0">
                                  <a:solidFill>
                                    <a:srgbClr val="000000"/>
                                  </a:solidFill>
                                  <a:latin typeface="Cambria Math" panose="02040503050406030204" pitchFamily="18" charset="0"/>
                                  <a:ea typeface="Cambria Math" panose="02040503050406030204" pitchFamily="18" charset="0"/>
                                </a:rPr>
                              </m:ctrlPr>
                            </m:dPr>
                            <m:e>
                              <m:r>
                                <m:rPr>
                                  <m:sty m:val="p"/>
                                </m:rPr>
                                <a:rPr lang="en-US" i="1" kern="0">
                                  <a:solidFill>
                                    <a:srgbClr val="000000"/>
                                  </a:solidFill>
                                  <a:latin typeface="Cambria Math" panose="02040503050406030204" pitchFamily="18" charset="0"/>
                                  <a:ea typeface="Cambria Math" panose="02040503050406030204" pitchFamily="18" charset="0"/>
                                </a:rPr>
                                <m:t>θ</m:t>
                              </m:r>
                            </m:e>
                          </m:d>
                        </m:e>
                      </m:func>
                      <m:r>
                        <m:rPr>
                          <m:sty m:val="p"/>
                        </m:rPr>
                        <a:rPr lang="en-US" i="1" kern="0">
                          <a:solidFill>
                            <a:srgbClr val="000000"/>
                          </a:solidFill>
                          <a:latin typeface="Cambria Math" panose="02040503050406030204" pitchFamily="18" charset="0"/>
                          <a:ea typeface="Cambria Math" panose="02040503050406030204" pitchFamily="18" charset="0"/>
                        </a:rPr>
                        <m:t>always</m:t>
                      </m:r>
                      <m:r>
                        <a:rPr lang="en-US" kern="0">
                          <a:solidFill>
                            <a:srgbClr val="000000"/>
                          </a:solidFill>
                          <a:latin typeface="Cambria Math" panose="02040503050406030204" pitchFamily="18" charset="0"/>
                          <a:ea typeface="Cambria Math" panose="02040503050406030204" pitchFamily="18" charset="0"/>
                        </a:rPr>
                        <m:t> </m:t>
                      </m:r>
                      <m:r>
                        <m:rPr>
                          <m:sty m:val="p"/>
                        </m:rPr>
                        <a:rPr lang="en-US" i="1" kern="0">
                          <a:solidFill>
                            <a:srgbClr val="000000"/>
                          </a:solidFill>
                          <a:latin typeface="Cambria Math" panose="02040503050406030204" pitchFamily="18" charset="0"/>
                          <a:ea typeface="Cambria Math" panose="02040503050406030204" pitchFamily="18" charset="0"/>
                        </a:rPr>
                        <m:t>equals</m:t>
                      </m:r>
                      <m:r>
                        <a:rPr lang="en-US" kern="0">
                          <a:solidFill>
                            <a:srgbClr val="000000"/>
                          </a:solidFill>
                          <a:latin typeface="Cambria Math" panose="02040503050406030204" pitchFamily="18" charset="0"/>
                          <a:ea typeface="Cambria Math" panose="02040503050406030204" pitchFamily="18" charset="0"/>
                        </a:rPr>
                        <m:t> </m:t>
                      </m:r>
                      <m:r>
                        <a:rPr lang="en-US" i="1" kern="0">
                          <a:solidFill>
                            <a:srgbClr val="000000"/>
                          </a:solidFill>
                          <a:latin typeface="Cambria Math" panose="02040503050406030204" pitchFamily="18" charset="0"/>
                          <a:ea typeface="Cambria Math" panose="02040503050406030204" pitchFamily="18" charset="0"/>
                        </a:rPr>
                        <m:t>1.</m:t>
                      </m:r>
                      <m:r>
                        <m:rPr>
                          <m:sty m:val="p"/>
                        </m:rPr>
                        <a:rPr lang="en-US" kern="0">
                          <a:solidFill>
                            <a:srgbClr val="000000"/>
                          </a:solidFill>
                          <a:latin typeface="Cambria Math" panose="02040503050406030204" pitchFamily="18" charset="0"/>
                          <a:ea typeface="Cambria Math" panose="02040503050406030204" pitchFamily="18" charset="0"/>
                        </a:rPr>
                        <m:t>The</m:t>
                      </m:r>
                      <m:r>
                        <a:rPr lang="en-US" kern="0">
                          <a:solidFill>
                            <a:srgbClr val="000000"/>
                          </a:solidFill>
                          <a:latin typeface="Cambria Math" panose="02040503050406030204" pitchFamily="18" charset="0"/>
                          <a:ea typeface="Cambria Math" panose="02040503050406030204" pitchFamily="18" charset="0"/>
                        </a:rPr>
                        <m:t> </m:t>
                      </m:r>
                      <m:r>
                        <m:rPr>
                          <m:sty m:val="p"/>
                        </m:rPr>
                        <a:rPr lang="en-US" kern="0">
                          <a:solidFill>
                            <a:srgbClr val="000000"/>
                          </a:solidFill>
                          <a:latin typeface="Cambria Math" panose="02040503050406030204" pitchFamily="18" charset="0"/>
                          <a:ea typeface="Cambria Math" panose="02040503050406030204" pitchFamily="18" charset="0"/>
                        </a:rPr>
                        <m:t>angle</m:t>
                      </m:r>
                      <m:r>
                        <a:rPr lang="en-US" kern="0">
                          <a:solidFill>
                            <a:srgbClr val="000000"/>
                          </a:solidFill>
                          <a:latin typeface="Cambria Math" panose="02040503050406030204" pitchFamily="18" charset="0"/>
                          <a:ea typeface="Cambria Math" panose="02040503050406030204" pitchFamily="18" charset="0"/>
                        </a:rPr>
                        <m:t> </m:t>
                      </m:r>
                      <m:r>
                        <m:rPr>
                          <m:sty m:val="p"/>
                        </m:rPr>
                        <a:rPr lang="en-US" kern="0">
                          <a:solidFill>
                            <a:srgbClr val="000000"/>
                          </a:solidFill>
                          <a:latin typeface="Cambria Math" panose="02040503050406030204" pitchFamily="18" charset="0"/>
                          <a:ea typeface="Cambria Math" panose="02040503050406030204" pitchFamily="18" charset="0"/>
                        </a:rPr>
                        <m:t>of</m:t>
                      </m:r>
                      <m:func>
                        <m:funcPr>
                          <m:ctrlPr>
                            <a:rPr lang="en-US" i="1" kern="0">
                              <a:solidFill>
                                <a:srgbClr val="000000"/>
                              </a:solidFill>
                              <a:latin typeface="Cambria Math" panose="02040503050406030204" pitchFamily="18" charset="0"/>
                              <a:ea typeface="Cambria Math" panose="02040503050406030204" pitchFamily="18" charset="0"/>
                            </a:rPr>
                          </m:ctrlPr>
                        </m:funcPr>
                        <m:fName>
                          <m:r>
                            <m:rPr>
                              <m:sty m:val="p"/>
                            </m:rPr>
                            <a:rPr lang="en-US" i="1" kern="0">
                              <a:solidFill>
                                <a:srgbClr val="000000"/>
                              </a:solidFill>
                              <a:latin typeface="Cambria Math" panose="02040503050406030204" pitchFamily="18" charset="0"/>
                              <a:ea typeface="Cambria Math" panose="02040503050406030204" pitchFamily="18" charset="0"/>
                            </a:rPr>
                            <m:t>cos</m:t>
                          </m:r>
                        </m:fName>
                        <m:e>
                          <m:d>
                            <m:dPr>
                              <m:ctrlPr>
                                <a:rPr lang="en-US" i="1" kern="0">
                                  <a:solidFill>
                                    <a:srgbClr val="000000"/>
                                  </a:solidFill>
                                  <a:latin typeface="Cambria Math" panose="02040503050406030204" pitchFamily="18" charset="0"/>
                                  <a:ea typeface="Cambria Math" panose="02040503050406030204" pitchFamily="18" charset="0"/>
                                </a:rPr>
                              </m:ctrlPr>
                            </m:dPr>
                            <m:e>
                              <m:r>
                                <m:rPr>
                                  <m:sty m:val="p"/>
                                </m:rPr>
                                <a:rPr lang="en-US" i="1" kern="0">
                                  <a:solidFill>
                                    <a:srgbClr val="000000"/>
                                  </a:solidFill>
                                  <a:latin typeface="Cambria Math" panose="02040503050406030204" pitchFamily="18" charset="0"/>
                                  <a:ea typeface="Cambria Math" panose="02040503050406030204" pitchFamily="18" charset="0"/>
                                </a:rPr>
                                <m:t>θ</m:t>
                              </m:r>
                            </m:e>
                          </m:d>
                        </m:e>
                      </m:func>
                      <m:r>
                        <a:rPr lang="en-US" kern="0">
                          <a:solidFill>
                            <a:srgbClr val="000000"/>
                          </a:solidFill>
                          <a:latin typeface="Cambria Math" panose="02040503050406030204" pitchFamily="18" charset="0"/>
                          <a:ea typeface="Cambria Math" panose="02040503050406030204" pitchFamily="18" charset="0"/>
                        </a:rPr>
                        <m:t>+</m:t>
                      </m:r>
                      <m:func>
                        <m:funcPr>
                          <m:ctrlPr>
                            <a:rPr lang="en-US" i="1" kern="0">
                              <a:solidFill>
                                <a:srgbClr val="000000"/>
                              </a:solidFill>
                              <a:latin typeface="Cambria Math" panose="02040503050406030204" pitchFamily="18" charset="0"/>
                              <a:ea typeface="Cambria Math" panose="02040503050406030204" pitchFamily="18" charset="0"/>
                            </a:rPr>
                          </m:ctrlPr>
                        </m:funcPr>
                        <m:fName>
                          <m:r>
                            <m:rPr>
                              <m:sty m:val="p"/>
                            </m:rPr>
                            <a:rPr lang="en-US" i="1" kern="0">
                              <a:solidFill>
                                <a:srgbClr val="000000"/>
                              </a:solidFill>
                              <a:latin typeface="Cambria Math" panose="02040503050406030204" pitchFamily="18" charset="0"/>
                              <a:ea typeface="Cambria Math" panose="02040503050406030204" pitchFamily="18" charset="0"/>
                            </a:rPr>
                            <m:t>jsin</m:t>
                          </m:r>
                        </m:fName>
                        <m:e>
                          <m:d>
                            <m:dPr>
                              <m:ctrlPr>
                                <a:rPr lang="en-US" i="1" kern="0">
                                  <a:solidFill>
                                    <a:srgbClr val="000000"/>
                                  </a:solidFill>
                                  <a:latin typeface="Cambria Math" panose="02040503050406030204" pitchFamily="18" charset="0"/>
                                  <a:ea typeface="Cambria Math" panose="02040503050406030204" pitchFamily="18" charset="0"/>
                                </a:rPr>
                              </m:ctrlPr>
                            </m:dPr>
                            <m:e>
                              <m:r>
                                <m:rPr>
                                  <m:sty m:val="p"/>
                                </m:rPr>
                                <a:rPr lang="en-US" i="1" kern="0">
                                  <a:solidFill>
                                    <a:srgbClr val="000000"/>
                                  </a:solidFill>
                                  <a:latin typeface="Cambria Math" panose="02040503050406030204" pitchFamily="18" charset="0"/>
                                  <a:ea typeface="Cambria Math" panose="02040503050406030204" pitchFamily="18" charset="0"/>
                                </a:rPr>
                                <m:t>θ</m:t>
                              </m:r>
                            </m:e>
                          </m:d>
                        </m:e>
                      </m:func>
                      <m:r>
                        <m:rPr>
                          <m:sty m:val="p"/>
                        </m:rPr>
                        <a:rPr lang="en-US" i="1" kern="0">
                          <a:solidFill>
                            <a:srgbClr val="000000"/>
                          </a:solidFill>
                          <a:latin typeface="Cambria Math" panose="02040503050406030204" pitchFamily="18" charset="0"/>
                          <a:ea typeface="Cambria Math" panose="02040503050406030204" pitchFamily="18" charset="0"/>
                        </a:rPr>
                        <m:t>equals</m:t>
                      </m:r>
                      <m:r>
                        <a:rPr lang="en-US" kern="0">
                          <a:solidFill>
                            <a:srgbClr val="000000"/>
                          </a:solidFill>
                          <a:latin typeface="Cambria Math" panose="02040503050406030204" pitchFamily="18" charset="0"/>
                          <a:ea typeface="Cambria Math" panose="02040503050406030204" pitchFamily="18" charset="0"/>
                        </a:rPr>
                        <m:t> </m:t>
                      </m:r>
                      <m:r>
                        <m:rPr>
                          <m:sty m:val="p"/>
                        </m:rPr>
                        <a:rPr lang="en-US" i="1" kern="0">
                          <a:solidFill>
                            <a:srgbClr val="000000"/>
                          </a:solidFill>
                          <a:latin typeface="Cambria Math" panose="02040503050406030204" pitchFamily="18" charset="0"/>
                          <a:ea typeface="Cambria Math" panose="02040503050406030204" pitchFamily="18" charset="0"/>
                        </a:rPr>
                        <m:t>θ</m:t>
                      </m:r>
                      <m:r>
                        <a:rPr lang="en-US" i="1" kern="0">
                          <a:solidFill>
                            <a:srgbClr val="000000"/>
                          </a:solidFill>
                          <a:latin typeface="Cambria Math" panose="02040503050406030204" pitchFamily="18" charset="0"/>
                          <a:ea typeface="Cambria Math" panose="02040503050406030204" pitchFamily="18" charset="0"/>
                        </a:rPr>
                        <m:t>.</m:t>
                      </m:r>
                    </m:oMath>
                  </m:oMathPara>
                </a14:m>
                <a:endParaRPr lang="en-US" kern="0" dirty="0">
                  <a:solidFill>
                    <a:srgbClr val="000000"/>
                  </a:solidFill>
                  <a:latin typeface="Cambria Math" panose="02040503050406030204" pitchFamily="18" charset="0"/>
                  <a:ea typeface="Cambria Math" panose="02040503050406030204" pitchFamily="18" charset="0"/>
                </a:endParaRPr>
              </a:p>
              <a:p>
                <a:endParaRPr lang="en-US" i="1" dirty="0">
                  <a:solidFill>
                    <a:srgbClr val="000000"/>
                  </a:solidFill>
                  <a:latin typeface="Cambria Math" panose="02040503050406030204" pitchFamily="18" charset="0"/>
                  <a:ea typeface="Cambria Math" panose="02040503050406030204" pitchFamily="18" charset="0"/>
                </a:endParaRPr>
              </a:p>
              <a:p>
                <a:pPr lvl="0" algn="ctr"/>
                <a14:m>
                  <m:oMathPara xmlns:m="http://schemas.openxmlformats.org/officeDocument/2006/math">
                    <m:oMathParaPr>
                      <m:jc m:val="center"/>
                    </m:oMathParaPr>
                    <m:oMath xmlns:m="http://schemas.openxmlformats.org/officeDocument/2006/math">
                      <m:sSup>
                        <m:sSupPr>
                          <m:ctrlPr>
                            <a:rPr lang="en-US" i="1" kern="0">
                              <a:solidFill>
                                <a:srgbClr val="000000"/>
                              </a:solidFill>
                              <a:latin typeface="Cambria Math" panose="02040503050406030204" pitchFamily="18" charset="0"/>
                              <a:ea typeface="Cambria Math" panose="02040503050406030204" pitchFamily="18" charset="0"/>
                            </a:rPr>
                          </m:ctrlPr>
                        </m:sSupPr>
                        <m:e>
                          <m:r>
                            <m:rPr>
                              <m:sty m:val="p"/>
                            </m:rPr>
                            <a:rPr lang="en-US" b="0" i="1" kern="0">
                              <a:solidFill>
                                <a:srgbClr val="000000"/>
                              </a:solidFill>
                              <a:latin typeface="Cambria Math" panose="02040503050406030204" pitchFamily="18" charset="0"/>
                              <a:ea typeface="Cambria Math" panose="02040503050406030204" pitchFamily="18" charset="0"/>
                            </a:rPr>
                            <m:t>re</m:t>
                          </m:r>
                        </m:e>
                        <m:sup>
                          <m:r>
                            <m:rPr>
                              <m:sty m:val="p"/>
                            </m:rPr>
                            <a:rPr lang="en-US" b="0" i="1" kern="0">
                              <a:solidFill>
                                <a:srgbClr val="000000"/>
                              </a:solidFill>
                              <a:latin typeface="Cambria Math" panose="02040503050406030204" pitchFamily="18" charset="0"/>
                              <a:ea typeface="Cambria Math" panose="02040503050406030204" pitchFamily="18" charset="0"/>
                            </a:rPr>
                            <m:t>jθ</m:t>
                          </m:r>
                        </m:sup>
                      </m:sSup>
                      <m:r>
                        <a:rPr lang="en-US" b="0" kern="0">
                          <a:solidFill>
                            <a:srgbClr val="000000"/>
                          </a:solidFill>
                          <a:latin typeface="Cambria Math" panose="02040503050406030204" pitchFamily="18" charset="0"/>
                          <a:ea typeface="Cambria Math" panose="02040503050406030204" pitchFamily="18" charset="0"/>
                        </a:rPr>
                        <m:t> </m:t>
                      </m:r>
                      <m:r>
                        <m:rPr>
                          <m:sty m:val="p"/>
                        </m:rPr>
                        <a:rPr lang="en-US" b="0" i="1" kern="0">
                          <a:solidFill>
                            <a:srgbClr val="000000"/>
                          </a:solidFill>
                          <a:latin typeface="Cambria Math" panose="02040503050406030204" pitchFamily="18" charset="0"/>
                          <a:ea typeface="Cambria Math" panose="02040503050406030204" pitchFamily="18" charset="0"/>
                        </a:rPr>
                        <m:t>is</m:t>
                      </m:r>
                      <m:r>
                        <a:rPr lang="en-US" b="0" kern="0">
                          <a:solidFill>
                            <a:srgbClr val="000000"/>
                          </a:solidFill>
                          <a:latin typeface="Cambria Math" panose="02040503050406030204" pitchFamily="18" charset="0"/>
                          <a:ea typeface="Cambria Math" panose="02040503050406030204" pitchFamily="18" charset="0"/>
                        </a:rPr>
                        <m:t> </m:t>
                      </m:r>
                      <m:r>
                        <m:rPr>
                          <m:sty m:val="p"/>
                        </m:rPr>
                        <a:rPr lang="en-US" b="0" i="1" kern="0">
                          <a:solidFill>
                            <a:srgbClr val="000000"/>
                          </a:solidFill>
                          <a:latin typeface="Cambria Math" panose="02040503050406030204" pitchFamily="18" charset="0"/>
                          <a:ea typeface="Cambria Math" panose="02040503050406030204" pitchFamily="18" charset="0"/>
                        </a:rPr>
                        <m:t>equivalent</m:t>
                      </m:r>
                      <m:r>
                        <a:rPr lang="en-US" b="0" kern="0">
                          <a:solidFill>
                            <a:srgbClr val="000000"/>
                          </a:solidFill>
                          <a:latin typeface="Cambria Math" panose="02040503050406030204" pitchFamily="18" charset="0"/>
                          <a:ea typeface="Cambria Math" panose="02040503050406030204" pitchFamily="18" charset="0"/>
                        </a:rPr>
                        <m:t> </m:t>
                      </m:r>
                      <m:r>
                        <m:rPr>
                          <m:sty m:val="p"/>
                        </m:rPr>
                        <a:rPr lang="en-US" b="0" i="1" kern="0">
                          <a:solidFill>
                            <a:srgbClr val="000000"/>
                          </a:solidFill>
                          <a:latin typeface="Cambria Math" panose="02040503050406030204" pitchFamily="18" charset="0"/>
                          <a:ea typeface="Cambria Math" panose="02040503050406030204" pitchFamily="18" charset="0"/>
                        </a:rPr>
                        <m:t>to</m:t>
                      </m:r>
                      <m:r>
                        <a:rPr lang="en-US" b="0" kern="0">
                          <a:solidFill>
                            <a:srgbClr val="000000"/>
                          </a:solidFill>
                          <a:latin typeface="Cambria Math" panose="02040503050406030204" pitchFamily="18" charset="0"/>
                          <a:ea typeface="Cambria Math" panose="02040503050406030204" pitchFamily="18" charset="0"/>
                        </a:rPr>
                        <m:t> </m:t>
                      </m:r>
                      <m:r>
                        <m:rPr>
                          <m:sty m:val="p"/>
                        </m:rPr>
                        <a:rPr lang="en-US" b="0" i="1" kern="0">
                          <a:solidFill>
                            <a:srgbClr val="000000"/>
                          </a:solidFill>
                          <a:latin typeface="Cambria Math" panose="02040503050406030204" pitchFamily="18" charset="0"/>
                          <a:ea typeface="Cambria Math" panose="02040503050406030204" pitchFamily="18" charset="0"/>
                        </a:rPr>
                        <m:t>r</m:t>
                      </m:r>
                      <m:r>
                        <a:rPr lang="en-US" b="0" kern="0">
                          <a:solidFill>
                            <a:srgbClr val="000000"/>
                          </a:solidFill>
                          <a:latin typeface="Cambria Math" panose="02040503050406030204" pitchFamily="18" charset="0"/>
                          <a:ea typeface="Cambria Math" panose="02040503050406030204" pitchFamily="18" charset="0"/>
                        </a:rPr>
                        <m:t>∠</m:t>
                      </m:r>
                      <m:r>
                        <m:rPr>
                          <m:sty m:val="p"/>
                        </m:rPr>
                        <a:rPr lang="en-US" b="0" i="1" kern="0">
                          <a:solidFill>
                            <a:srgbClr val="000000"/>
                          </a:solidFill>
                          <a:latin typeface="Cambria Math" panose="02040503050406030204" pitchFamily="18" charset="0"/>
                          <a:ea typeface="Cambria Math" panose="02040503050406030204" pitchFamily="18" charset="0"/>
                        </a:rPr>
                        <m:t>θ</m:t>
                      </m:r>
                      <m:r>
                        <a:rPr lang="en-US" b="0" kern="0">
                          <a:solidFill>
                            <a:srgbClr val="000000"/>
                          </a:solidFill>
                          <a:latin typeface="Cambria Math" panose="02040503050406030204" pitchFamily="18" charset="0"/>
                          <a:ea typeface="Cambria Math" panose="02040503050406030204" pitchFamily="18" charset="0"/>
                        </a:rPr>
                        <m:t> </m:t>
                      </m:r>
                      <m:r>
                        <m:rPr>
                          <m:sty m:val="p"/>
                        </m:rPr>
                        <a:rPr lang="en-US" b="0" i="1" kern="0">
                          <a:solidFill>
                            <a:srgbClr val="000000"/>
                          </a:solidFill>
                          <a:latin typeface="Cambria Math" panose="02040503050406030204" pitchFamily="18" charset="0"/>
                          <a:ea typeface="Cambria Math" panose="02040503050406030204" pitchFamily="18" charset="0"/>
                        </a:rPr>
                        <m:t>which</m:t>
                      </m:r>
                      <m:r>
                        <a:rPr lang="en-US" b="0" kern="0">
                          <a:solidFill>
                            <a:srgbClr val="000000"/>
                          </a:solidFill>
                          <a:latin typeface="Cambria Math" panose="02040503050406030204" pitchFamily="18" charset="0"/>
                          <a:ea typeface="Cambria Math" panose="02040503050406030204" pitchFamily="18" charset="0"/>
                        </a:rPr>
                        <m:t> </m:t>
                      </m:r>
                      <m:r>
                        <m:rPr>
                          <m:sty m:val="p"/>
                        </m:rPr>
                        <a:rPr lang="en-US" b="0" i="1" kern="0">
                          <a:solidFill>
                            <a:srgbClr val="000000"/>
                          </a:solidFill>
                          <a:latin typeface="Cambria Math" panose="02040503050406030204" pitchFamily="18" charset="0"/>
                          <a:ea typeface="Cambria Math" panose="02040503050406030204" pitchFamily="18" charset="0"/>
                        </a:rPr>
                        <m:t>is</m:t>
                      </m:r>
                      <m:r>
                        <a:rPr lang="en-US" b="0" kern="0">
                          <a:solidFill>
                            <a:srgbClr val="000000"/>
                          </a:solidFill>
                          <a:latin typeface="Cambria Math" panose="02040503050406030204" pitchFamily="18" charset="0"/>
                          <a:ea typeface="Cambria Math" panose="02040503050406030204" pitchFamily="18" charset="0"/>
                        </a:rPr>
                        <m:t> </m:t>
                      </m:r>
                      <m:r>
                        <m:rPr>
                          <m:sty m:val="p"/>
                        </m:rPr>
                        <a:rPr lang="en-US" b="0" i="1" kern="0">
                          <a:solidFill>
                            <a:srgbClr val="000000"/>
                          </a:solidFill>
                          <a:latin typeface="Cambria Math" panose="02040503050406030204" pitchFamily="18" charset="0"/>
                          <a:ea typeface="Cambria Math" panose="02040503050406030204" pitchFamily="18" charset="0"/>
                        </a:rPr>
                        <m:t>equivalent</m:t>
                      </m:r>
                      <m:r>
                        <a:rPr lang="en-US" b="0" kern="0">
                          <a:solidFill>
                            <a:srgbClr val="000000"/>
                          </a:solidFill>
                          <a:latin typeface="Cambria Math" panose="02040503050406030204" pitchFamily="18" charset="0"/>
                          <a:ea typeface="Cambria Math" panose="02040503050406030204" pitchFamily="18" charset="0"/>
                        </a:rPr>
                        <m:t> </m:t>
                      </m:r>
                      <m:r>
                        <m:rPr>
                          <m:sty m:val="p"/>
                        </m:rPr>
                        <a:rPr lang="en-US" b="0" i="1" kern="0">
                          <a:solidFill>
                            <a:srgbClr val="000000"/>
                          </a:solidFill>
                          <a:latin typeface="Cambria Math" panose="02040503050406030204" pitchFamily="18" charset="0"/>
                          <a:ea typeface="Cambria Math" panose="02040503050406030204" pitchFamily="18" charset="0"/>
                        </a:rPr>
                        <m:t>to</m:t>
                      </m:r>
                      <m:func>
                        <m:funcPr>
                          <m:ctrlPr>
                            <a:rPr lang="en-US" i="1" kern="0">
                              <a:solidFill>
                                <a:srgbClr val="000000"/>
                              </a:solidFill>
                              <a:latin typeface="Cambria Math" panose="02040503050406030204" pitchFamily="18" charset="0"/>
                              <a:ea typeface="Cambria Math" panose="02040503050406030204" pitchFamily="18" charset="0"/>
                            </a:rPr>
                          </m:ctrlPr>
                        </m:funcPr>
                        <m:fName>
                          <m:r>
                            <m:rPr>
                              <m:sty m:val="p"/>
                            </m:rPr>
                            <a:rPr lang="en-US" b="0" i="1" kern="0">
                              <a:solidFill>
                                <a:srgbClr val="000000"/>
                              </a:solidFill>
                              <a:latin typeface="Cambria Math" panose="02040503050406030204" pitchFamily="18" charset="0"/>
                              <a:ea typeface="Cambria Math" panose="02040503050406030204" pitchFamily="18" charset="0"/>
                            </a:rPr>
                            <m:t>rcos</m:t>
                          </m:r>
                        </m:fName>
                        <m:e>
                          <m:d>
                            <m:dPr>
                              <m:ctrlPr>
                                <a:rPr lang="en-US" i="1" kern="0">
                                  <a:solidFill>
                                    <a:srgbClr val="000000"/>
                                  </a:solidFill>
                                  <a:latin typeface="Cambria Math" panose="02040503050406030204" pitchFamily="18" charset="0"/>
                                  <a:ea typeface="Cambria Math" panose="02040503050406030204" pitchFamily="18" charset="0"/>
                                </a:rPr>
                              </m:ctrlPr>
                            </m:dPr>
                            <m:e>
                              <m:r>
                                <m:rPr>
                                  <m:sty m:val="p"/>
                                </m:rPr>
                                <a:rPr lang="en-US" b="0" i="1" kern="0">
                                  <a:solidFill>
                                    <a:srgbClr val="000000"/>
                                  </a:solidFill>
                                  <a:latin typeface="Cambria Math" panose="02040503050406030204" pitchFamily="18" charset="0"/>
                                  <a:ea typeface="Cambria Math" panose="02040503050406030204" pitchFamily="18" charset="0"/>
                                </a:rPr>
                                <m:t>θ</m:t>
                              </m:r>
                            </m:e>
                          </m:d>
                        </m:e>
                      </m:func>
                      <m:r>
                        <a:rPr lang="en-US" b="0" kern="0">
                          <a:solidFill>
                            <a:srgbClr val="000000"/>
                          </a:solidFill>
                          <a:latin typeface="Cambria Math" panose="02040503050406030204" pitchFamily="18" charset="0"/>
                          <a:ea typeface="Cambria Math" panose="02040503050406030204" pitchFamily="18" charset="0"/>
                        </a:rPr>
                        <m:t>+</m:t>
                      </m:r>
                      <m:func>
                        <m:funcPr>
                          <m:ctrlPr>
                            <a:rPr lang="en-US" i="1" kern="0">
                              <a:solidFill>
                                <a:srgbClr val="000000"/>
                              </a:solidFill>
                              <a:latin typeface="Cambria Math" panose="02040503050406030204" pitchFamily="18" charset="0"/>
                              <a:ea typeface="Cambria Math" panose="02040503050406030204" pitchFamily="18" charset="0"/>
                            </a:rPr>
                          </m:ctrlPr>
                        </m:funcPr>
                        <m:fName>
                          <m:r>
                            <m:rPr>
                              <m:sty m:val="p"/>
                            </m:rPr>
                            <a:rPr lang="en-US" b="0" i="1" kern="0">
                              <a:solidFill>
                                <a:srgbClr val="000000"/>
                              </a:solidFill>
                              <a:latin typeface="Cambria Math" panose="02040503050406030204" pitchFamily="18" charset="0"/>
                              <a:ea typeface="Cambria Math" panose="02040503050406030204" pitchFamily="18" charset="0"/>
                            </a:rPr>
                            <m:t>jrsin</m:t>
                          </m:r>
                        </m:fName>
                        <m:e>
                          <m:d>
                            <m:dPr>
                              <m:ctrlPr>
                                <a:rPr lang="en-US" i="1" kern="0">
                                  <a:solidFill>
                                    <a:srgbClr val="000000"/>
                                  </a:solidFill>
                                  <a:latin typeface="Cambria Math" panose="02040503050406030204" pitchFamily="18" charset="0"/>
                                  <a:ea typeface="Cambria Math" panose="02040503050406030204" pitchFamily="18" charset="0"/>
                                </a:rPr>
                              </m:ctrlPr>
                            </m:dPr>
                            <m:e>
                              <m:r>
                                <m:rPr>
                                  <m:sty m:val="p"/>
                                </m:rPr>
                                <a:rPr lang="en-US" b="0" i="1" kern="0">
                                  <a:solidFill>
                                    <a:srgbClr val="000000"/>
                                  </a:solidFill>
                                  <a:latin typeface="Cambria Math" panose="02040503050406030204" pitchFamily="18" charset="0"/>
                                  <a:ea typeface="Cambria Math" panose="02040503050406030204" pitchFamily="18" charset="0"/>
                                </a:rPr>
                                <m:t>θ</m:t>
                              </m:r>
                            </m:e>
                          </m:d>
                        </m:e>
                      </m:func>
                      <m:r>
                        <a:rPr lang="en-US" b="0" kern="0">
                          <a:solidFill>
                            <a:srgbClr val="000000"/>
                          </a:solidFill>
                          <a:latin typeface="Cambria Math" panose="02040503050406030204" pitchFamily="18" charset="0"/>
                          <a:ea typeface="Cambria Math" panose="02040503050406030204" pitchFamily="18" charset="0"/>
                        </a:rPr>
                        <m:t>.</m:t>
                      </m:r>
                    </m:oMath>
                  </m:oMathPara>
                </a14:m>
                <a:endParaRPr lang="en-US" kern="0" dirty="0">
                  <a:solidFill>
                    <a:srgbClr val="000000"/>
                  </a:solidFill>
                  <a:latin typeface="Cambria Math" panose="02040503050406030204" pitchFamily="18" charset="0"/>
                  <a:ea typeface="Cambria Math" panose="02040503050406030204" pitchFamily="18" charset="0"/>
                </a:endParaRPr>
              </a:p>
              <a:p>
                <a:pPr algn="ctr"/>
                <a:endParaRPr lang="en-US" altLang="en-US" dirty="0">
                  <a:solidFill>
                    <a:srgbClr val="000000"/>
                  </a:solidFill>
                  <a:latin typeface="Cambria Math" panose="02040503050406030204" pitchFamily="18" charset="0"/>
                  <a:ea typeface="Cambria Math" panose="02040503050406030204" pitchFamily="18" charset="0"/>
                  <a:cs typeface="Arial" panose="020B0604020202020204" pitchFamily="34" charset="0"/>
                </a:endParaRPr>
              </a:p>
              <a:p>
                <a:pPr algn="ctr"/>
                <a14:m>
                  <m:oMathPara xmlns:m="http://schemas.openxmlformats.org/officeDocument/2006/math">
                    <m:oMathParaPr>
                      <m:jc m:val="centerGroup"/>
                    </m:oMathParaPr>
                    <m:oMath xmlns:m="http://schemas.openxmlformats.org/officeDocument/2006/math">
                      <m:sSup>
                        <m:sSupPr>
                          <m:ctrlPr>
                            <a:rPr lang="en-US" i="1">
                              <a:solidFill>
                                <a:srgbClr val="000000"/>
                              </a:solidFill>
                              <a:latin typeface="Cambria Math" panose="02040503050406030204" pitchFamily="18" charset="0"/>
                              <a:ea typeface="Cambria Math" panose="02040503050406030204" pitchFamily="18" charset="0"/>
                            </a:rPr>
                          </m:ctrlPr>
                        </m:sSupPr>
                        <m:e>
                          <m:r>
                            <m:rPr>
                              <m:sty m:val="p"/>
                            </m:rPr>
                            <a:rPr lang="en-US" b="0" i="1">
                              <a:solidFill>
                                <a:srgbClr val="000000"/>
                              </a:solidFill>
                              <a:latin typeface="Cambria Math" panose="02040503050406030204" pitchFamily="18" charset="0"/>
                              <a:ea typeface="Cambria Math" panose="02040503050406030204" pitchFamily="18" charset="0"/>
                            </a:rPr>
                            <m:t>e</m:t>
                          </m:r>
                        </m:e>
                        <m:sup>
                          <m:r>
                            <m:rPr>
                              <m:sty m:val="p"/>
                            </m:rPr>
                            <a:rPr lang="en-US" b="0" i="1">
                              <a:solidFill>
                                <a:srgbClr val="000000"/>
                              </a:solidFill>
                              <a:latin typeface="Cambria Math" panose="02040503050406030204" pitchFamily="18" charset="0"/>
                              <a:ea typeface="Cambria Math" panose="02040503050406030204" pitchFamily="18" charset="0"/>
                            </a:rPr>
                            <m:t>jωt</m:t>
                          </m:r>
                        </m:sup>
                      </m:sSup>
                      <m:r>
                        <a:rPr lang="en-US" b="0">
                          <a:solidFill>
                            <a:srgbClr val="000000"/>
                          </a:solidFill>
                          <a:latin typeface="Cambria Math" panose="02040503050406030204" pitchFamily="18" charset="0"/>
                          <a:ea typeface="Cambria Math" panose="02040503050406030204" pitchFamily="18" charset="0"/>
                        </a:rPr>
                        <m:t>=</m:t>
                      </m:r>
                      <m:func>
                        <m:funcPr>
                          <m:ctrlPr>
                            <a:rPr lang="en-US" i="1">
                              <a:solidFill>
                                <a:srgbClr val="000000"/>
                              </a:solidFill>
                              <a:latin typeface="Cambria Math" panose="02040503050406030204" pitchFamily="18" charset="0"/>
                              <a:ea typeface="Cambria Math" panose="02040503050406030204" pitchFamily="18" charset="0"/>
                            </a:rPr>
                          </m:ctrlPr>
                        </m:funcPr>
                        <m:fName>
                          <m:r>
                            <m:rPr>
                              <m:sty m:val="p"/>
                            </m:rPr>
                            <a:rPr lang="en-US" b="0" i="1">
                              <a:solidFill>
                                <a:srgbClr val="000000"/>
                              </a:solidFill>
                              <a:latin typeface="Cambria Math" panose="02040503050406030204" pitchFamily="18" charset="0"/>
                              <a:ea typeface="Cambria Math" panose="02040503050406030204" pitchFamily="18" charset="0"/>
                            </a:rPr>
                            <m:t>cos</m:t>
                          </m:r>
                        </m:fName>
                        <m:e>
                          <m:d>
                            <m:dPr>
                              <m:ctrlPr>
                                <a:rPr lang="en-US" i="1">
                                  <a:solidFill>
                                    <a:srgbClr val="000000"/>
                                  </a:solidFill>
                                  <a:latin typeface="Cambria Math" panose="02040503050406030204" pitchFamily="18" charset="0"/>
                                  <a:ea typeface="Cambria Math" panose="02040503050406030204" pitchFamily="18" charset="0"/>
                                </a:rPr>
                              </m:ctrlPr>
                            </m:dPr>
                            <m:e>
                              <m:r>
                                <m:rPr>
                                  <m:sty m:val="p"/>
                                </m:rPr>
                                <a:rPr lang="en-US" b="0" i="1">
                                  <a:solidFill>
                                    <a:srgbClr val="000000"/>
                                  </a:solidFill>
                                  <a:latin typeface="Cambria Math" panose="02040503050406030204" pitchFamily="18" charset="0"/>
                                  <a:ea typeface="Cambria Math" panose="02040503050406030204" pitchFamily="18" charset="0"/>
                                </a:rPr>
                                <m:t>ωt</m:t>
                              </m:r>
                            </m:e>
                          </m:d>
                        </m:e>
                      </m:func>
                      <m:r>
                        <a:rPr lang="en-US" b="0">
                          <a:solidFill>
                            <a:srgbClr val="000000"/>
                          </a:solidFill>
                          <a:latin typeface="Cambria Math" panose="02040503050406030204" pitchFamily="18" charset="0"/>
                          <a:ea typeface="Cambria Math" panose="02040503050406030204" pitchFamily="18" charset="0"/>
                        </a:rPr>
                        <m:t>+</m:t>
                      </m:r>
                      <m:func>
                        <m:funcPr>
                          <m:ctrlPr>
                            <a:rPr lang="en-US" i="1">
                              <a:solidFill>
                                <a:srgbClr val="000000"/>
                              </a:solidFill>
                              <a:latin typeface="Cambria Math" panose="02040503050406030204" pitchFamily="18" charset="0"/>
                              <a:ea typeface="Cambria Math" panose="02040503050406030204" pitchFamily="18" charset="0"/>
                            </a:rPr>
                          </m:ctrlPr>
                        </m:funcPr>
                        <m:fName>
                          <m:r>
                            <m:rPr>
                              <m:sty m:val="p"/>
                            </m:rPr>
                            <a:rPr lang="en-US" b="0" i="1">
                              <a:solidFill>
                                <a:srgbClr val="000000"/>
                              </a:solidFill>
                              <a:latin typeface="Cambria Math" panose="02040503050406030204" pitchFamily="18" charset="0"/>
                              <a:ea typeface="Cambria Math" panose="02040503050406030204" pitchFamily="18" charset="0"/>
                            </a:rPr>
                            <m:t>jsin</m:t>
                          </m:r>
                        </m:fName>
                        <m:e>
                          <m:d>
                            <m:dPr>
                              <m:ctrlPr>
                                <a:rPr lang="en-US" i="1">
                                  <a:solidFill>
                                    <a:srgbClr val="000000"/>
                                  </a:solidFill>
                                  <a:latin typeface="Cambria Math" panose="02040503050406030204" pitchFamily="18" charset="0"/>
                                  <a:ea typeface="Cambria Math" panose="02040503050406030204" pitchFamily="18" charset="0"/>
                                </a:rPr>
                              </m:ctrlPr>
                            </m:dPr>
                            <m:e>
                              <m:r>
                                <m:rPr>
                                  <m:sty m:val="p"/>
                                </m:rPr>
                                <a:rPr lang="en-US" b="0" i="1">
                                  <a:solidFill>
                                    <a:srgbClr val="000000"/>
                                  </a:solidFill>
                                  <a:latin typeface="Cambria Math" panose="02040503050406030204" pitchFamily="18" charset="0"/>
                                  <a:ea typeface="Cambria Math" panose="02040503050406030204" pitchFamily="18" charset="0"/>
                                </a:rPr>
                                <m:t>ωt</m:t>
                              </m:r>
                            </m:e>
                          </m:d>
                        </m:e>
                      </m:func>
                      <m:r>
                        <a:rPr lang="en-US" b="0" i="1">
                          <a:solidFill>
                            <a:srgbClr val="000000"/>
                          </a:solidFill>
                          <a:latin typeface="Cambria Math" panose="02040503050406030204" pitchFamily="18" charset="0"/>
                          <a:ea typeface="Cambria Math" panose="02040503050406030204" pitchFamily="18" charset="0"/>
                        </a:rPr>
                        <m:t>.</m:t>
                      </m:r>
                    </m:oMath>
                  </m:oMathPara>
                </a14:m>
                <a:endParaRPr lang="en-US" altLang="en-US" dirty="0">
                  <a:solidFill>
                    <a:srgbClr val="000000"/>
                  </a:solidFill>
                  <a:latin typeface="Cambria Math" panose="02040503050406030204" pitchFamily="18" charset="0"/>
                  <a:ea typeface="Cambria Math" panose="02040503050406030204" pitchFamily="18" charset="0"/>
                  <a:cs typeface="Arial" panose="020B0604020202020204" pitchFamily="34" charset="0"/>
                </a:endParaRPr>
              </a:p>
              <a:p>
                <a:pPr algn="ctr"/>
                <a:endParaRPr lang="en-US" altLang="en-US" dirty="0">
                  <a:solidFill>
                    <a:srgbClr val="000000"/>
                  </a:solidFill>
                  <a:latin typeface="Cambria Math" panose="02040503050406030204" pitchFamily="18" charset="0"/>
                  <a:ea typeface="Cambria Math" panose="02040503050406030204" pitchFamily="18" charset="0"/>
                  <a:cs typeface="Arial" panose="020B0604020202020204" pitchFamily="34" charset="0"/>
                </a:endParaRPr>
              </a:p>
              <a:p>
                <a14:m>
                  <m:oMath xmlns:m="http://schemas.openxmlformats.org/officeDocument/2006/math">
                    <m:sSup>
                      <m:sSupPr>
                        <m:ctrlPr>
                          <a:rPr lang="en-US" i="1">
                            <a:solidFill>
                              <a:srgbClr val="000000"/>
                            </a:solidFill>
                            <a:latin typeface="Cambria Math" panose="02040503050406030204" pitchFamily="18" charset="0"/>
                          </a:rPr>
                        </m:ctrlPr>
                      </m:sSupPr>
                      <m:e>
                        <m:r>
                          <m:rPr>
                            <m:sty m:val="p"/>
                          </m:rPr>
                          <a:rPr lang="en-US">
                            <a:solidFill>
                              <a:srgbClr val="000000"/>
                            </a:solidFill>
                            <a:latin typeface="Cambria Math" panose="02040503050406030204" pitchFamily="18" charset="0"/>
                          </a:rPr>
                          <m:t>e</m:t>
                        </m:r>
                      </m:e>
                      <m:sup>
                        <m:r>
                          <m:rPr>
                            <m:sty m:val="p"/>
                          </m:rPr>
                          <a:rPr lang="en-US">
                            <a:solidFill>
                              <a:srgbClr val="000000"/>
                            </a:solidFill>
                            <a:latin typeface="Cambria Math" panose="02040503050406030204" pitchFamily="18" charset="0"/>
                          </a:rPr>
                          <m:t>j</m:t>
                        </m:r>
                        <m:r>
                          <m:rPr>
                            <m:sty m:val="p"/>
                          </m:rPr>
                          <a:rPr lang="en-US" i="1">
                            <a:solidFill>
                              <a:srgbClr val="000000"/>
                            </a:solidFill>
                            <a:latin typeface="Cambria Math" panose="02040503050406030204" pitchFamily="18" charset="0"/>
                            <a:ea typeface="Cambria Math" panose="02040503050406030204" pitchFamily="18" charset="0"/>
                          </a:rPr>
                          <m:t>ωt</m:t>
                        </m:r>
                      </m:sup>
                    </m:sSup>
                    <m:r>
                      <a:rPr lang="en-US">
                        <a:solidFill>
                          <a:srgbClr val="000000"/>
                        </a:solidFill>
                        <a:latin typeface="Cambria Math" panose="02040503050406030204" pitchFamily="18" charset="0"/>
                      </a:rPr>
                      <m:t>=</m:t>
                    </m:r>
                    <m:func>
                      <m:funcPr>
                        <m:ctrlPr>
                          <a:rPr lang="en-US" i="1">
                            <a:solidFill>
                              <a:srgbClr val="000000"/>
                            </a:solidFill>
                            <a:latin typeface="Cambria Math" panose="02040503050406030204" pitchFamily="18" charset="0"/>
                          </a:rPr>
                        </m:ctrlPr>
                      </m:funcPr>
                      <m:fName>
                        <m:r>
                          <m:rPr>
                            <m:sty m:val="p"/>
                          </m:rPr>
                          <a:rPr lang="en-US">
                            <a:solidFill>
                              <a:srgbClr val="000000"/>
                            </a:solidFill>
                            <a:latin typeface="Cambria Math" panose="02040503050406030204" pitchFamily="18" charset="0"/>
                          </a:rPr>
                          <m:t>cos</m:t>
                        </m:r>
                      </m:fName>
                      <m:e>
                        <m:d>
                          <m:dPr>
                            <m:ctrlPr>
                              <a:rPr lang="en-US" i="1">
                                <a:solidFill>
                                  <a:srgbClr val="000000"/>
                                </a:solidFill>
                                <a:latin typeface="Cambria Math" panose="02040503050406030204" pitchFamily="18" charset="0"/>
                              </a:rPr>
                            </m:ctrlPr>
                          </m:dPr>
                          <m:e>
                            <m:r>
                              <m:rPr>
                                <m:sty m:val="p"/>
                              </m:rPr>
                              <a:rPr lang="en-US" i="1">
                                <a:solidFill>
                                  <a:srgbClr val="000000"/>
                                </a:solidFill>
                                <a:latin typeface="Cambria Math" panose="02040503050406030204" pitchFamily="18" charset="0"/>
                                <a:ea typeface="Cambria Math" panose="02040503050406030204" pitchFamily="18" charset="0"/>
                              </a:rPr>
                              <m:t>ωt</m:t>
                            </m:r>
                          </m:e>
                        </m:d>
                      </m:e>
                    </m:func>
                    <m:r>
                      <a:rPr lang="en-US">
                        <a:solidFill>
                          <a:srgbClr val="000000"/>
                        </a:solidFill>
                        <a:latin typeface="Cambria Math" panose="02040503050406030204" pitchFamily="18" charset="0"/>
                      </a:rPr>
                      <m:t>+</m:t>
                    </m:r>
                    <m:func>
                      <m:funcPr>
                        <m:ctrlPr>
                          <a:rPr lang="en-US" i="1">
                            <a:solidFill>
                              <a:srgbClr val="000000"/>
                            </a:solidFill>
                            <a:latin typeface="Cambria Math" panose="02040503050406030204" pitchFamily="18" charset="0"/>
                          </a:rPr>
                        </m:ctrlPr>
                      </m:funcPr>
                      <m:fName>
                        <m:r>
                          <m:rPr>
                            <m:sty m:val="p"/>
                          </m:rPr>
                          <a:rPr lang="en-US">
                            <a:solidFill>
                              <a:srgbClr val="000000"/>
                            </a:solidFill>
                            <a:latin typeface="Cambria Math" panose="02040503050406030204" pitchFamily="18" charset="0"/>
                          </a:rPr>
                          <m:t>jsin</m:t>
                        </m:r>
                      </m:fName>
                      <m:e>
                        <m:d>
                          <m:dPr>
                            <m:ctrlPr>
                              <a:rPr lang="en-US" i="1">
                                <a:solidFill>
                                  <a:srgbClr val="000000"/>
                                </a:solidFill>
                                <a:latin typeface="Cambria Math" panose="02040503050406030204" pitchFamily="18" charset="0"/>
                              </a:rPr>
                            </m:ctrlPr>
                          </m:dPr>
                          <m:e>
                            <m:r>
                              <m:rPr>
                                <m:sty m:val="p"/>
                              </m:rPr>
                              <a:rPr lang="en-US" i="1">
                                <a:solidFill>
                                  <a:srgbClr val="000000"/>
                                </a:solidFill>
                                <a:latin typeface="Cambria Math" panose="02040503050406030204" pitchFamily="18" charset="0"/>
                                <a:ea typeface="Cambria Math" panose="02040503050406030204" pitchFamily="18" charset="0"/>
                              </a:rPr>
                              <m:t>ωt</m:t>
                            </m:r>
                          </m:e>
                        </m:d>
                      </m:e>
                    </m:func>
                    <m:r>
                      <a:rPr lang="en-US">
                        <a:solidFill>
                          <a:srgbClr val="000000"/>
                        </a:solidFill>
                        <a:latin typeface="Cambria Math" panose="02040503050406030204" pitchFamily="18" charset="0"/>
                        <a:ea typeface="Cambria Math" panose="02040503050406030204" pitchFamily="18" charset="0"/>
                      </a:rPr>
                      <m:t> →</m:t>
                    </m:r>
                  </m:oMath>
                </a14:m>
                <a:r>
                  <a:rPr lang="en-US" dirty="0">
                    <a:solidFill>
                      <a:srgbClr val="000000"/>
                    </a:solidFill>
                    <a:latin typeface="Cambria Math" panose="02040503050406030204" pitchFamily="18" charset="0"/>
                    <a:ea typeface="Cambria Math" panose="02040503050406030204" pitchFamily="18" charset="0"/>
                  </a:rPr>
                  <a:t> Counter-Clockwise Rotating Vector for increasing </a:t>
                </a:r>
                <a14:m>
                  <m:oMath xmlns:m="http://schemas.openxmlformats.org/officeDocument/2006/math">
                    <m:r>
                      <m:rPr>
                        <m:sty m:val="p"/>
                      </m:rPr>
                      <a:rPr lang="en-US" i="1">
                        <a:solidFill>
                          <a:srgbClr val="000000"/>
                        </a:solidFill>
                        <a:latin typeface="Cambria Math" panose="02040503050406030204" pitchFamily="18" charset="0"/>
                        <a:ea typeface="Cambria Math" panose="02040503050406030204" pitchFamily="18" charset="0"/>
                      </a:rPr>
                      <m:t>ωt</m:t>
                    </m:r>
                  </m:oMath>
                </a14:m>
                <a:r>
                  <a:rPr lang="en-US" dirty="0">
                    <a:solidFill>
                      <a:srgbClr val="000000"/>
                    </a:solidFill>
                    <a:latin typeface="Cambria Math" panose="02040503050406030204" pitchFamily="18" charset="0"/>
                    <a:ea typeface="Cambria Math" panose="02040503050406030204" pitchFamily="18" charset="0"/>
                  </a:rPr>
                  <a:t>.</a:t>
                </a:r>
              </a:p>
              <a:p>
                <a:pPr algn="ctr"/>
                <a:endParaRPr lang="en-US" dirty="0">
                  <a:solidFill>
                    <a:srgbClr val="000000"/>
                  </a:solidFill>
                  <a:latin typeface="Cambria Math" panose="02040503050406030204" pitchFamily="18" charset="0"/>
                  <a:ea typeface="Cambria Math" panose="02040503050406030204" pitchFamily="18" charset="0"/>
                </a:endParaRPr>
              </a:p>
              <a:p>
                <a:pPr algn="ctr"/>
                <a:endParaRPr lang="en-US" dirty="0">
                  <a:solidFill>
                    <a:srgbClr val="000000"/>
                  </a:solidFill>
                  <a:latin typeface="Cambria Math" panose="02040503050406030204" pitchFamily="18" charset="0"/>
                  <a:ea typeface="Cambria Math" panose="02040503050406030204" pitchFamily="18" charset="0"/>
                </a:endParaRPr>
              </a:p>
              <a:p>
                <a:r>
                  <a:rPr lang="en-US" dirty="0">
                    <a:solidFill>
                      <a:srgbClr val="000000"/>
                    </a:solidFill>
                    <a:latin typeface="Cambria Math" panose="02040503050406030204" pitchFamily="18" charset="0"/>
                    <a:ea typeface="Cambria Math" panose="02040503050406030204" pitchFamily="18" charset="0"/>
                  </a:rPr>
                  <a:t>Magnitude of (</a:t>
                </a:r>
                <a14:m>
                  <m:oMath xmlns:m="http://schemas.openxmlformats.org/officeDocument/2006/math">
                    <m:sSup>
                      <m:sSupPr>
                        <m:ctrlPr>
                          <a:rPr lang="en-US" i="1">
                            <a:solidFill>
                              <a:srgbClr val="000000"/>
                            </a:solidFill>
                            <a:latin typeface="Cambria Math" panose="02040503050406030204" pitchFamily="18" charset="0"/>
                          </a:rPr>
                        </m:ctrlPr>
                      </m:sSupPr>
                      <m:e>
                        <m:r>
                          <m:rPr>
                            <m:sty m:val="p"/>
                          </m:rPr>
                          <a:rPr lang="en-US">
                            <a:solidFill>
                              <a:srgbClr val="000000"/>
                            </a:solidFill>
                            <a:latin typeface="Cambria Math" panose="02040503050406030204" pitchFamily="18" charset="0"/>
                          </a:rPr>
                          <m:t>e</m:t>
                        </m:r>
                      </m:e>
                      <m:sup>
                        <m:r>
                          <m:rPr>
                            <m:sty m:val="p"/>
                          </m:rPr>
                          <a:rPr lang="en-US">
                            <a:solidFill>
                              <a:srgbClr val="000000"/>
                            </a:solidFill>
                            <a:latin typeface="Cambria Math" panose="02040503050406030204" pitchFamily="18" charset="0"/>
                          </a:rPr>
                          <m:t>j</m:t>
                        </m:r>
                        <m:r>
                          <m:rPr>
                            <m:sty m:val="p"/>
                          </m:rPr>
                          <a:rPr lang="en-US" i="1">
                            <a:solidFill>
                              <a:srgbClr val="000000"/>
                            </a:solidFill>
                            <a:latin typeface="Cambria Math" panose="02040503050406030204" pitchFamily="18" charset="0"/>
                            <a:ea typeface="Cambria Math" panose="02040503050406030204" pitchFamily="18" charset="0"/>
                          </a:rPr>
                          <m:t>ωt</m:t>
                        </m:r>
                      </m:sup>
                    </m:sSup>
                  </m:oMath>
                </a14:m>
                <a:r>
                  <a:rPr lang="en-US" dirty="0">
                    <a:solidFill>
                      <a:srgbClr val="000000"/>
                    </a:solidFill>
                    <a:latin typeface="Cambria Math" panose="02040503050406030204" pitchFamily="18" charset="0"/>
                    <a:ea typeface="Cambria Math" panose="02040503050406030204" pitchFamily="18" charset="0"/>
                  </a:rPr>
                  <a:t>) = 1 for all </a:t>
                </a:r>
                <a14:m>
                  <m:oMath xmlns:m="http://schemas.openxmlformats.org/officeDocument/2006/math">
                    <m:r>
                      <m:rPr>
                        <m:sty m:val="p"/>
                      </m:rPr>
                      <a:rPr lang="en-US" i="1">
                        <a:solidFill>
                          <a:srgbClr val="000000"/>
                        </a:solidFill>
                        <a:latin typeface="Cambria Math" panose="02040503050406030204" pitchFamily="18" charset="0"/>
                        <a:ea typeface="Cambria Math" panose="02040503050406030204" pitchFamily="18" charset="0"/>
                      </a:rPr>
                      <m:t>ωt</m:t>
                    </m:r>
                  </m:oMath>
                </a14:m>
                <a:r>
                  <a:rPr lang="en-US" dirty="0">
                    <a:solidFill>
                      <a:srgbClr val="000000"/>
                    </a:solidFill>
                    <a:latin typeface="Cambria Math" panose="02040503050406030204" pitchFamily="18" charset="0"/>
                    <a:ea typeface="Cambria Math" panose="02040503050406030204" pitchFamily="18" charset="0"/>
                  </a:rPr>
                  <a:t>.  Angle of (</a:t>
                </a:r>
                <a14:m>
                  <m:oMath xmlns:m="http://schemas.openxmlformats.org/officeDocument/2006/math">
                    <m:sSup>
                      <m:sSupPr>
                        <m:ctrlPr>
                          <a:rPr lang="en-US" i="1">
                            <a:solidFill>
                              <a:srgbClr val="000000"/>
                            </a:solidFill>
                            <a:latin typeface="Cambria Math" panose="02040503050406030204" pitchFamily="18" charset="0"/>
                          </a:rPr>
                        </m:ctrlPr>
                      </m:sSupPr>
                      <m:e>
                        <m:r>
                          <m:rPr>
                            <m:sty m:val="p"/>
                          </m:rPr>
                          <a:rPr lang="en-US">
                            <a:solidFill>
                              <a:srgbClr val="000000"/>
                            </a:solidFill>
                            <a:latin typeface="Cambria Math" panose="02040503050406030204" pitchFamily="18" charset="0"/>
                          </a:rPr>
                          <m:t>e</m:t>
                        </m:r>
                      </m:e>
                      <m:sup>
                        <m:r>
                          <m:rPr>
                            <m:sty m:val="p"/>
                          </m:rPr>
                          <a:rPr lang="en-US">
                            <a:solidFill>
                              <a:srgbClr val="000000"/>
                            </a:solidFill>
                            <a:latin typeface="Cambria Math" panose="02040503050406030204" pitchFamily="18" charset="0"/>
                          </a:rPr>
                          <m:t>j</m:t>
                        </m:r>
                        <m:r>
                          <m:rPr>
                            <m:sty m:val="p"/>
                          </m:rPr>
                          <a:rPr lang="en-US" i="1">
                            <a:solidFill>
                              <a:srgbClr val="000000"/>
                            </a:solidFill>
                            <a:latin typeface="Cambria Math" panose="02040503050406030204" pitchFamily="18" charset="0"/>
                            <a:ea typeface="Cambria Math" panose="02040503050406030204" pitchFamily="18" charset="0"/>
                          </a:rPr>
                          <m:t>ωt</m:t>
                        </m:r>
                      </m:sup>
                    </m:sSup>
                  </m:oMath>
                </a14:m>
                <a:r>
                  <a:rPr lang="en-US" dirty="0">
                    <a:solidFill>
                      <a:srgbClr val="000000"/>
                    </a:solidFill>
                    <a:latin typeface="Cambria Math" panose="02040503050406030204" pitchFamily="18" charset="0"/>
                    <a:ea typeface="Cambria Math" panose="02040503050406030204" pitchFamily="18" charset="0"/>
                  </a:rPr>
                  <a:t>) = </a:t>
                </a:r>
                <a14:m>
                  <m:oMath xmlns:m="http://schemas.openxmlformats.org/officeDocument/2006/math">
                    <m:r>
                      <m:rPr>
                        <m:sty m:val="p"/>
                      </m:rPr>
                      <a:rPr lang="en-US" i="1">
                        <a:solidFill>
                          <a:srgbClr val="000000"/>
                        </a:solidFill>
                        <a:latin typeface="Cambria Math" panose="02040503050406030204" pitchFamily="18" charset="0"/>
                        <a:ea typeface="Cambria Math" panose="02040503050406030204" pitchFamily="18" charset="0"/>
                      </a:rPr>
                      <m:t>ωt</m:t>
                    </m:r>
                  </m:oMath>
                </a14:m>
                <a:r>
                  <a:rPr lang="en-US" dirty="0">
                    <a:solidFill>
                      <a:srgbClr val="000000"/>
                    </a:solidFill>
                    <a:latin typeface="Cambria Math" panose="02040503050406030204" pitchFamily="18" charset="0"/>
                    <a:ea typeface="Cambria Math" panose="02040503050406030204" pitchFamily="18" charset="0"/>
                  </a:rPr>
                  <a:t>. </a:t>
                </a:r>
              </a:p>
              <a:p>
                <a:pPr algn="ctr"/>
                <a:endParaRPr lang="en-US" dirty="0">
                  <a:solidFill>
                    <a:srgbClr val="000000"/>
                  </a:solidFill>
                  <a:latin typeface="Cambria Math" panose="02040503050406030204" pitchFamily="18" charset="0"/>
                  <a:ea typeface="Cambria Math" panose="02040503050406030204" pitchFamily="18" charset="0"/>
                </a:endParaRPr>
              </a:p>
              <a:p>
                <a:pPr algn="ctr"/>
                <a:endParaRPr lang="en-US" dirty="0">
                  <a:solidFill>
                    <a:srgbClr val="000000"/>
                  </a:solidFill>
                  <a:latin typeface="Cambria Math" panose="02040503050406030204" pitchFamily="18" charset="0"/>
                  <a:ea typeface="Cambria Math" panose="02040503050406030204" pitchFamily="18" charset="0"/>
                </a:endParaRPr>
              </a:p>
              <a:p>
                <a:pPr>
                  <a:spcAft>
                    <a:spcPts val="900"/>
                  </a:spcAft>
                </a:pPr>
                <a:r>
                  <a:rPr lang="en-US" dirty="0">
                    <a:solidFill>
                      <a:srgbClr val="000000"/>
                    </a:solidFill>
                    <a:latin typeface="Cambria Math" panose="02040503050406030204" pitchFamily="18" charset="0"/>
                    <a:ea typeface="Cambria Math" panose="02040503050406030204" pitchFamily="18" charset="0"/>
                  </a:rPr>
                  <a:t>Magnitude of (</a:t>
                </a:r>
                <a14:m>
                  <m:oMath xmlns:m="http://schemas.openxmlformats.org/officeDocument/2006/math">
                    <m:sSup>
                      <m:sSupPr>
                        <m:ctrlPr>
                          <a:rPr lang="en-US" i="1">
                            <a:solidFill>
                              <a:srgbClr val="000000"/>
                            </a:solidFill>
                            <a:latin typeface="Cambria Math" panose="02040503050406030204" pitchFamily="18" charset="0"/>
                          </a:rPr>
                        </m:ctrlPr>
                      </m:sSupPr>
                      <m:e>
                        <m:r>
                          <m:rPr>
                            <m:sty m:val="p"/>
                          </m:rPr>
                          <a:rPr lang="en-US">
                            <a:solidFill>
                              <a:srgbClr val="000000"/>
                            </a:solidFill>
                            <a:latin typeface="Cambria Math" panose="02040503050406030204" pitchFamily="18" charset="0"/>
                          </a:rPr>
                          <m:t>re</m:t>
                        </m:r>
                      </m:e>
                      <m:sup>
                        <m:r>
                          <m:rPr>
                            <m:sty m:val="p"/>
                          </m:rPr>
                          <a:rPr lang="en-US">
                            <a:solidFill>
                              <a:srgbClr val="000000"/>
                            </a:solidFill>
                            <a:latin typeface="Cambria Math" panose="02040503050406030204" pitchFamily="18" charset="0"/>
                          </a:rPr>
                          <m:t>j</m:t>
                        </m:r>
                        <m:r>
                          <m:rPr>
                            <m:sty m:val="p"/>
                          </m:rPr>
                          <a:rPr lang="en-US" i="1">
                            <a:solidFill>
                              <a:srgbClr val="000000"/>
                            </a:solidFill>
                            <a:latin typeface="Cambria Math" panose="02040503050406030204" pitchFamily="18" charset="0"/>
                            <a:ea typeface="Cambria Math" panose="02040503050406030204" pitchFamily="18" charset="0"/>
                          </a:rPr>
                          <m:t>ωt</m:t>
                        </m:r>
                      </m:sup>
                    </m:sSup>
                  </m:oMath>
                </a14:m>
                <a:r>
                  <a:rPr lang="en-US" dirty="0">
                    <a:solidFill>
                      <a:srgbClr val="000000"/>
                    </a:solidFill>
                    <a:latin typeface="Cambria Math" panose="02040503050406030204" pitchFamily="18" charset="0"/>
                    <a:ea typeface="Cambria Math" panose="02040503050406030204" pitchFamily="18" charset="0"/>
                  </a:rPr>
                  <a:t>) = r for all </a:t>
                </a:r>
                <a14:m>
                  <m:oMath xmlns:m="http://schemas.openxmlformats.org/officeDocument/2006/math">
                    <m:r>
                      <m:rPr>
                        <m:sty m:val="p"/>
                      </m:rPr>
                      <a:rPr lang="en-US" i="1">
                        <a:solidFill>
                          <a:srgbClr val="000000"/>
                        </a:solidFill>
                        <a:latin typeface="Cambria Math" panose="02040503050406030204" pitchFamily="18" charset="0"/>
                        <a:ea typeface="Cambria Math" panose="02040503050406030204" pitchFamily="18" charset="0"/>
                      </a:rPr>
                      <m:t>ωt</m:t>
                    </m:r>
                  </m:oMath>
                </a14:m>
                <a:r>
                  <a:rPr lang="en-US" dirty="0">
                    <a:solidFill>
                      <a:srgbClr val="000000"/>
                    </a:solidFill>
                    <a:latin typeface="Cambria Math" panose="02040503050406030204" pitchFamily="18" charset="0"/>
                    <a:ea typeface="Cambria Math" panose="02040503050406030204" pitchFamily="18" charset="0"/>
                  </a:rPr>
                  <a:t>.  Angle of (</a:t>
                </a:r>
                <a14:m>
                  <m:oMath xmlns:m="http://schemas.openxmlformats.org/officeDocument/2006/math">
                    <m:sSup>
                      <m:sSupPr>
                        <m:ctrlPr>
                          <a:rPr lang="en-US" i="1">
                            <a:solidFill>
                              <a:srgbClr val="000000"/>
                            </a:solidFill>
                            <a:latin typeface="Cambria Math" panose="02040503050406030204" pitchFamily="18" charset="0"/>
                          </a:rPr>
                        </m:ctrlPr>
                      </m:sSupPr>
                      <m:e>
                        <m:r>
                          <m:rPr>
                            <m:sty m:val="p"/>
                          </m:rPr>
                          <a:rPr lang="en-US">
                            <a:solidFill>
                              <a:srgbClr val="000000"/>
                            </a:solidFill>
                            <a:latin typeface="Cambria Math" panose="02040503050406030204" pitchFamily="18" charset="0"/>
                          </a:rPr>
                          <m:t>re</m:t>
                        </m:r>
                      </m:e>
                      <m:sup>
                        <m:r>
                          <m:rPr>
                            <m:sty m:val="p"/>
                          </m:rPr>
                          <a:rPr lang="en-US">
                            <a:solidFill>
                              <a:srgbClr val="000000"/>
                            </a:solidFill>
                            <a:latin typeface="Cambria Math" panose="02040503050406030204" pitchFamily="18" charset="0"/>
                          </a:rPr>
                          <m:t>j</m:t>
                        </m:r>
                        <m:r>
                          <m:rPr>
                            <m:sty m:val="p"/>
                          </m:rPr>
                          <a:rPr lang="en-US" i="1">
                            <a:solidFill>
                              <a:srgbClr val="000000"/>
                            </a:solidFill>
                            <a:latin typeface="Cambria Math" panose="02040503050406030204" pitchFamily="18" charset="0"/>
                            <a:ea typeface="Cambria Math" panose="02040503050406030204" pitchFamily="18" charset="0"/>
                          </a:rPr>
                          <m:t>ωt</m:t>
                        </m:r>
                      </m:sup>
                    </m:sSup>
                  </m:oMath>
                </a14:m>
                <a:r>
                  <a:rPr lang="en-US" dirty="0">
                    <a:solidFill>
                      <a:srgbClr val="000000"/>
                    </a:solidFill>
                    <a:latin typeface="Cambria Math" panose="02040503050406030204" pitchFamily="18" charset="0"/>
                    <a:ea typeface="Cambria Math" panose="02040503050406030204" pitchFamily="18" charset="0"/>
                  </a:rPr>
                  <a:t>) = </a:t>
                </a:r>
                <a14:m>
                  <m:oMath xmlns:m="http://schemas.openxmlformats.org/officeDocument/2006/math">
                    <m:r>
                      <m:rPr>
                        <m:sty m:val="p"/>
                      </m:rPr>
                      <a:rPr lang="en-US" i="1">
                        <a:solidFill>
                          <a:srgbClr val="000000"/>
                        </a:solidFill>
                        <a:latin typeface="Cambria Math" panose="02040503050406030204" pitchFamily="18" charset="0"/>
                        <a:ea typeface="Cambria Math" panose="02040503050406030204" pitchFamily="18" charset="0"/>
                      </a:rPr>
                      <m:t>ωt</m:t>
                    </m:r>
                  </m:oMath>
                </a14:m>
                <a:r>
                  <a:rPr lang="en-US" dirty="0">
                    <a:solidFill>
                      <a:srgbClr val="000000"/>
                    </a:solidFill>
                    <a:latin typeface="Cambria Math" panose="02040503050406030204" pitchFamily="18" charset="0"/>
                    <a:ea typeface="Cambria Math" panose="02040503050406030204" pitchFamily="18" charset="0"/>
                  </a:rPr>
                  <a:t>. </a:t>
                </a:r>
              </a:p>
              <a:p>
                <a:pPr algn="ctr"/>
                <a:endParaRPr lang="en-US" dirty="0">
                  <a:solidFill>
                    <a:srgbClr val="000000"/>
                  </a:solidFill>
                  <a:latin typeface="Cambria Math" panose="02040503050406030204" pitchFamily="18" charset="0"/>
                  <a:ea typeface="Cambria Math" panose="02040503050406030204" pitchFamily="18" charset="0"/>
                </a:endParaRPr>
              </a:p>
              <a:p>
                <a:pPr algn="ctr"/>
                <a:endParaRPr lang="en-US" dirty="0">
                  <a:solidFill>
                    <a:srgbClr val="000000"/>
                  </a:solidFill>
                  <a:latin typeface="Cambria Math" panose="02040503050406030204" pitchFamily="18" charset="0"/>
                  <a:ea typeface="Cambria Math" panose="02040503050406030204" pitchFamily="18" charset="0"/>
                </a:endParaRPr>
              </a:p>
              <a:p>
                <a:pPr algn="ctr"/>
                <a:endParaRPr lang="en-US" dirty="0">
                  <a:solidFill>
                    <a:srgbClr val="000000"/>
                  </a:solidFill>
                  <a:latin typeface="Cambria Math" panose="02040503050406030204" pitchFamily="18" charset="0"/>
                  <a:ea typeface="Cambria Math" panose="02040503050406030204" pitchFamily="18" charset="0"/>
                </a:endParaRPr>
              </a:p>
              <a:p>
                <a:pPr algn="ctr"/>
                <a:endParaRPr lang="en-US" dirty="0">
                  <a:solidFill>
                    <a:srgbClr val="000000"/>
                  </a:solidFill>
                  <a:latin typeface="Cambria Math" panose="02040503050406030204" pitchFamily="18" charset="0"/>
                  <a:ea typeface="Cambria Math" panose="02040503050406030204" pitchFamily="18" charset="0"/>
                </a:endParaRPr>
              </a:p>
              <a:p>
                <a:pPr algn="ctr"/>
                <a:endParaRPr lang="en-US" dirty="0">
                  <a:solidFill>
                    <a:srgbClr val="000000"/>
                  </a:solidFill>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
                    </m:oMathParaPr>
                    <m:oMath xmlns:m="http://schemas.openxmlformats.org/officeDocument/2006/math">
                      <m:r>
                        <m:rPr>
                          <m:sty m:val="p"/>
                        </m:rPr>
                        <a:rPr lang="en-US">
                          <a:solidFill>
                            <a:srgbClr val="000000"/>
                          </a:solidFill>
                          <a:latin typeface="Cambria Math" panose="02040503050406030204" pitchFamily="18" charset="0"/>
                        </a:rPr>
                        <m:t>Represent</m:t>
                      </m:r>
                      <m:r>
                        <a:rPr lang="en-US">
                          <a:solidFill>
                            <a:srgbClr val="000000"/>
                          </a:solidFill>
                          <a:latin typeface="Cambria Math" panose="02040503050406030204" pitchFamily="18" charset="0"/>
                        </a:rPr>
                        <m:t> </m:t>
                      </m:r>
                      <m:r>
                        <m:rPr>
                          <m:sty m:val="p"/>
                        </m:rPr>
                        <a:rPr lang="en-US">
                          <a:solidFill>
                            <a:srgbClr val="000000"/>
                          </a:solidFill>
                          <a:latin typeface="Cambria Math" panose="02040503050406030204" pitchFamily="18" charset="0"/>
                        </a:rPr>
                        <m:t>real</m:t>
                      </m:r>
                      <m:r>
                        <a:rPr lang="en-US">
                          <a:solidFill>
                            <a:srgbClr val="000000"/>
                          </a:solidFill>
                          <a:latin typeface="Cambria Math" panose="02040503050406030204" pitchFamily="18" charset="0"/>
                        </a:rPr>
                        <m:t> </m:t>
                      </m:r>
                      <m:r>
                        <m:rPr>
                          <m:sty m:val="p"/>
                        </m:rPr>
                        <a:rPr lang="en-US">
                          <a:solidFill>
                            <a:srgbClr val="000000"/>
                          </a:solidFill>
                          <a:latin typeface="Cambria Math" panose="02040503050406030204" pitchFamily="18" charset="0"/>
                        </a:rPr>
                        <m:t>signals</m:t>
                      </m:r>
                      <m:r>
                        <a:rPr lang="en-US">
                          <a:solidFill>
                            <a:srgbClr val="000000"/>
                          </a:solidFill>
                          <a:latin typeface="Cambria Math" panose="02040503050406030204" pitchFamily="18" charset="0"/>
                        </a:rPr>
                        <m:t> </m:t>
                      </m:r>
                      <m:r>
                        <m:rPr>
                          <m:sty m:val="p"/>
                        </m:rPr>
                        <a:rPr lang="en-US">
                          <a:solidFill>
                            <a:srgbClr val="000000"/>
                          </a:solidFill>
                          <a:latin typeface="Cambria Math" panose="02040503050406030204" pitchFamily="18" charset="0"/>
                        </a:rPr>
                        <m:t>as</m:t>
                      </m:r>
                      <m:r>
                        <a:rPr lang="en-US">
                          <a:solidFill>
                            <a:srgbClr val="000000"/>
                          </a:solidFill>
                          <a:latin typeface="Cambria Math" panose="02040503050406030204" pitchFamily="18" charset="0"/>
                        </a:rPr>
                        <m:t> </m:t>
                      </m:r>
                      <m:r>
                        <m:rPr>
                          <m:sty m:val="p"/>
                        </m:rPr>
                        <a:rPr lang="en-US">
                          <a:solidFill>
                            <a:srgbClr val="000000"/>
                          </a:solidFill>
                          <a:latin typeface="Cambria Math" panose="02040503050406030204" pitchFamily="18" charset="0"/>
                        </a:rPr>
                        <m:t>follows</m:t>
                      </m:r>
                      <m:r>
                        <a:rPr lang="en-US">
                          <a:solidFill>
                            <a:srgbClr val="000000"/>
                          </a:solidFill>
                          <a:latin typeface="Cambria Math" panose="02040503050406030204" pitchFamily="18" charset="0"/>
                        </a:rPr>
                        <m:t>: </m:t>
                      </m:r>
                      <m:r>
                        <m:rPr>
                          <m:sty m:val="p"/>
                        </m:rPr>
                        <a:rPr lang="en-US">
                          <a:solidFill>
                            <a:srgbClr val="000000"/>
                          </a:solidFill>
                          <a:latin typeface="Cambria Math" panose="02040503050406030204" pitchFamily="18" charset="0"/>
                        </a:rPr>
                        <m:t>v</m:t>
                      </m:r>
                      <m:d>
                        <m:dPr>
                          <m:ctrlPr>
                            <a:rPr lang="en-US" i="1">
                              <a:solidFill>
                                <a:srgbClr val="000000"/>
                              </a:solidFill>
                              <a:latin typeface="Cambria Math" panose="02040503050406030204" pitchFamily="18" charset="0"/>
                            </a:rPr>
                          </m:ctrlPr>
                        </m:dPr>
                        <m:e>
                          <m:r>
                            <m:rPr>
                              <m:sty m:val="p"/>
                            </m:rPr>
                            <a:rPr lang="en-US">
                              <a:solidFill>
                                <a:srgbClr val="000000"/>
                              </a:solidFill>
                              <a:latin typeface="Cambria Math" panose="02040503050406030204" pitchFamily="18" charset="0"/>
                            </a:rPr>
                            <m:t>t</m:t>
                          </m:r>
                        </m:e>
                      </m:d>
                      <m:r>
                        <a:rPr lang="en-US">
                          <a:solidFill>
                            <a:srgbClr val="000000"/>
                          </a:solidFill>
                          <a:latin typeface="Cambria Math" panose="02040503050406030204" pitchFamily="18" charset="0"/>
                        </a:rPr>
                        <m:t>=</m:t>
                      </m:r>
                      <m:r>
                        <m:rPr>
                          <m:sty m:val="p"/>
                        </m:rPr>
                        <a:rPr lang="en-US">
                          <a:solidFill>
                            <a:srgbClr val="000000"/>
                          </a:solidFill>
                          <a:latin typeface="Cambria Math" panose="02040503050406030204" pitchFamily="18" charset="0"/>
                        </a:rPr>
                        <m:t>r</m:t>
                      </m:r>
                      <m:func>
                        <m:funcPr>
                          <m:ctrlPr>
                            <a:rPr lang="en-US" i="1">
                              <a:solidFill>
                                <a:srgbClr val="000000"/>
                              </a:solidFill>
                              <a:latin typeface="Cambria Math" panose="02040503050406030204" pitchFamily="18" charset="0"/>
                              <a:ea typeface="Cambria Math" panose="02040503050406030204" pitchFamily="18" charset="0"/>
                            </a:rPr>
                          </m:ctrlPr>
                        </m:funcPr>
                        <m:fName>
                          <m:r>
                            <m:rPr>
                              <m:sty m:val="p"/>
                            </m:rPr>
                            <a:rPr lang="en-US">
                              <a:solidFill>
                                <a:srgbClr val="000000"/>
                              </a:solidFill>
                              <a:latin typeface="Cambria Math" panose="02040503050406030204" pitchFamily="18" charset="0"/>
                              <a:ea typeface="Cambria Math" panose="02040503050406030204" pitchFamily="18" charset="0"/>
                            </a:rPr>
                            <m:t>cos</m:t>
                          </m:r>
                        </m:fName>
                        <m:e>
                          <m:d>
                            <m:dPr>
                              <m:ctrlPr>
                                <a:rPr lang="en-US" i="1">
                                  <a:solidFill>
                                    <a:srgbClr val="000000"/>
                                  </a:solidFill>
                                  <a:latin typeface="Cambria Math" panose="02040503050406030204" pitchFamily="18" charset="0"/>
                                  <a:ea typeface="Cambria Math" panose="02040503050406030204" pitchFamily="18" charset="0"/>
                                </a:rPr>
                              </m:ctrlPr>
                            </m:dPr>
                            <m:e>
                              <m:r>
                                <m:rPr>
                                  <m:sty m:val="p"/>
                                </m:rPr>
                                <a:rPr lang="en-US">
                                  <a:solidFill>
                                    <a:srgbClr val="000000"/>
                                  </a:solidFill>
                                  <a:latin typeface="Cambria Math" panose="02040503050406030204" pitchFamily="18" charset="0"/>
                                  <a:ea typeface="Cambria Math" panose="02040503050406030204" pitchFamily="18" charset="0"/>
                                </a:rPr>
                                <m:t>ωt</m:t>
                              </m:r>
                              <m:r>
                                <a:rPr lang="en-US">
                                  <a:solidFill>
                                    <a:srgbClr val="000000"/>
                                  </a:solidFill>
                                  <a:latin typeface="Cambria Math" panose="02040503050406030204" pitchFamily="18" charset="0"/>
                                  <a:ea typeface="Cambria Math" panose="02040503050406030204" pitchFamily="18" charset="0"/>
                                </a:rPr>
                                <m:t>+</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θ</m:t>
                                  </m:r>
                                </m:e>
                                <m:sub>
                                  <m:r>
                                    <a:rPr lang="en-US">
                                      <a:solidFill>
                                        <a:srgbClr val="000000"/>
                                      </a:solidFill>
                                      <a:latin typeface="Cambria Math" panose="02040503050406030204" pitchFamily="18" charset="0"/>
                                      <a:ea typeface="Cambria Math" panose="02040503050406030204" pitchFamily="18" charset="0"/>
                                    </a:rPr>
                                    <m:t>0</m:t>
                                  </m:r>
                                </m:sub>
                              </m:sSub>
                            </m:e>
                          </m:d>
                          <m:r>
                            <a:rPr lang="en-US">
                              <a:solidFill>
                                <a:srgbClr val="000000"/>
                              </a:solidFill>
                              <a:latin typeface="Cambria Math" panose="02040503050406030204" pitchFamily="18" charset="0"/>
                              <a:ea typeface="Cambria Math" panose="02040503050406030204" pitchFamily="18" charset="0"/>
                            </a:rPr>
                            <m:t>=</m:t>
                          </m:r>
                        </m:e>
                      </m:func>
                      <m:r>
                        <a:rPr lang="en-US" i="1">
                          <a:solidFill>
                            <a:srgbClr val="000000"/>
                          </a:solidFill>
                          <a:latin typeface="Cambria Math" panose="02040503050406030204" pitchFamily="18" charset="0"/>
                        </a:rPr>
                        <m:t>ℛ</m:t>
                      </m:r>
                      <m:r>
                        <m:rPr>
                          <m:sty m:val="p"/>
                        </m:rPr>
                        <a:rPr lang="en-US">
                          <a:solidFill>
                            <a:srgbClr val="000000"/>
                          </a:solidFill>
                          <a:latin typeface="Cambria Math" panose="02040503050406030204" pitchFamily="18" charset="0"/>
                        </a:rPr>
                        <m:t>e</m:t>
                      </m:r>
                      <m:d>
                        <m:dPr>
                          <m:begChr m:val="{"/>
                          <m:endChr m:val="}"/>
                          <m:ctrlPr>
                            <a:rPr lang="en-US" i="1">
                              <a:solidFill>
                                <a:srgbClr val="000000"/>
                              </a:solidFill>
                              <a:latin typeface="Cambria Math" panose="02040503050406030204" pitchFamily="18" charset="0"/>
                            </a:rPr>
                          </m:ctrlPr>
                        </m:dPr>
                        <m:e>
                          <m:sSup>
                            <m:sSupPr>
                              <m:ctrlPr>
                                <a:rPr lang="en-US" i="1">
                                  <a:solidFill>
                                    <a:srgbClr val="000000"/>
                                  </a:solidFill>
                                  <a:latin typeface="Cambria Math" panose="02040503050406030204" pitchFamily="18" charset="0"/>
                                </a:rPr>
                              </m:ctrlPr>
                            </m:sSupPr>
                            <m:e>
                              <m:r>
                                <m:rPr>
                                  <m:sty m:val="p"/>
                                </m:rPr>
                                <a:rPr lang="en-US">
                                  <a:solidFill>
                                    <a:srgbClr val="000000"/>
                                  </a:solidFill>
                                  <a:latin typeface="Cambria Math" panose="02040503050406030204" pitchFamily="18" charset="0"/>
                                </a:rPr>
                                <m:t>re</m:t>
                              </m:r>
                            </m:e>
                            <m:sup>
                              <m:r>
                                <m:rPr>
                                  <m:sty m:val="p"/>
                                </m:rPr>
                                <a:rPr lang="en-US">
                                  <a:solidFill>
                                    <a:srgbClr val="000000"/>
                                  </a:solidFill>
                                  <a:latin typeface="Cambria Math" panose="02040503050406030204" pitchFamily="18" charset="0"/>
                                </a:rPr>
                                <m:t>j</m:t>
                              </m:r>
                              <m:d>
                                <m:dPr>
                                  <m:ctrlPr>
                                    <a:rPr lang="en-US" i="1">
                                      <a:solidFill>
                                        <a:srgbClr val="000000"/>
                                      </a:solidFill>
                                      <a:latin typeface="Cambria Math" panose="02040503050406030204" pitchFamily="18" charset="0"/>
                                    </a:rPr>
                                  </m:ctrlPr>
                                </m:dPr>
                                <m:e>
                                  <m:r>
                                    <m:rPr>
                                      <m:sty m:val="p"/>
                                    </m:rPr>
                                    <a:rPr lang="en-US">
                                      <a:solidFill>
                                        <a:srgbClr val="000000"/>
                                      </a:solidFill>
                                      <a:latin typeface="Cambria Math" panose="02040503050406030204" pitchFamily="18" charset="0"/>
                                      <a:ea typeface="Cambria Math" panose="02040503050406030204" pitchFamily="18" charset="0"/>
                                    </a:rPr>
                                    <m:t>ωt</m:t>
                                  </m:r>
                                  <m:r>
                                    <a:rPr lang="en-US">
                                      <a:solidFill>
                                        <a:srgbClr val="000000"/>
                                      </a:solidFill>
                                      <a:latin typeface="Cambria Math" panose="02040503050406030204" pitchFamily="18" charset="0"/>
                                      <a:ea typeface="Cambria Math" panose="02040503050406030204" pitchFamily="18" charset="0"/>
                                    </a:rPr>
                                    <m:t>+</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θ</m:t>
                                      </m:r>
                                    </m:e>
                                    <m:sub>
                                      <m:r>
                                        <a:rPr lang="en-US">
                                          <a:solidFill>
                                            <a:srgbClr val="000000"/>
                                          </a:solidFill>
                                          <a:latin typeface="Cambria Math" panose="02040503050406030204" pitchFamily="18" charset="0"/>
                                          <a:ea typeface="Cambria Math" panose="02040503050406030204" pitchFamily="18" charset="0"/>
                                        </a:rPr>
                                        <m:t>0</m:t>
                                      </m:r>
                                    </m:sub>
                                  </m:sSub>
                                </m:e>
                              </m:d>
                            </m:sup>
                          </m:sSup>
                        </m:e>
                      </m:d>
                      <m:r>
                        <a:rPr lang="en-US" i="1">
                          <a:solidFill>
                            <a:srgbClr val="000000"/>
                          </a:solidFill>
                          <a:latin typeface="Cambria Math" panose="02040503050406030204" pitchFamily="18" charset="0"/>
                          <a:ea typeface="Cambria Math" panose="02040503050406030204" pitchFamily="18" charset="0"/>
                        </a:rPr>
                        <m:t>.</m:t>
                      </m:r>
                    </m:oMath>
                  </m:oMathPara>
                </a14:m>
                <a:endParaRPr lang="en-US" dirty="0">
                  <a:solidFill>
                    <a:srgbClr val="000000"/>
                  </a:solidFill>
                  <a:latin typeface="Cambria Math" panose="02040503050406030204" pitchFamily="18" charset="0"/>
                  <a:ea typeface="Cambria Math" panose="02040503050406030204" pitchFamily="18" charset="0"/>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667266" y="656350"/>
                <a:ext cx="10330248" cy="6118983"/>
              </a:xfrm>
              <a:prstGeom prst="rect">
                <a:avLst/>
              </a:prstGeom>
              <a:blipFill>
                <a:blip r:embed="rId2"/>
                <a:stretch>
                  <a:fillRect l="-235" t="-99"/>
                </a:stretch>
              </a:blipFill>
            </p:spPr>
            <p:txBody>
              <a:bodyPr/>
              <a:lstStyle/>
              <a:p>
                <a:r>
                  <a:rPr lang="en-US">
                    <a:noFill/>
                  </a:rPr>
                  <a:t> </a:t>
                </a:r>
              </a:p>
            </p:txBody>
          </p:sp>
        </mc:Fallback>
      </mc:AlternateContent>
      <p:grpSp>
        <p:nvGrpSpPr>
          <p:cNvPr id="64" name="Group 63"/>
          <p:cNvGrpSpPr/>
          <p:nvPr/>
        </p:nvGrpSpPr>
        <p:grpSpPr>
          <a:xfrm>
            <a:off x="7159171" y="4025331"/>
            <a:ext cx="3284387" cy="2179160"/>
            <a:chOff x="8639164" y="3886815"/>
            <a:chExt cx="3691562" cy="2518744"/>
          </a:xfrm>
        </p:grpSpPr>
        <p:cxnSp>
          <p:nvCxnSpPr>
            <p:cNvPr id="65" name="Straight Arrow Connector 64"/>
            <p:cNvCxnSpPr/>
            <p:nvPr/>
          </p:nvCxnSpPr>
          <p:spPr>
            <a:xfrm>
              <a:off x="8639164" y="5249940"/>
              <a:ext cx="2832912" cy="4575"/>
            </a:xfrm>
            <a:prstGeom prst="straightConnector1">
              <a:avLst/>
            </a:prstGeom>
            <a:noFill/>
            <a:ln w="19050" cap="flat" cmpd="sng" algn="ctr">
              <a:solidFill>
                <a:srgbClr val="000000"/>
              </a:solidFill>
              <a:prstDash val="solid"/>
              <a:headEnd type="triangle"/>
              <a:tailEnd type="triangle"/>
            </a:ln>
            <a:effectLst/>
          </p:spPr>
        </p:cxnSp>
        <p:cxnSp>
          <p:nvCxnSpPr>
            <p:cNvPr id="66" name="Straight Arrow Connector 65"/>
            <p:cNvCxnSpPr/>
            <p:nvPr/>
          </p:nvCxnSpPr>
          <p:spPr>
            <a:xfrm flipV="1">
              <a:off x="10058398" y="4090972"/>
              <a:ext cx="8000" cy="2314587"/>
            </a:xfrm>
            <a:prstGeom prst="straightConnector1">
              <a:avLst/>
            </a:prstGeom>
            <a:noFill/>
            <a:ln w="19050" cap="flat" cmpd="sng" algn="ctr">
              <a:solidFill>
                <a:srgbClr val="000000"/>
              </a:solidFill>
              <a:prstDash val="solid"/>
              <a:headEnd type="triangle"/>
              <a:tailEnd type="triangle"/>
            </a:ln>
            <a:effectLst/>
          </p:spPr>
        </p:cxnSp>
        <p:sp>
          <p:nvSpPr>
            <p:cNvPr id="67" name="Oval 66"/>
            <p:cNvSpPr/>
            <p:nvPr/>
          </p:nvSpPr>
          <p:spPr bwMode="auto">
            <a:xfrm>
              <a:off x="9148772" y="4352880"/>
              <a:ext cx="1824034" cy="1759197"/>
            </a:xfrm>
            <a:prstGeom prst="ellipse">
              <a:avLst/>
            </a:prstGeom>
            <a:noFill/>
            <a:ln w="19050" cap="flat" cmpd="sng" algn="ctr">
              <a:solidFill>
                <a:srgbClr val="000000"/>
              </a:solidFill>
              <a:prstDash val="dash"/>
              <a:headEnd type="none" w="med" len="med"/>
              <a:tailEnd type="none" w="med" len="med"/>
            </a:ln>
            <a:effectLst/>
          </p:spPr>
          <p:txBody>
            <a:bodyPr vert="horz" wrap="square" lIns="68577" tIns="34289" rIns="68577" bIns="34289" numCol="1" rtlCol="0" anchor="ctr" anchorCtr="0" compatLnSpc="1">
              <a:prstTxWarp prst="textNoShape">
                <a:avLst/>
              </a:prstTxWarp>
            </a:bodyPr>
            <a:lstStyle/>
            <a:p>
              <a:pPr algn="ctr" defTabSz="685574">
                <a:defRPr/>
              </a:pPr>
              <a:endParaRPr lang="en-US" sz="1725" kern="0" dirty="0">
                <a:solidFill>
                  <a:srgbClr val="FFFFFF"/>
                </a:solidFill>
                <a:effectLst>
                  <a:outerShdw blurRad="38100" dist="38100" dir="2700000" algn="tl">
                    <a:srgbClr val="000000">
                      <a:alpha val="43137"/>
                    </a:srgbClr>
                  </a:outerShdw>
                </a:effectLst>
                <a:latin typeface="Cambria Math" panose="02040503050406030204" pitchFamily="18" charset="0"/>
              </a:endParaRPr>
            </a:p>
          </p:txBody>
        </p:sp>
        <p:sp>
          <p:nvSpPr>
            <p:cNvPr id="68" name="TextBox 67"/>
            <p:cNvSpPr txBox="1"/>
            <p:nvPr/>
          </p:nvSpPr>
          <p:spPr>
            <a:xfrm>
              <a:off x="10064022" y="5229409"/>
              <a:ext cx="530070" cy="246868"/>
            </a:xfrm>
            <a:prstGeom prst="rect">
              <a:avLst/>
            </a:prstGeom>
            <a:noFill/>
          </p:spPr>
          <p:txBody>
            <a:bodyPr wrap="none" rtlCol="0">
              <a:spAutoFit/>
            </a:bodyPr>
            <a:lstStyle/>
            <a:p>
              <a:pPr defTabSz="685800">
                <a:defRPr/>
              </a:pPr>
              <a:r>
                <a:rPr lang="en-US" sz="788" kern="0" err="1">
                  <a:solidFill>
                    <a:srgbClr val="000000"/>
                  </a:solidFill>
                  <a:latin typeface="Cambria" panose="02040503050406030204"/>
                </a:rPr>
                <a:t>rcos</a:t>
              </a:r>
              <a:r>
                <a:rPr lang="el-GR" sz="750" kern="0">
                  <a:solidFill>
                    <a:srgbClr val="000000"/>
                  </a:solidFill>
                  <a:latin typeface="Cambria Math" panose="02040503050406030204" pitchFamily="18" charset="0"/>
                  <a:ea typeface="Cambria Math" panose="02040503050406030204" pitchFamily="18" charset="0"/>
                  <a:cs typeface="Arial" panose="020B0604020202020204" pitchFamily="34" charset="0"/>
                </a:rPr>
                <a:t>ω</a:t>
              </a:r>
              <a:r>
                <a:rPr lang="en-US" sz="750" kern="0">
                  <a:solidFill>
                    <a:srgbClr val="000000"/>
                  </a:solidFill>
                  <a:latin typeface="Cambria Math" panose="02040503050406030204" pitchFamily="18" charset="0"/>
                  <a:ea typeface="Cambria Math" panose="02040503050406030204" pitchFamily="18" charset="0"/>
                  <a:cs typeface="Arial" panose="020B0604020202020204" pitchFamily="34" charset="0"/>
                </a:rPr>
                <a:t>t</a:t>
              </a:r>
              <a:endParaRPr lang="en-US" sz="750" kern="0">
                <a:solidFill>
                  <a:srgbClr val="000000"/>
                </a:solidFill>
                <a:latin typeface="Cambria Math" panose="02040503050406030204" pitchFamily="18" charset="0"/>
                <a:ea typeface="Cambria Math" panose="02040503050406030204" pitchFamily="18" charset="0"/>
              </a:endParaRPr>
            </a:p>
          </p:txBody>
        </p:sp>
        <p:cxnSp>
          <p:nvCxnSpPr>
            <p:cNvPr id="69" name="Straight Arrow Connector 68"/>
            <p:cNvCxnSpPr/>
            <p:nvPr/>
          </p:nvCxnSpPr>
          <p:spPr>
            <a:xfrm flipV="1">
              <a:off x="10061635" y="4504592"/>
              <a:ext cx="534927" cy="749924"/>
            </a:xfrm>
            <a:prstGeom prst="straightConnector1">
              <a:avLst/>
            </a:prstGeom>
            <a:noFill/>
            <a:ln w="25400" cap="flat" cmpd="sng" algn="ctr">
              <a:solidFill>
                <a:srgbClr val="FF0000"/>
              </a:solidFill>
              <a:prstDash val="solid"/>
              <a:tailEnd type="triangle"/>
            </a:ln>
            <a:effectLst/>
          </p:spPr>
        </p:cxnSp>
        <mc:AlternateContent xmlns:mc="http://schemas.openxmlformats.org/markup-compatibility/2006" xmlns:a14="http://schemas.microsoft.com/office/drawing/2010/main">
          <mc:Choice Requires="a14">
            <p:sp>
              <p:nvSpPr>
                <p:cNvPr id="70" name="TextBox 69"/>
                <p:cNvSpPr txBox="1"/>
                <p:nvPr/>
              </p:nvSpPr>
              <p:spPr>
                <a:xfrm>
                  <a:off x="11427635" y="5121307"/>
                  <a:ext cx="903091" cy="246868"/>
                </a:xfrm>
                <a:prstGeom prst="rect">
                  <a:avLst/>
                </a:prstGeom>
                <a:noFill/>
              </p:spPr>
              <p:txBody>
                <a:bodyPr wrap="square" rtlCol="0">
                  <a:spAutoFit/>
                </a:bodyPr>
                <a:lstStyle/>
                <a:p>
                  <a:pPr defTabSz="685800">
                    <a:defRPr/>
                  </a:pPr>
                  <a:r>
                    <a:rPr lang="en-US" sz="788" kern="0">
                      <a:solidFill>
                        <a:srgbClr val="000000"/>
                      </a:solidFill>
                      <a:latin typeface="Cambria" panose="02040503050406030204"/>
                    </a:rPr>
                    <a:t>Real </a:t>
                  </a:r>
                  <a14:m>
                    <m:oMath xmlns:m="http://schemas.openxmlformats.org/officeDocument/2006/math">
                      <m:r>
                        <a:rPr lang="en-US" sz="788" kern="0">
                          <a:solidFill>
                            <a:srgbClr val="000000"/>
                          </a:solidFill>
                          <a:latin typeface="Cambria Math" panose="02040503050406030204" pitchFamily="18" charset="0"/>
                          <a:ea typeface="Cambria Math" panose="02040503050406030204" pitchFamily="18" charset="0"/>
                        </a:rPr>
                        <m:t>(</m:t>
                      </m:r>
                      <m:r>
                        <m:rPr>
                          <m:sty m:val="p"/>
                        </m:rPr>
                        <a:rPr lang="en-US" sz="788" kern="0">
                          <a:solidFill>
                            <a:srgbClr val="000000"/>
                          </a:solidFill>
                          <a:latin typeface="Cambria Math" panose="02040503050406030204" pitchFamily="18" charset="0"/>
                          <a:ea typeface="Cambria Math" panose="02040503050406030204" pitchFamily="18" charset="0"/>
                        </a:rPr>
                        <m:t>rcosωt</m:t>
                      </m:r>
                    </m:oMath>
                  </a14:m>
                  <a:r>
                    <a:rPr lang="en-US" sz="788" kern="0">
                      <a:solidFill>
                        <a:srgbClr val="000000"/>
                      </a:solidFill>
                      <a:latin typeface="Cambria" panose="02040503050406030204"/>
                    </a:rPr>
                    <a:t>)</a:t>
                  </a:r>
                </a:p>
              </p:txBody>
            </p:sp>
          </mc:Choice>
          <mc:Fallback xmlns="">
            <p:sp>
              <p:nvSpPr>
                <p:cNvPr id="33" name="TextBox 32"/>
                <p:cNvSpPr txBox="1">
                  <a:spLocks noRot="1" noChangeAspect="1" noMove="1" noResize="1" noEditPoints="1" noAdjustHandles="1" noChangeArrowheads="1" noChangeShapeType="1" noTextEdit="1"/>
                </p:cNvSpPr>
                <p:nvPr/>
              </p:nvSpPr>
              <p:spPr>
                <a:xfrm>
                  <a:off x="11427635" y="5121306"/>
                  <a:ext cx="903091" cy="220113"/>
                </a:xfrm>
                <a:prstGeom prst="rect">
                  <a:avLst/>
                </a:prstGeom>
                <a:blipFill rotWithShape="0">
                  <a:blip r:embed="rId3"/>
                  <a:stretch>
                    <a:fillRect b="-11905"/>
                  </a:stretch>
                </a:blipFill>
              </p:spPr>
              <p:txBody>
                <a:bodyPr/>
                <a:lstStyle/>
                <a:p>
                  <a:r>
                    <a:rPr lang="en-US">
                      <a:noFill/>
                    </a:rPr>
                    <a:t> </a:t>
                  </a:r>
                </a:p>
              </p:txBody>
            </p:sp>
          </mc:Fallback>
        </mc:AlternateContent>
        <p:sp>
          <p:nvSpPr>
            <p:cNvPr id="71" name="TextBox 70"/>
            <p:cNvSpPr txBox="1"/>
            <p:nvPr/>
          </p:nvSpPr>
          <p:spPr>
            <a:xfrm>
              <a:off x="10290051" y="4956458"/>
              <a:ext cx="328277" cy="246868"/>
            </a:xfrm>
            <a:prstGeom prst="rect">
              <a:avLst/>
            </a:prstGeom>
            <a:noFill/>
          </p:spPr>
          <p:txBody>
            <a:bodyPr wrap="none" rtlCol="0">
              <a:spAutoFit/>
            </a:bodyPr>
            <a:lstStyle/>
            <a:p>
              <a:pPr defTabSz="685800">
                <a:defRPr/>
              </a:pPr>
              <a:r>
                <a:rPr lang="en-US" sz="788" kern="0" err="1">
                  <a:solidFill>
                    <a:srgbClr val="000000"/>
                  </a:solidFill>
                  <a:latin typeface="Arial" panose="020B0604020202020204" pitchFamily="34" charset="0"/>
                  <a:cs typeface="Arial" panose="020B0604020202020204" pitchFamily="34" charset="0"/>
                </a:rPr>
                <a:t>ωt</a:t>
              </a:r>
              <a:endParaRPr lang="en-US" sz="788" kern="0">
                <a:solidFill>
                  <a:srgbClr val="000000"/>
                </a:solidFill>
              </a:endParaRPr>
            </a:p>
          </p:txBody>
        </p:sp>
        <p:sp>
          <p:nvSpPr>
            <p:cNvPr id="72" name="Arc 71"/>
            <p:cNvSpPr/>
            <p:nvPr/>
          </p:nvSpPr>
          <p:spPr>
            <a:xfrm rot="749254">
              <a:off x="10011567" y="5017112"/>
              <a:ext cx="345270" cy="380164"/>
            </a:xfrm>
            <a:prstGeom prst="arc">
              <a:avLst/>
            </a:prstGeom>
            <a:noFill/>
            <a:ln w="9525" cap="flat" cmpd="sng" algn="ctr">
              <a:solidFill>
                <a:srgbClr val="FFC000">
                  <a:lumMod val="50000"/>
                </a:srgbClr>
              </a:solidFill>
              <a:prstDash val="solid"/>
            </a:ln>
            <a:effectLst/>
          </p:spPr>
          <p:txBody>
            <a:bodyPr rtlCol="0" anchor="ctr"/>
            <a:lstStyle/>
            <a:p>
              <a:pPr algn="ctr" defTabSz="685800">
                <a:defRPr/>
              </a:pPr>
              <a:endParaRPr lang="en-US" sz="1350" kern="0">
                <a:solidFill>
                  <a:srgbClr val="FFFFFF"/>
                </a:solidFill>
                <a:latin typeface="Cambria" panose="02040503050406030204"/>
              </a:endParaRPr>
            </a:p>
          </p:txBody>
        </p:sp>
        <p:cxnSp>
          <p:nvCxnSpPr>
            <p:cNvPr id="73" name="Straight Arrow Connector 72"/>
            <p:cNvCxnSpPr/>
            <p:nvPr/>
          </p:nvCxnSpPr>
          <p:spPr>
            <a:xfrm>
              <a:off x="10066119" y="5248264"/>
              <a:ext cx="530444" cy="0"/>
            </a:xfrm>
            <a:prstGeom prst="straightConnector1">
              <a:avLst/>
            </a:prstGeom>
            <a:noFill/>
            <a:ln w="25400" cap="flat" cmpd="sng" algn="ctr">
              <a:solidFill>
                <a:srgbClr val="050595">
                  <a:lumMod val="60000"/>
                  <a:lumOff val="40000"/>
                </a:srgbClr>
              </a:solidFill>
              <a:prstDash val="solid"/>
              <a:tailEnd type="triangle"/>
            </a:ln>
            <a:effectLst/>
          </p:spPr>
        </p:cxnSp>
        <p:cxnSp>
          <p:nvCxnSpPr>
            <p:cNvPr id="74" name="Straight Connector 73"/>
            <p:cNvCxnSpPr/>
            <p:nvPr/>
          </p:nvCxnSpPr>
          <p:spPr>
            <a:xfrm>
              <a:off x="10596562" y="4504592"/>
              <a:ext cx="0" cy="744580"/>
            </a:xfrm>
            <a:prstGeom prst="line">
              <a:avLst/>
            </a:prstGeom>
            <a:noFill/>
            <a:ln w="9525" cap="flat" cmpd="sng" algn="ctr">
              <a:solidFill>
                <a:srgbClr val="000000"/>
              </a:solidFill>
              <a:prstDash val="dash"/>
            </a:ln>
            <a:effectLst/>
          </p:spPr>
        </p:cxnSp>
        <p:cxnSp>
          <p:nvCxnSpPr>
            <p:cNvPr id="75" name="Straight Arrow Connector 74"/>
            <p:cNvCxnSpPr/>
            <p:nvPr/>
          </p:nvCxnSpPr>
          <p:spPr>
            <a:xfrm flipV="1">
              <a:off x="10059064" y="4504591"/>
              <a:ext cx="2571" cy="751726"/>
            </a:xfrm>
            <a:prstGeom prst="straightConnector1">
              <a:avLst/>
            </a:prstGeom>
            <a:noFill/>
            <a:ln w="25400" cap="flat" cmpd="sng" algn="ctr">
              <a:solidFill>
                <a:srgbClr val="7D3DA1">
                  <a:lumMod val="75000"/>
                </a:srgbClr>
              </a:solidFill>
              <a:prstDash val="solid"/>
              <a:tailEnd type="triangle"/>
            </a:ln>
            <a:effectLst/>
          </p:spPr>
        </p:cxnSp>
        <p:cxnSp>
          <p:nvCxnSpPr>
            <p:cNvPr id="76" name="Straight Connector 75"/>
            <p:cNvCxnSpPr/>
            <p:nvPr/>
          </p:nvCxnSpPr>
          <p:spPr>
            <a:xfrm>
              <a:off x="10055620" y="4504592"/>
              <a:ext cx="540943" cy="0"/>
            </a:xfrm>
            <a:prstGeom prst="line">
              <a:avLst/>
            </a:prstGeom>
            <a:noFill/>
            <a:ln w="9525" cap="flat" cmpd="sng" algn="ctr">
              <a:solidFill>
                <a:srgbClr val="000000"/>
              </a:solidFill>
              <a:prstDash val="dash"/>
            </a:ln>
            <a:effectLst/>
          </p:spPr>
        </p:cxnSp>
        <mc:AlternateContent xmlns:mc="http://schemas.openxmlformats.org/markup-compatibility/2006" xmlns:a14="http://schemas.microsoft.com/office/drawing/2010/main">
          <mc:Choice Requires="a14">
            <p:sp>
              <p:nvSpPr>
                <p:cNvPr id="77" name="TextBox 76"/>
                <p:cNvSpPr txBox="1"/>
                <p:nvPr/>
              </p:nvSpPr>
              <p:spPr>
                <a:xfrm>
                  <a:off x="9708184" y="3886815"/>
                  <a:ext cx="1140607" cy="387013"/>
                </a:xfrm>
                <a:prstGeom prst="rect">
                  <a:avLst/>
                </a:prstGeom>
                <a:noFill/>
              </p:spPr>
              <p:txBody>
                <a:bodyPr wrap="square" rtlCol="0">
                  <a:spAutoFit/>
                </a:bodyPr>
                <a:lstStyle/>
                <a:p>
                  <a:pPr defTabSz="685800">
                    <a:defRPr/>
                  </a:pPr>
                  <a:r>
                    <a:rPr lang="en-US" sz="788" kern="0">
                      <a:solidFill>
                        <a:srgbClr val="000000"/>
                      </a:solidFill>
                      <a:latin typeface="Cambria" panose="02040503050406030204"/>
                    </a:rPr>
                    <a:t>Imaginary (r</a:t>
                  </a:r>
                  <a14:m>
                    <m:oMath xmlns:m="http://schemas.openxmlformats.org/officeDocument/2006/math">
                      <m:r>
                        <m:rPr>
                          <m:sty m:val="p"/>
                        </m:rPr>
                        <a:rPr lang="en-US" sz="788" kern="0">
                          <a:solidFill>
                            <a:srgbClr val="000000"/>
                          </a:solidFill>
                          <a:latin typeface="Cambria Math" panose="02040503050406030204" pitchFamily="18" charset="0"/>
                          <a:ea typeface="Cambria Math" panose="02040503050406030204" pitchFamily="18" charset="0"/>
                        </a:rPr>
                        <m:t>sinωt</m:t>
                      </m:r>
                      <m:r>
                        <a:rPr lang="en-US" sz="788" kern="0">
                          <a:solidFill>
                            <a:srgbClr val="000000"/>
                          </a:solidFill>
                          <a:latin typeface="Cambria Math" panose="02040503050406030204" pitchFamily="18" charset="0"/>
                          <a:ea typeface="Cambria Math" panose="02040503050406030204" pitchFamily="18" charset="0"/>
                        </a:rPr>
                        <m:t>)</m:t>
                      </m:r>
                    </m:oMath>
                  </a14:m>
                  <a:endParaRPr lang="en-US" sz="788" kern="0">
                    <a:solidFill>
                      <a:srgbClr val="000000"/>
                    </a:solidFill>
                    <a:latin typeface="Cambria Math" panose="02040503050406030204" pitchFamily="18" charset="0"/>
                    <a:ea typeface="Cambria Math" panose="02040503050406030204" pitchFamily="18" charset="0"/>
                  </a:endParaRPr>
                </a:p>
                <a:p>
                  <a:pPr defTabSz="685800">
                    <a:defRPr/>
                  </a:pPr>
                  <a:endParaRPr lang="en-US" sz="788" kern="0">
                    <a:solidFill>
                      <a:srgbClr val="000000"/>
                    </a:solidFill>
                    <a:latin typeface="Cambria" panose="02040503050406030204"/>
                  </a:endParaRPr>
                </a:p>
              </p:txBody>
            </p:sp>
          </mc:Choice>
          <mc:Fallback xmlns="">
            <p:sp>
              <p:nvSpPr>
                <p:cNvPr id="40" name="TextBox 39"/>
                <p:cNvSpPr txBox="1">
                  <a:spLocks noRot="1" noChangeAspect="1" noMove="1" noResize="1" noEditPoints="1" noAdjustHandles="1" noChangeArrowheads="1" noChangeShapeType="1" noTextEdit="1"/>
                </p:cNvSpPr>
                <p:nvPr/>
              </p:nvSpPr>
              <p:spPr>
                <a:xfrm>
                  <a:off x="9708184" y="3886815"/>
                  <a:ext cx="1140607" cy="360185"/>
                </a:xfrm>
                <a:prstGeom prst="rect">
                  <a:avLst/>
                </a:prstGeom>
                <a:blipFill rotWithShape="0">
                  <a:blip r:embed="rId4"/>
                  <a:stretch>
                    <a:fillRect/>
                  </a:stretch>
                </a:blipFill>
              </p:spPr>
              <p:txBody>
                <a:bodyPr/>
                <a:lstStyle/>
                <a:p>
                  <a:r>
                    <a:rPr lang="en-US">
                      <a:noFill/>
                    </a:rPr>
                    <a:t> </a:t>
                  </a:r>
                </a:p>
              </p:txBody>
            </p:sp>
          </mc:Fallback>
        </mc:AlternateContent>
        <p:sp>
          <p:nvSpPr>
            <p:cNvPr id="78" name="TextBox 77"/>
            <p:cNvSpPr txBox="1"/>
            <p:nvPr/>
          </p:nvSpPr>
          <p:spPr>
            <a:xfrm>
              <a:off x="9606806" y="4744073"/>
              <a:ext cx="515656" cy="246868"/>
            </a:xfrm>
            <a:prstGeom prst="rect">
              <a:avLst/>
            </a:prstGeom>
            <a:noFill/>
          </p:spPr>
          <p:txBody>
            <a:bodyPr wrap="none" rtlCol="0">
              <a:spAutoFit/>
            </a:bodyPr>
            <a:lstStyle/>
            <a:p>
              <a:pPr defTabSz="685800">
                <a:defRPr/>
              </a:pPr>
              <a:r>
                <a:rPr lang="en-US" sz="788" kern="0" err="1">
                  <a:solidFill>
                    <a:srgbClr val="000000"/>
                  </a:solidFill>
                  <a:latin typeface="Cambria" panose="02040503050406030204"/>
                </a:rPr>
                <a:t>rsin</a:t>
              </a:r>
              <a:r>
                <a:rPr lang="el-GR" sz="750" kern="0">
                  <a:solidFill>
                    <a:srgbClr val="000000"/>
                  </a:solidFill>
                  <a:latin typeface="Cambria Math" panose="02040503050406030204" pitchFamily="18" charset="0"/>
                  <a:ea typeface="Cambria Math" panose="02040503050406030204" pitchFamily="18" charset="0"/>
                  <a:cs typeface="Arial" panose="020B0604020202020204" pitchFamily="34" charset="0"/>
                </a:rPr>
                <a:t>ω</a:t>
              </a:r>
              <a:r>
                <a:rPr lang="en-US" sz="750" kern="0">
                  <a:solidFill>
                    <a:srgbClr val="000000"/>
                  </a:solidFill>
                  <a:latin typeface="Cambria Math" panose="02040503050406030204" pitchFamily="18" charset="0"/>
                  <a:ea typeface="Cambria Math" panose="02040503050406030204" pitchFamily="18" charset="0"/>
                  <a:cs typeface="Arial" panose="020B0604020202020204" pitchFamily="34" charset="0"/>
                </a:rPr>
                <a:t>t</a:t>
              </a:r>
              <a:endParaRPr lang="en-US" sz="750" kern="0">
                <a:solidFill>
                  <a:srgbClr val="000000"/>
                </a:solidFill>
                <a:latin typeface="Cambria Math" panose="02040503050406030204" pitchFamily="18" charset="0"/>
                <a:ea typeface="Cambria Math" panose="02040503050406030204" pitchFamily="18" charset="0"/>
              </a:endParaRPr>
            </a:p>
          </p:txBody>
        </p:sp>
        <p:sp>
          <p:nvSpPr>
            <p:cNvPr id="79" name="TextBox 78"/>
            <p:cNvSpPr txBox="1"/>
            <p:nvPr/>
          </p:nvSpPr>
          <p:spPr>
            <a:xfrm>
              <a:off x="10164250" y="4711099"/>
              <a:ext cx="252604" cy="240123"/>
            </a:xfrm>
            <a:prstGeom prst="rect">
              <a:avLst/>
            </a:prstGeom>
            <a:noFill/>
          </p:spPr>
          <p:txBody>
            <a:bodyPr wrap="none" rtlCol="0">
              <a:spAutoFit/>
            </a:bodyPr>
            <a:lstStyle/>
            <a:p>
              <a:pPr defTabSz="685800">
                <a:defRPr/>
              </a:pPr>
              <a:r>
                <a:rPr lang="en-US" sz="750" kern="0">
                  <a:solidFill>
                    <a:srgbClr val="000000"/>
                  </a:solidFill>
                  <a:latin typeface="Cambria Math" panose="02040503050406030204" pitchFamily="18" charset="0"/>
                  <a:ea typeface="Cambria Math" panose="02040503050406030204" pitchFamily="18" charset="0"/>
                  <a:cs typeface="Arial" panose="020B0604020202020204" pitchFamily="34" charset="0"/>
                </a:rPr>
                <a:t>r</a:t>
              </a:r>
              <a:endParaRPr lang="en-US" sz="750" kern="0">
                <a:solidFill>
                  <a:srgbClr val="000000"/>
                </a:solidFill>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80" name="TextBox 79"/>
                <p:cNvSpPr txBox="1"/>
                <p:nvPr/>
              </p:nvSpPr>
              <p:spPr>
                <a:xfrm>
                  <a:off x="10244932" y="4135157"/>
                  <a:ext cx="1365136" cy="244422"/>
                </a:xfrm>
                <a:prstGeom prst="rect">
                  <a:avLst/>
                </a:prstGeom>
                <a:noFill/>
              </p:spPr>
              <p:txBody>
                <a:bodyPr wrap="none" rtlCol="0">
                  <a:spAutoFit/>
                </a:bodyPr>
                <a:lstStyle/>
                <a:p>
                  <a:pPr defTabSz="685800">
                    <a:defRPr/>
                  </a:pPr>
                  <a14:m>
                    <m:oMathPara xmlns:m="http://schemas.openxmlformats.org/officeDocument/2006/math">
                      <m:oMathParaPr>
                        <m:jc m:val="centerGroup"/>
                      </m:oMathParaPr>
                      <m:oMath xmlns:m="http://schemas.openxmlformats.org/officeDocument/2006/math">
                        <m:r>
                          <m:rPr>
                            <m:sty m:val="p"/>
                          </m:rPr>
                          <a:rPr lang="en-US" sz="750" kern="0">
                            <a:solidFill>
                              <a:srgbClr val="000000"/>
                            </a:solidFill>
                            <a:latin typeface="Cambria Math" panose="02040503050406030204" pitchFamily="18" charset="0"/>
                            <a:ea typeface="Cambria Math" panose="02040503050406030204" pitchFamily="18" charset="0"/>
                          </a:rPr>
                          <m:t>r</m:t>
                        </m:r>
                        <m:sSup>
                          <m:sSupPr>
                            <m:ctrlPr>
                              <a:rPr lang="en-US" sz="750" i="1" kern="0">
                                <a:solidFill>
                                  <a:srgbClr val="000000"/>
                                </a:solidFill>
                                <a:latin typeface="Cambria Math" panose="02040503050406030204" pitchFamily="18" charset="0"/>
                                <a:ea typeface="Cambria Math" panose="02040503050406030204" pitchFamily="18" charset="0"/>
                              </a:rPr>
                            </m:ctrlPr>
                          </m:sSupPr>
                          <m:e>
                            <m:r>
                              <m:rPr>
                                <m:sty m:val="p"/>
                              </m:rPr>
                              <a:rPr lang="en-US" sz="750" kern="0">
                                <a:solidFill>
                                  <a:srgbClr val="000000"/>
                                </a:solidFill>
                                <a:latin typeface="Cambria Math" panose="02040503050406030204" pitchFamily="18" charset="0"/>
                                <a:ea typeface="Cambria Math" panose="02040503050406030204" pitchFamily="18" charset="0"/>
                              </a:rPr>
                              <m:t>e</m:t>
                            </m:r>
                          </m:e>
                          <m:sup>
                            <m:r>
                              <m:rPr>
                                <m:sty m:val="p"/>
                              </m:rPr>
                              <a:rPr lang="en-US" sz="750" kern="0">
                                <a:solidFill>
                                  <a:srgbClr val="000000"/>
                                </a:solidFill>
                                <a:latin typeface="Cambria Math" panose="02040503050406030204" pitchFamily="18" charset="0"/>
                                <a:ea typeface="Cambria Math" panose="02040503050406030204" pitchFamily="18" charset="0"/>
                              </a:rPr>
                              <m:t>jωt</m:t>
                            </m:r>
                          </m:sup>
                        </m:sSup>
                        <m:r>
                          <a:rPr lang="en-US" sz="750" kern="0">
                            <a:solidFill>
                              <a:srgbClr val="000000"/>
                            </a:solidFill>
                            <a:latin typeface="Cambria Math" panose="02040503050406030204" pitchFamily="18" charset="0"/>
                            <a:ea typeface="Cambria Math" panose="02040503050406030204" pitchFamily="18" charset="0"/>
                          </a:rPr>
                          <m:t>=</m:t>
                        </m:r>
                        <m:r>
                          <m:rPr>
                            <m:sty m:val="p"/>
                          </m:rPr>
                          <a:rPr lang="en-US" sz="750" kern="0">
                            <a:solidFill>
                              <a:srgbClr val="000000"/>
                            </a:solidFill>
                            <a:latin typeface="Cambria Math" panose="02040503050406030204" pitchFamily="18" charset="0"/>
                            <a:ea typeface="Cambria Math" panose="02040503050406030204" pitchFamily="18" charset="0"/>
                          </a:rPr>
                          <m:t>rcosωt</m:t>
                        </m:r>
                        <m:r>
                          <a:rPr lang="en-US" sz="750" kern="0">
                            <a:solidFill>
                              <a:srgbClr val="000000"/>
                            </a:solidFill>
                            <a:latin typeface="Cambria Math" panose="02040503050406030204" pitchFamily="18" charset="0"/>
                            <a:ea typeface="Cambria Math" panose="02040503050406030204" pitchFamily="18" charset="0"/>
                          </a:rPr>
                          <m:t>+</m:t>
                        </m:r>
                        <m:r>
                          <m:rPr>
                            <m:sty m:val="p"/>
                          </m:rPr>
                          <a:rPr lang="en-US" sz="750" kern="0">
                            <a:solidFill>
                              <a:srgbClr val="000000"/>
                            </a:solidFill>
                            <a:latin typeface="Cambria Math" panose="02040503050406030204" pitchFamily="18" charset="0"/>
                            <a:ea typeface="Cambria Math" panose="02040503050406030204" pitchFamily="18" charset="0"/>
                          </a:rPr>
                          <m:t>jrsinωt</m:t>
                        </m:r>
                      </m:oMath>
                    </m:oMathPara>
                  </a14:m>
                  <a:endParaRPr lang="en-US" sz="750" kern="0">
                    <a:solidFill>
                      <a:srgbClr val="000000"/>
                    </a:solidFill>
                    <a:latin typeface="Cambria Math" panose="02040503050406030204" pitchFamily="18" charset="0"/>
                    <a:ea typeface="Cambria Math" panose="02040503050406030204" pitchFamily="18" charset="0"/>
                  </a:endParaRPr>
                </a:p>
              </p:txBody>
            </p:sp>
          </mc:Choice>
          <mc:Fallback xmlns="">
            <p:sp>
              <p:nvSpPr>
                <p:cNvPr id="43" name="TextBox 42"/>
                <p:cNvSpPr txBox="1">
                  <a:spLocks noRot="1" noChangeAspect="1" noMove="1" noResize="1" noEditPoints="1" noAdjustHandles="1" noChangeArrowheads="1" noChangeShapeType="1" noTextEdit="1"/>
                </p:cNvSpPr>
                <p:nvPr/>
              </p:nvSpPr>
              <p:spPr>
                <a:xfrm>
                  <a:off x="10244932" y="4135157"/>
                  <a:ext cx="1311463" cy="217723"/>
                </a:xfrm>
                <a:prstGeom prst="rect">
                  <a:avLst/>
                </a:prstGeom>
                <a:blipFill rotWithShape="0">
                  <a:blip r:embed="rId5"/>
                  <a:stretch>
                    <a:fillRect b="-2439"/>
                  </a:stretch>
                </a:blipFill>
              </p:spPr>
              <p:txBody>
                <a:bodyPr/>
                <a:lstStyle/>
                <a:p>
                  <a:r>
                    <a:rPr lang="en-US">
                      <a:noFill/>
                    </a:rPr>
                    <a:t> </a:t>
                  </a:r>
                </a:p>
              </p:txBody>
            </p:sp>
          </mc:Fallback>
        </mc:AlternateContent>
        <p:sp>
          <p:nvSpPr>
            <p:cNvPr id="81" name="Freeform 80"/>
            <p:cNvSpPr/>
            <p:nvPr/>
          </p:nvSpPr>
          <p:spPr bwMode="auto">
            <a:xfrm>
              <a:off x="9324975" y="4410075"/>
              <a:ext cx="571500" cy="333375"/>
            </a:xfrm>
            <a:custGeom>
              <a:avLst/>
              <a:gdLst>
                <a:gd name="connsiteX0" fmla="*/ 571500 w 571500"/>
                <a:gd name="connsiteY0" fmla="*/ 0 h 333375"/>
                <a:gd name="connsiteX1" fmla="*/ 452438 w 571500"/>
                <a:gd name="connsiteY1" fmla="*/ 23813 h 333375"/>
                <a:gd name="connsiteX2" fmla="*/ 309563 w 571500"/>
                <a:gd name="connsiteY2" fmla="*/ 85725 h 333375"/>
                <a:gd name="connsiteX3" fmla="*/ 157163 w 571500"/>
                <a:gd name="connsiteY3" fmla="*/ 176213 h 333375"/>
                <a:gd name="connsiteX4" fmla="*/ 0 w 571500"/>
                <a:gd name="connsiteY4" fmla="*/ 319088 h 333375"/>
                <a:gd name="connsiteX5" fmla="*/ 0 w 571500"/>
                <a:gd name="connsiteY5" fmla="*/ 319088 h 333375"/>
                <a:gd name="connsiteX6" fmla="*/ 0 w 571500"/>
                <a:gd name="connsiteY6" fmla="*/ 319088 h 333375"/>
                <a:gd name="connsiteX7" fmla="*/ 4763 w 571500"/>
                <a:gd name="connsiteY7" fmla="*/ 328613 h 333375"/>
                <a:gd name="connsiteX8" fmla="*/ 0 w 571500"/>
                <a:gd name="connsiteY8"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500" h="333375">
                  <a:moveTo>
                    <a:pt x="571500" y="0"/>
                  </a:moveTo>
                  <a:cubicBezTo>
                    <a:pt x="533797" y="4763"/>
                    <a:pt x="496094" y="9526"/>
                    <a:pt x="452438" y="23813"/>
                  </a:cubicBezTo>
                  <a:cubicBezTo>
                    <a:pt x="408782" y="38100"/>
                    <a:pt x="358775" y="60325"/>
                    <a:pt x="309563" y="85725"/>
                  </a:cubicBezTo>
                  <a:cubicBezTo>
                    <a:pt x="260351" y="111125"/>
                    <a:pt x="208757" y="137319"/>
                    <a:pt x="157163" y="176213"/>
                  </a:cubicBezTo>
                  <a:cubicBezTo>
                    <a:pt x="105569" y="215107"/>
                    <a:pt x="0" y="319088"/>
                    <a:pt x="0" y="319088"/>
                  </a:cubicBezTo>
                  <a:lnTo>
                    <a:pt x="0" y="319088"/>
                  </a:lnTo>
                  <a:lnTo>
                    <a:pt x="0" y="319088"/>
                  </a:lnTo>
                  <a:cubicBezTo>
                    <a:pt x="794" y="320675"/>
                    <a:pt x="4763" y="326232"/>
                    <a:pt x="4763" y="328613"/>
                  </a:cubicBezTo>
                  <a:cubicBezTo>
                    <a:pt x="4763" y="330994"/>
                    <a:pt x="2381" y="332184"/>
                    <a:pt x="0" y="333375"/>
                  </a:cubicBezTo>
                </a:path>
              </a:pathLst>
            </a:custGeom>
            <a:noFill/>
            <a:ln>
              <a:noFill/>
              <a:headEnd type="none" w="med" len="med"/>
              <a:tailEnd type="none" w="med" len="med"/>
            </a:ln>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rgbClr val="3497AE">
                  <a:satMod val="300000"/>
                </a:srgbClr>
              </a:contourClr>
            </a:sp3d>
          </p:spPr>
          <p:txBody>
            <a:bodyPr rtlCol="0" anchor="ctr"/>
            <a:lstStyle/>
            <a:p>
              <a:pPr algn="ctr" defTabSz="685800">
                <a:defRPr/>
              </a:pPr>
              <a:endParaRPr lang="en-US" sz="1350" kern="0">
                <a:solidFill>
                  <a:srgbClr val="FFFFFF"/>
                </a:solidFill>
                <a:latin typeface="Cambria" panose="02040503050406030204"/>
              </a:endParaRPr>
            </a:p>
          </p:txBody>
        </p:sp>
        <p:cxnSp>
          <p:nvCxnSpPr>
            <p:cNvPr id="82" name="Straight Arrow Connector 81"/>
            <p:cNvCxnSpPr/>
            <p:nvPr/>
          </p:nvCxnSpPr>
          <p:spPr>
            <a:xfrm flipH="1">
              <a:off x="9263549" y="4732581"/>
              <a:ext cx="52387" cy="68220"/>
            </a:xfrm>
            <a:prstGeom prst="straightConnector1">
              <a:avLst/>
            </a:prstGeom>
            <a:noFill/>
            <a:ln w="28575" cap="flat" cmpd="sng" algn="ctr">
              <a:solidFill>
                <a:srgbClr val="000000"/>
              </a:solidFill>
              <a:prstDash val="solid"/>
              <a:tailEnd type="triangle"/>
            </a:ln>
            <a:effectLst/>
          </p:spPr>
        </p:cxnSp>
        <mc:AlternateContent xmlns:mc="http://schemas.openxmlformats.org/markup-compatibility/2006" xmlns:a14="http://schemas.microsoft.com/office/drawing/2010/main">
          <mc:Choice Requires="a14">
            <p:sp>
              <p:nvSpPr>
                <p:cNvPr id="83" name="TextBox 82"/>
                <p:cNvSpPr txBox="1"/>
                <p:nvPr/>
              </p:nvSpPr>
              <p:spPr>
                <a:xfrm>
                  <a:off x="9010894" y="4554580"/>
                  <a:ext cx="355301" cy="240123"/>
                </a:xfrm>
                <a:prstGeom prst="rect">
                  <a:avLst/>
                </a:prstGeom>
                <a:noFill/>
              </p:spPr>
              <p:txBody>
                <a:bodyPr wrap="none" rtlCol="0">
                  <a:spAutoFit/>
                </a:bodyPr>
                <a:lstStyle/>
                <a:p>
                  <a:pPr defTabSz="685800">
                    <a:defRPr/>
                  </a:pPr>
                  <a14:m>
                    <m:oMathPara xmlns:m="http://schemas.openxmlformats.org/officeDocument/2006/math">
                      <m:oMathParaPr>
                        <m:jc m:val="centerGroup"/>
                      </m:oMathParaPr>
                      <m:oMath xmlns:m="http://schemas.openxmlformats.org/officeDocument/2006/math">
                        <m:r>
                          <m:rPr>
                            <m:sty m:val="p"/>
                          </m:rPr>
                          <a:rPr lang="en-US" sz="750" kern="0">
                            <a:solidFill>
                              <a:srgbClr val="000000"/>
                            </a:solidFill>
                            <a:latin typeface="Cambria Math" panose="02040503050406030204" pitchFamily="18" charset="0"/>
                            <a:ea typeface="Cambria Math" panose="02040503050406030204" pitchFamily="18" charset="0"/>
                          </a:rPr>
                          <m:t>ωt</m:t>
                        </m:r>
                      </m:oMath>
                    </m:oMathPara>
                  </a14:m>
                  <a:endParaRPr lang="en-US" sz="750" kern="0">
                    <a:solidFill>
                      <a:srgbClr val="FFFFFF"/>
                    </a:solidFill>
                  </a:endParaRPr>
                </a:p>
              </p:txBody>
            </p:sp>
          </mc:Choice>
          <mc:Fallback xmlns="">
            <p:sp>
              <p:nvSpPr>
                <p:cNvPr id="46" name="TextBox 45"/>
                <p:cNvSpPr txBox="1">
                  <a:spLocks noRot="1" noChangeAspect="1" noMove="1" noResize="1" noEditPoints="1" noAdjustHandles="1" noChangeArrowheads="1" noChangeShapeType="1" noTextEdit="1"/>
                </p:cNvSpPr>
                <p:nvPr/>
              </p:nvSpPr>
              <p:spPr>
                <a:xfrm>
                  <a:off x="9010894" y="4554580"/>
                  <a:ext cx="352982" cy="246221"/>
                </a:xfrm>
                <a:prstGeom prst="rect">
                  <a:avLst/>
                </a:prstGeom>
                <a:blipFill rotWithShape="0">
                  <a:blip r:embed="rId6"/>
                  <a:stretch>
                    <a:fillRect/>
                  </a:stretch>
                </a:blipFill>
              </p:spPr>
              <p:txBody>
                <a:bodyPr/>
                <a:lstStyle/>
                <a:p>
                  <a:r>
                    <a:rPr lang="en-US">
                      <a:noFill/>
                    </a:rPr>
                    <a:t> </a:t>
                  </a:r>
                </a:p>
              </p:txBody>
            </p:sp>
          </mc:Fallback>
        </mc:AlternateContent>
      </p:grpSp>
      <p:sp>
        <p:nvSpPr>
          <p:cNvPr id="24" name="TextBox 23"/>
          <p:cNvSpPr txBox="1"/>
          <p:nvPr/>
        </p:nvSpPr>
        <p:spPr>
          <a:xfrm>
            <a:off x="3024341" y="5478404"/>
            <a:ext cx="2913717" cy="369332"/>
          </a:xfrm>
          <a:prstGeom prst="rect">
            <a:avLst/>
          </a:prstGeom>
          <a:noFill/>
        </p:spPr>
        <p:txBody>
          <a:bodyPr wrap="square" rtlCol="0">
            <a:spAutoFit/>
          </a:bodyPr>
          <a:lstStyle/>
          <a:p>
            <a:r>
              <a:rPr lang="en-US">
                <a:solidFill>
                  <a:schemeClr val="bg1"/>
                </a:solidFill>
                <a:hlinkClick r:id="rId7"/>
              </a:rPr>
              <a:t>Rotating Phasor Animation</a:t>
            </a:r>
            <a:endParaRPr lang="en-US">
              <a:solidFill>
                <a:schemeClr val="bg1"/>
              </a:solidFill>
            </a:endParaRPr>
          </a:p>
        </p:txBody>
      </p:sp>
    </p:spTree>
    <p:extLst>
      <p:ext uri="{BB962C8B-B14F-4D97-AF65-F5344CB8AC3E}">
        <p14:creationId xmlns:p14="http://schemas.microsoft.com/office/powerpoint/2010/main" val="3961493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anim calcmode="lin" valueType="num">
                                      <p:cBhvr additive="base">
                                        <p:cTn id="7"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8" end="8"/>
                                            </p:txEl>
                                          </p:spTgt>
                                        </p:tgtEl>
                                        <p:attrNameLst>
                                          <p:attrName>style.visibility</p:attrName>
                                        </p:attrNameLst>
                                      </p:cBhvr>
                                      <p:to>
                                        <p:strVal val="visible"/>
                                      </p:to>
                                    </p:set>
                                    <p:anim calcmode="lin" valueType="num">
                                      <p:cBhvr additive="base">
                                        <p:cTn id="11"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8" end="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11" end="11"/>
                                            </p:txEl>
                                          </p:spTgt>
                                        </p:tgtEl>
                                        <p:attrNameLst>
                                          <p:attrName>style.visibility</p:attrName>
                                        </p:attrNameLst>
                                      </p:cBhvr>
                                      <p:to>
                                        <p:strVal val="visible"/>
                                      </p:to>
                                    </p:set>
                                    <p:anim calcmode="lin" valueType="num">
                                      <p:cBhvr additive="base">
                                        <p:cTn id="15"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11" end="11"/>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pRg st="14" end="14"/>
                                            </p:txEl>
                                          </p:spTgt>
                                        </p:tgtEl>
                                        <p:attrNameLst>
                                          <p:attrName>style.visibility</p:attrName>
                                        </p:attrNameLst>
                                      </p:cBhvr>
                                      <p:to>
                                        <p:strVal val="visible"/>
                                      </p:to>
                                    </p:set>
                                    <p:anim calcmode="lin" valueType="num">
                                      <p:cBhvr additive="base">
                                        <p:cTn id="19" dur="500" fill="hold"/>
                                        <p:tgtEl>
                                          <p:spTgt spid="4">
                                            <p:txEl>
                                              <p:pRg st="14" end="1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4"/>
                                        </p:tgtEl>
                                        <p:attrNameLst>
                                          <p:attrName>style.visibility</p:attrName>
                                        </p:attrNameLst>
                                      </p:cBhvr>
                                      <p:to>
                                        <p:strVal val="visible"/>
                                      </p:to>
                                    </p:set>
                                    <p:anim calcmode="lin" valueType="num">
                                      <p:cBhvr additive="base">
                                        <p:cTn id="25" dur="500" fill="hold"/>
                                        <p:tgtEl>
                                          <p:spTgt spid="64"/>
                                        </p:tgtEl>
                                        <p:attrNameLst>
                                          <p:attrName>ppt_x</p:attrName>
                                        </p:attrNameLst>
                                      </p:cBhvr>
                                      <p:tavLst>
                                        <p:tav tm="0">
                                          <p:val>
                                            <p:strVal val="#ppt_x"/>
                                          </p:val>
                                        </p:tav>
                                        <p:tav tm="100000">
                                          <p:val>
                                            <p:strVal val="#ppt_x"/>
                                          </p:val>
                                        </p:tav>
                                      </p:tavLst>
                                    </p:anim>
                                    <p:anim calcmode="lin" valueType="num">
                                      <p:cBhvr additive="base">
                                        <p:cTn id="26" dur="500" fill="hold"/>
                                        <p:tgtEl>
                                          <p:spTgt spid="6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20" end="20"/>
                                            </p:txEl>
                                          </p:spTgt>
                                        </p:tgtEl>
                                        <p:attrNameLst>
                                          <p:attrName>style.visibility</p:attrName>
                                        </p:attrNameLst>
                                      </p:cBhvr>
                                      <p:to>
                                        <p:strVal val="visible"/>
                                      </p:to>
                                    </p:set>
                                    <p:anim calcmode="lin" valueType="num">
                                      <p:cBhvr additive="base">
                                        <p:cTn id="31" dur="500" fill="hold"/>
                                        <p:tgtEl>
                                          <p:spTgt spid="4">
                                            <p:txEl>
                                              <p:pRg st="20" end="2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20" end="2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anim calcmode="lin" valueType="num">
                                      <p:cBhvr additive="base">
                                        <p:cTn id="37" dur="500" fill="hold"/>
                                        <p:tgtEl>
                                          <p:spTgt spid="24"/>
                                        </p:tgtEl>
                                        <p:attrNameLst>
                                          <p:attrName>ppt_x</p:attrName>
                                        </p:attrNameLst>
                                      </p:cBhvr>
                                      <p:tavLst>
                                        <p:tav tm="0">
                                          <p:val>
                                            <p:strVal val="#ppt_x"/>
                                          </p:val>
                                        </p:tav>
                                        <p:tav tm="100000">
                                          <p:val>
                                            <p:strVal val="#ppt_x"/>
                                          </p:val>
                                        </p:tav>
                                      </p:tavLst>
                                    </p:anim>
                                    <p:anim calcmode="lin" valueType="num">
                                      <p:cBhvr additive="base">
                                        <p:cTn id="3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17751" y="76750"/>
            <a:ext cx="6557302" cy="659620"/>
          </a:xfrm>
        </p:spPr>
        <p:txBody>
          <a:bodyPr>
            <a:noAutofit/>
          </a:bodyPr>
          <a:lstStyle/>
          <a:p>
            <a:r>
              <a:rPr lang="en-US" sz="4000"/>
              <a:t>Phasor Signal Representation</a:t>
            </a:r>
          </a:p>
        </p:txBody>
      </p:sp>
      <mc:AlternateContent xmlns:mc="http://schemas.openxmlformats.org/markup-compatibility/2006" xmlns:a14="http://schemas.microsoft.com/office/drawing/2010/main">
        <mc:Choice Requires="a14">
          <p:sp>
            <p:nvSpPr>
              <p:cNvPr id="4" name="TextBox 3"/>
              <p:cNvSpPr txBox="1"/>
              <p:nvPr/>
            </p:nvSpPr>
            <p:spPr>
              <a:xfrm>
                <a:off x="352425" y="891491"/>
                <a:ext cx="11658600" cy="546046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endParaRPr lang="en-US" sz="1500">
                  <a:solidFill>
                    <a:schemeClr val="bg1"/>
                  </a:solidFill>
                </a:endParaRPr>
              </a:p>
              <a:p>
                <a:pPr algn="ctr"/>
                <a14:m>
                  <m:oMathPara xmlns:m="http://schemas.openxmlformats.org/officeDocument/2006/math">
                    <m:oMathParaPr>
                      <m:jc m:val="centerGroup"/>
                    </m:oMathParaPr>
                    <m:oMath xmlns:m="http://schemas.openxmlformats.org/officeDocument/2006/math">
                      <m:r>
                        <m:rPr>
                          <m:sty m:val="p"/>
                        </m:rPr>
                        <a:rPr lang="en-US" b="0" i="0" smtClean="0">
                          <a:solidFill>
                            <a:schemeClr val="bg1"/>
                          </a:solidFill>
                          <a:latin typeface="Cambria Math" panose="02040503050406030204" pitchFamily="18" charset="0"/>
                        </a:rPr>
                        <m:t>Represent</m:t>
                      </m:r>
                      <m:r>
                        <a:rPr lang="en-US" b="0" i="0" smtClean="0">
                          <a:solidFill>
                            <a:schemeClr val="bg1"/>
                          </a:solidFill>
                          <a:latin typeface="Cambria Math" panose="02040503050406030204" pitchFamily="18" charset="0"/>
                        </a:rPr>
                        <m:t> </m:t>
                      </m:r>
                      <m:r>
                        <m:rPr>
                          <m:sty m:val="p"/>
                        </m:rPr>
                        <a:rPr lang="en-US" b="0" i="0" smtClean="0">
                          <a:solidFill>
                            <a:schemeClr val="bg1"/>
                          </a:solidFill>
                          <a:latin typeface="Cambria Math" panose="02040503050406030204" pitchFamily="18" charset="0"/>
                        </a:rPr>
                        <m:t>a</m:t>
                      </m:r>
                      <m:r>
                        <a:rPr lang="en-US" b="0" i="0" smtClean="0">
                          <a:solidFill>
                            <a:schemeClr val="bg1"/>
                          </a:solidFill>
                          <a:latin typeface="Cambria Math" panose="02040503050406030204" pitchFamily="18" charset="0"/>
                        </a:rPr>
                        <m:t> </m:t>
                      </m:r>
                      <m:r>
                        <m:rPr>
                          <m:sty m:val="p"/>
                        </m:rPr>
                        <a:rPr lang="en-US" b="0" i="0" smtClean="0">
                          <a:solidFill>
                            <a:schemeClr val="bg1"/>
                          </a:solidFill>
                          <a:latin typeface="Cambria Math" panose="02040503050406030204" pitchFamily="18" charset="0"/>
                        </a:rPr>
                        <m:t>cosine</m:t>
                      </m:r>
                      <m:r>
                        <a:rPr lang="en-US" b="0" i="0" smtClean="0">
                          <a:solidFill>
                            <a:schemeClr val="bg1"/>
                          </a:solidFill>
                          <a:latin typeface="Cambria Math" panose="02040503050406030204" pitchFamily="18" charset="0"/>
                        </a:rPr>
                        <m:t> </m:t>
                      </m:r>
                      <m:r>
                        <m:rPr>
                          <m:sty m:val="p"/>
                        </m:rPr>
                        <a:rPr lang="en-US" b="0" i="0" smtClean="0">
                          <a:solidFill>
                            <a:schemeClr val="bg1"/>
                          </a:solidFill>
                          <a:latin typeface="Cambria Math" panose="02040503050406030204" pitchFamily="18" charset="0"/>
                        </a:rPr>
                        <m:t>wave</m:t>
                      </m:r>
                      <m:r>
                        <a:rPr lang="en-US" b="0" i="0" smtClean="0">
                          <a:solidFill>
                            <a:schemeClr val="bg1"/>
                          </a:solidFill>
                          <a:latin typeface="Cambria Math" panose="02040503050406030204" pitchFamily="18" charset="0"/>
                        </a:rPr>
                        <m:t> </m:t>
                      </m:r>
                      <m:r>
                        <m:rPr>
                          <m:sty m:val="p"/>
                        </m:rPr>
                        <a:rPr lang="en-US" b="0" i="0" smtClean="0">
                          <a:solidFill>
                            <a:schemeClr val="bg1"/>
                          </a:solidFill>
                          <a:latin typeface="Cambria Math" panose="02040503050406030204" pitchFamily="18" charset="0"/>
                        </a:rPr>
                        <m:t>as</m:t>
                      </m:r>
                      <m:r>
                        <a:rPr lang="en-US" b="0" i="0" smtClean="0">
                          <a:solidFill>
                            <a:schemeClr val="bg1"/>
                          </a:solidFill>
                          <a:latin typeface="Cambria Math" panose="02040503050406030204" pitchFamily="18" charset="0"/>
                        </a:rPr>
                        <m:t> </m:t>
                      </m:r>
                      <m:r>
                        <m:rPr>
                          <m:sty m:val="p"/>
                        </m:rPr>
                        <a:rPr lang="en-US" b="0" i="0" smtClean="0">
                          <a:solidFill>
                            <a:schemeClr val="bg1"/>
                          </a:solidFill>
                          <a:latin typeface="Cambria Math" panose="02040503050406030204" pitchFamily="18" charset="0"/>
                        </a:rPr>
                        <m:t>follows</m:t>
                      </m:r>
                      <m:r>
                        <a:rPr lang="en-US" b="0" i="0" smtClean="0">
                          <a:solidFill>
                            <a:schemeClr val="bg1"/>
                          </a:solidFill>
                          <a:latin typeface="Cambria Math" panose="02040503050406030204" pitchFamily="18" charset="0"/>
                        </a:rPr>
                        <m:t>: </m:t>
                      </m:r>
                      <m:r>
                        <m:rPr>
                          <m:sty m:val="p"/>
                        </m:rPr>
                        <a:rPr lang="en-US">
                          <a:solidFill>
                            <a:schemeClr val="bg1"/>
                          </a:solidFill>
                          <a:latin typeface="Cambria Math" panose="02040503050406030204" pitchFamily="18" charset="0"/>
                        </a:rPr>
                        <m:t>v</m:t>
                      </m:r>
                      <m:d>
                        <m:dPr>
                          <m:ctrlPr>
                            <a:rPr lang="en-US" i="1">
                              <a:solidFill>
                                <a:schemeClr val="bg1"/>
                              </a:solidFill>
                              <a:latin typeface="Cambria Math" panose="02040503050406030204" pitchFamily="18" charset="0"/>
                            </a:rPr>
                          </m:ctrlPr>
                        </m:dPr>
                        <m:e>
                          <m:r>
                            <m:rPr>
                              <m:sty m:val="p"/>
                            </m:rPr>
                            <a:rPr lang="en-US">
                              <a:solidFill>
                                <a:schemeClr val="bg1"/>
                              </a:solidFill>
                              <a:latin typeface="Cambria Math" panose="02040503050406030204" pitchFamily="18" charset="0"/>
                            </a:rPr>
                            <m:t>t</m:t>
                          </m:r>
                        </m:e>
                      </m:d>
                      <m:r>
                        <a:rPr lang="en-US">
                          <a:solidFill>
                            <a:schemeClr val="bg1"/>
                          </a:solidFill>
                          <a:latin typeface="Cambria Math" panose="02040503050406030204" pitchFamily="18" charset="0"/>
                        </a:rPr>
                        <m:t>=</m:t>
                      </m:r>
                      <m:r>
                        <m:rPr>
                          <m:sty m:val="p"/>
                        </m:rPr>
                        <a:rPr lang="en-US">
                          <a:solidFill>
                            <a:schemeClr val="bg1"/>
                          </a:solidFill>
                          <a:latin typeface="Cambria Math" panose="02040503050406030204" pitchFamily="18" charset="0"/>
                        </a:rPr>
                        <m:t>r</m:t>
                      </m:r>
                      <m:func>
                        <m:funcPr>
                          <m:ctrlPr>
                            <a:rPr lang="en-US" i="1">
                              <a:solidFill>
                                <a:schemeClr val="bg1"/>
                              </a:solidFill>
                              <a:latin typeface="Cambria Math" panose="02040503050406030204" pitchFamily="18" charset="0"/>
                              <a:ea typeface="Cambria Math" panose="02040503050406030204" pitchFamily="18" charset="0"/>
                            </a:rPr>
                          </m:ctrlPr>
                        </m:funcPr>
                        <m:fName>
                          <m:r>
                            <m:rPr>
                              <m:sty m:val="p"/>
                            </m:rPr>
                            <a:rPr lang="en-US">
                              <a:solidFill>
                                <a:schemeClr val="bg1"/>
                              </a:solidFill>
                              <a:latin typeface="Cambria Math" panose="02040503050406030204" pitchFamily="18" charset="0"/>
                              <a:ea typeface="Cambria Math" panose="02040503050406030204" pitchFamily="18" charset="0"/>
                            </a:rPr>
                            <m:t>cos</m:t>
                          </m:r>
                        </m:fName>
                        <m:e>
                          <m:d>
                            <m:dPr>
                              <m:ctrlPr>
                                <a:rPr lang="en-US" i="1">
                                  <a:solidFill>
                                    <a:schemeClr val="bg1"/>
                                  </a:solidFill>
                                  <a:latin typeface="Cambria Math" panose="02040503050406030204" pitchFamily="18" charset="0"/>
                                  <a:ea typeface="Cambria Math" panose="02040503050406030204" pitchFamily="18" charset="0"/>
                                </a:rPr>
                              </m:ctrlPr>
                            </m:dPr>
                            <m:e>
                              <m:r>
                                <m:rPr>
                                  <m:sty m:val="p"/>
                                </m:rPr>
                                <a:rPr lang="en-US">
                                  <a:solidFill>
                                    <a:schemeClr val="bg1"/>
                                  </a:solidFill>
                                  <a:latin typeface="Cambria Math" panose="02040503050406030204" pitchFamily="18" charset="0"/>
                                  <a:ea typeface="Cambria Math" panose="02040503050406030204" pitchFamily="18" charset="0"/>
                                </a:rPr>
                                <m:t>ωt</m:t>
                              </m:r>
                              <m:r>
                                <a:rPr lang="en-US">
                                  <a:solidFill>
                                    <a:schemeClr val="bg1"/>
                                  </a:solidFill>
                                  <a:latin typeface="Cambria Math" panose="02040503050406030204" pitchFamily="18" charset="0"/>
                                  <a:ea typeface="Cambria Math" panose="02040503050406030204" pitchFamily="18" charset="0"/>
                                </a:rPr>
                                <m:t>+</m:t>
                              </m:r>
                              <m:r>
                                <a:rPr lang="en-US" i="1">
                                  <a:solidFill>
                                    <a:srgbClr val="000000"/>
                                  </a:solidFill>
                                  <a:latin typeface="Cambria Math" panose="02040503050406030204" pitchFamily="18" charset="0"/>
                                  <a:ea typeface="Cambria Math" panose="02040503050406030204" pitchFamily="18" charset="0"/>
                                </a:rPr>
                                <m:t>∅</m:t>
                              </m:r>
                            </m:e>
                          </m:d>
                          <m:r>
                            <a:rPr lang="en-US">
                              <a:solidFill>
                                <a:schemeClr val="bg1"/>
                              </a:solidFill>
                              <a:latin typeface="Cambria Math" panose="02040503050406030204" pitchFamily="18" charset="0"/>
                              <a:ea typeface="Cambria Math" panose="02040503050406030204" pitchFamily="18" charset="0"/>
                            </a:rPr>
                            <m:t>=</m:t>
                          </m:r>
                        </m:e>
                      </m:func>
                      <m:r>
                        <a:rPr lang="en-US" i="1">
                          <a:latin typeface="Cambria Math" panose="02040503050406030204" pitchFamily="18" charset="0"/>
                        </a:rPr>
                        <m:t>ℛ</m:t>
                      </m:r>
                      <m:r>
                        <m:rPr>
                          <m:sty m:val="p"/>
                        </m:rPr>
                        <a:rPr lang="en-US">
                          <a:latin typeface="Cambria Math" panose="02040503050406030204" pitchFamily="18" charset="0"/>
                        </a:rPr>
                        <m:t>e</m:t>
                      </m:r>
                      <m:d>
                        <m:dPr>
                          <m:begChr m:val="{"/>
                          <m:endChr m:val="}"/>
                          <m:ctrlPr>
                            <a:rPr lang="en-US" i="1">
                              <a:solidFill>
                                <a:schemeClr val="bg1"/>
                              </a:solidFill>
                              <a:latin typeface="Cambria Math" panose="02040503050406030204" pitchFamily="18" charset="0"/>
                            </a:rPr>
                          </m:ctrlPr>
                        </m:dPr>
                        <m:e>
                          <m:sSup>
                            <m:sSupPr>
                              <m:ctrlPr>
                                <a:rPr lang="en-US" i="1">
                                  <a:solidFill>
                                    <a:schemeClr val="bg1"/>
                                  </a:solidFill>
                                  <a:latin typeface="Cambria Math" panose="02040503050406030204" pitchFamily="18" charset="0"/>
                                </a:rPr>
                              </m:ctrlPr>
                            </m:sSupPr>
                            <m:e>
                              <m:r>
                                <m:rPr>
                                  <m:sty m:val="p"/>
                                </m:rPr>
                                <a:rPr lang="en-US">
                                  <a:solidFill>
                                    <a:schemeClr val="bg1"/>
                                  </a:solidFill>
                                  <a:latin typeface="Cambria Math" panose="02040503050406030204" pitchFamily="18" charset="0"/>
                                </a:rPr>
                                <m:t>re</m:t>
                              </m:r>
                            </m:e>
                            <m:sup>
                              <m:r>
                                <m:rPr>
                                  <m:sty m:val="p"/>
                                </m:rPr>
                                <a:rPr lang="en-US">
                                  <a:solidFill>
                                    <a:schemeClr val="bg1"/>
                                  </a:solidFill>
                                  <a:latin typeface="Cambria Math" panose="02040503050406030204" pitchFamily="18" charset="0"/>
                                </a:rPr>
                                <m:t>j</m:t>
                              </m:r>
                              <m:d>
                                <m:dPr>
                                  <m:ctrlPr>
                                    <a:rPr lang="en-US" i="1">
                                      <a:solidFill>
                                        <a:schemeClr val="bg1"/>
                                      </a:solidFill>
                                      <a:latin typeface="Cambria Math" panose="02040503050406030204" pitchFamily="18" charset="0"/>
                                    </a:rPr>
                                  </m:ctrlPr>
                                </m:dPr>
                                <m:e>
                                  <m:r>
                                    <m:rPr>
                                      <m:sty m:val="p"/>
                                    </m:rPr>
                                    <a:rPr lang="en-US">
                                      <a:solidFill>
                                        <a:schemeClr val="bg1"/>
                                      </a:solidFill>
                                      <a:latin typeface="Cambria Math" panose="02040503050406030204" pitchFamily="18" charset="0"/>
                                      <a:ea typeface="Cambria Math" panose="02040503050406030204" pitchFamily="18" charset="0"/>
                                    </a:rPr>
                                    <m:t>ωt</m:t>
                                  </m:r>
                                  <m:r>
                                    <a:rPr lang="en-US">
                                      <a:solidFill>
                                        <a:schemeClr val="bg1"/>
                                      </a:solidFill>
                                      <a:latin typeface="Cambria Math" panose="02040503050406030204" pitchFamily="18" charset="0"/>
                                      <a:ea typeface="Cambria Math" panose="02040503050406030204" pitchFamily="18" charset="0"/>
                                    </a:rPr>
                                    <m:t>+</m:t>
                                  </m:r>
                                  <m:r>
                                    <a:rPr lang="en-US" i="1">
                                      <a:solidFill>
                                        <a:srgbClr val="000000"/>
                                      </a:solidFill>
                                      <a:latin typeface="Cambria Math" panose="02040503050406030204" pitchFamily="18" charset="0"/>
                                      <a:ea typeface="Cambria Math" panose="02040503050406030204" pitchFamily="18" charset="0"/>
                                    </a:rPr>
                                    <m:t>∅</m:t>
                                  </m:r>
                                </m:e>
                              </m:d>
                            </m:sup>
                          </m:sSup>
                        </m:e>
                      </m:d>
                      <m:r>
                        <a:rPr lang="en-US" i="1">
                          <a:solidFill>
                            <a:srgbClr val="000000"/>
                          </a:solidFill>
                          <a:latin typeface="Cambria Math" panose="02040503050406030204" pitchFamily="18" charset="0"/>
                          <a:ea typeface="Cambria Math" panose="02040503050406030204" pitchFamily="18" charset="0"/>
                        </a:rPr>
                        <m:t>.</m:t>
                      </m:r>
                    </m:oMath>
                  </m:oMathPara>
                </a14:m>
                <a:endParaRPr lang="en-US">
                  <a:solidFill>
                    <a:schemeClr val="bg1"/>
                  </a:solidFill>
                </a:endParaRPr>
              </a:p>
              <a:p>
                <a:pPr algn="ctr"/>
                <a:endParaRPr lang="en-US">
                  <a:solidFill>
                    <a:schemeClr val="bg1"/>
                  </a:solidFill>
                </a:endParaRPr>
              </a:p>
              <a:p>
                <a:pPr algn="ctr"/>
                <a14:m>
                  <m:oMathPara xmlns:m="http://schemas.openxmlformats.org/officeDocument/2006/math">
                    <m:oMathParaPr>
                      <m:jc m:val="centerGroup"/>
                    </m:oMathParaPr>
                    <m:oMath xmlns:m="http://schemas.openxmlformats.org/officeDocument/2006/math">
                      <m:sSup>
                        <m:sSupPr>
                          <m:ctrlPr>
                            <a:rPr lang="en-US" i="1">
                              <a:solidFill>
                                <a:schemeClr val="bg1"/>
                              </a:solidFill>
                              <a:latin typeface="Cambria Math" panose="02040503050406030204" pitchFamily="18" charset="0"/>
                            </a:rPr>
                          </m:ctrlPr>
                        </m:sSupPr>
                        <m:e>
                          <m:r>
                            <m:rPr>
                              <m:sty m:val="p"/>
                            </m:rPr>
                            <a:rPr lang="en-US">
                              <a:solidFill>
                                <a:schemeClr val="bg1"/>
                              </a:solidFill>
                              <a:latin typeface="Cambria Math" panose="02040503050406030204" pitchFamily="18" charset="0"/>
                            </a:rPr>
                            <m:t>re</m:t>
                          </m:r>
                        </m:e>
                        <m:sup>
                          <m:r>
                            <m:rPr>
                              <m:sty m:val="p"/>
                            </m:rPr>
                            <a:rPr lang="en-US">
                              <a:solidFill>
                                <a:schemeClr val="bg1"/>
                              </a:solidFill>
                              <a:latin typeface="Cambria Math" panose="02040503050406030204" pitchFamily="18" charset="0"/>
                            </a:rPr>
                            <m:t>j</m:t>
                          </m:r>
                          <m:d>
                            <m:dPr>
                              <m:ctrlPr>
                                <a:rPr lang="en-US" i="1">
                                  <a:solidFill>
                                    <a:schemeClr val="bg1"/>
                                  </a:solidFill>
                                  <a:latin typeface="Cambria Math" panose="02040503050406030204" pitchFamily="18" charset="0"/>
                                </a:rPr>
                              </m:ctrlPr>
                            </m:dPr>
                            <m:e>
                              <m:r>
                                <m:rPr>
                                  <m:sty m:val="p"/>
                                </m:rPr>
                                <a:rPr lang="en-US">
                                  <a:solidFill>
                                    <a:schemeClr val="bg1"/>
                                  </a:solidFill>
                                  <a:latin typeface="Cambria Math" panose="02040503050406030204" pitchFamily="18" charset="0"/>
                                  <a:ea typeface="Cambria Math" panose="02040503050406030204" pitchFamily="18" charset="0"/>
                                </a:rPr>
                                <m:t>ωt</m:t>
                              </m:r>
                              <m:r>
                                <a:rPr lang="en-US">
                                  <a:solidFill>
                                    <a:schemeClr val="bg1"/>
                                  </a:solidFill>
                                  <a:latin typeface="Cambria Math" panose="02040503050406030204" pitchFamily="18" charset="0"/>
                                  <a:ea typeface="Cambria Math" panose="02040503050406030204" pitchFamily="18" charset="0"/>
                                </a:rPr>
                                <m:t>+</m:t>
                              </m:r>
                              <m:r>
                                <a:rPr lang="en-US" i="1">
                                  <a:solidFill>
                                    <a:srgbClr val="000000"/>
                                  </a:solidFill>
                                  <a:latin typeface="Cambria Math" panose="02040503050406030204" pitchFamily="18" charset="0"/>
                                  <a:ea typeface="Cambria Math" panose="02040503050406030204" pitchFamily="18" charset="0"/>
                                </a:rPr>
                                <m:t>∅</m:t>
                              </m:r>
                            </m:e>
                          </m:d>
                        </m:sup>
                      </m:sSup>
                      <m:r>
                        <a:rPr lang="en-US">
                          <a:solidFill>
                            <a:schemeClr val="bg1"/>
                          </a:solidFill>
                          <a:latin typeface="Cambria Math" panose="02040503050406030204" pitchFamily="18" charset="0"/>
                          <a:ea typeface="Cambria Math" panose="02040503050406030204" pitchFamily="18" charset="0"/>
                        </a:rPr>
                        <m:t>=</m:t>
                      </m:r>
                      <m:sSup>
                        <m:sSupPr>
                          <m:ctrlPr>
                            <a:rPr lang="en-US" i="1">
                              <a:solidFill>
                                <a:schemeClr val="bg1"/>
                              </a:solidFill>
                              <a:latin typeface="Cambria Math" panose="02040503050406030204" pitchFamily="18" charset="0"/>
                            </a:rPr>
                          </m:ctrlPr>
                        </m:sSupPr>
                        <m:e>
                          <m:r>
                            <m:rPr>
                              <m:sty m:val="p"/>
                            </m:rPr>
                            <a:rPr lang="en-US">
                              <a:solidFill>
                                <a:schemeClr val="bg1"/>
                              </a:solidFill>
                              <a:latin typeface="Cambria Math" panose="02040503050406030204" pitchFamily="18" charset="0"/>
                            </a:rPr>
                            <m:t>re</m:t>
                          </m:r>
                        </m:e>
                        <m:sup>
                          <m:r>
                            <m:rPr>
                              <m:sty m:val="p"/>
                            </m:rPr>
                            <a:rPr lang="en-US">
                              <a:solidFill>
                                <a:schemeClr val="bg1"/>
                              </a:solidFill>
                              <a:latin typeface="Cambria Math" panose="02040503050406030204" pitchFamily="18" charset="0"/>
                            </a:rPr>
                            <m:t>j</m:t>
                          </m:r>
                          <m:r>
                            <a:rPr lang="en-US" i="1">
                              <a:solidFill>
                                <a:srgbClr val="000000"/>
                              </a:solidFill>
                              <a:latin typeface="Cambria Math" panose="02040503050406030204" pitchFamily="18" charset="0"/>
                              <a:ea typeface="Cambria Math" panose="02040503050406030204" pitchFamily="18" charset="0"/>
                            </a:rPr>
                            <m:t>∅</m:t>
                          </m:r>
                        </m:sup>
                      </m:sSup>
                      <m:sSup>
                        <m:sSupPr>
                          <m:ctrlPr>
                            <a:rPr lang="en-US" i="1">
                              <a:solidFill>
                                <a:schemeClr val="bg1"/>
                              </a:solidFill>
                              <a:latin typeface="Cambria Math" panose="02040503050406030204" pitchFamily="18" charset="0"/>
                            </a:rPr>
                          </m:ctrlPr>
                        </m:sSupPr>
                        <m:e>
                          <m:r>
                            <m:rPr>
                              <m:sty m:val="p"/>
                            </m:rPr>
                            <a:rPr lang="en-US">
                              <a:solidFill>
                                <a:schemeClr val="bg1"/>
                              </a:solidFill>
                              <a:latin typeface="Cambria Math" panose="02040503050406030204" pitchFamily="18" charset="0"/>
                            </a:rPr>
                            <m:t>e</m:t>
                          </m:r>
                        </m:e>
                        <m:sup>
                          <m:r>
                            <m:rPr>
                              <m:sty m:val="p"/>
                            </m:rPr>
                            <a:rPr lang="en-US">
                              <a:solidFill>
                                <a:schemeClr val="bg1"/>
                              </a:solidFill>
                              <a:latin typeface="Cambria Math" panose="02040503050406030204" pitchFamily="18" charset="0"/>
                            </a:rPr>
                            <m:t>j</m:t>
                          </m:r>
                          <m:r>
                            <m:rPr>
                              <m:sty m:val="p"/>
                            </m:rPr>
                            <a:rPr lang="en-US">
                              <a:solidFill>
                                <a:schemeClr val="bg1"/>
                              </a:solidFill>
                              <a:latin typeface="Cambria Math" panose="02040503050406030204" pitchFamily="18" charset="0"/>
                              <a:ea typeface="Cambria Math" panose="02040503050406030204" pitchFamily="18" charset="0"/>
                            </a:rPr>
                            <m:t>ωt</m:t>
                          </m:r>
                        </m:sup>
                      </m:sSup>
                      <m:r>
                        <a:rPr lang="en-US" i="1">
                          <a:solidFill>
                            <a:schemeClr val="bg1"/>
                          </a:solidFill>
                          <a:latin typeface="Cambria Math" panose="02040503050406030204" pitchFamily="18" charset="0"/>
                          <a:ea typeface="Cambria Math" panose="02040503050406030204" pitchFamily="18" charset="0"/>
                        </a:rPr>
                        <m:t>.</m:t>
                      </m:r>
                    </m:oMath>
                  </m:oMathPara>
                </a14:m>
                <a:endParaRPr lang="en-US">
                  <a:solidFill>
                    <a:schemeClr val="bg1"/>
                  </a:solidFill>
                </a:endParaRPr>
              </a:p>
              <a:p>
                <a:pPr algn="ctr"/>
                <a:endParaRPr lang="en-US">
                  <a:solidFill>
                    <a:schemeClr val="bg1"/>
                  </a:solidFill>
                </a:endParaRPr>
              </a:p>
              <a:p>
                <a:pPr algn="ctr"/>
                <a14:m>
                  <m:oMathPara xmlns:m="http://schemas.openxmlformats.org/officeDocument/2006/math">
                    <m:oMathParaPr>
                      <m:jc m:val="centerGroup"/>
                    </m:oMathParaPr>
                    <m:oMath xmlns:m="http://schemas.openxmlformats.org/officeDocument/2006/math">
                      <m:r>
                        <m:rPr>
                          <m:sty m:val="p"/>
                        </m:rPr>
                        <a:rPr lang="en-US">
                          <a:solidFill>
                            <a:schemeClr val="bg1"/>
                          </a:solidFill>
                          <a:latin typeface="Cambria Math" panose="02040503050406030204" pitchFamily="18" charset="0"/>
                        </a:rPr>
                        <m:t>v</m:t>
                      </m:r>
                      <m:d>
                        <m:dPr>
                          <m:ctrlPr>
                            <a:rPr lang="en-US" i="1">
                              <a:solidFill>
                                <a:schemeClr val="bg1"/>
                              </a:solidFill>
                              <a:latin typeface="Cambria Math" panose="02040503050406030204" pitchFamily="18" charset="0"/>
                            </a:rPr>
                          </m:ctrlPr>
                        </m:dPr>
                        <m:e>
                          <m:r>
                            <m:rPr>
                              <m:sty m:val="p"/>
                            </m:rPr>
                            <a:rPr lang="en-US">
                              <a:solidFill>
                                <a:schemeClr val="bg1"/>
                              </a:solidFill>
                              <a:latin typeface="Cambria Math" panose="02040503050406030204" pitchFamily="18" charset="0"/>
                            </a:rPr>
                            <m:t>t</m:t>
                          </m:r>
                        </m:e>
                      </m:d>
                      <m:r>
                        <a:rPr lang="en-US">
                          <a:solidFill>
                            <a:schemeClr val="bg1"/>
                          </a:solidFill>
                          <a:latin typeface="Cambria Math" panose="02040503050406030204" pitchFamily="18" charset="0"/>
                        </a:rPr>
                        <m:t>=</m:t>
                      </m:r>
                      <m:r>
                        <a:rPr lang="en-US" i="1">
                          <a:latin typeface="Cambria Math" panose="02040503050406030204" pitchFamily="18" charset="0"/>
                        </a:rPr>
                        <m:t>ℛ</m:t>
                      </m:r>
                      <m:r>
                        <m:rPr>
                          <m:sty m:val="p"/>
                        </m:rPr>
                        <a:rPr lang="en-US">
                          <a:latin typeface="Cambria Math" panose="02040503050406030204" pitchFamily="18" charset="0"/>
                        </a:rPr>
                        <m:t>e</m:t>
                      </m:r>
                      <m:d>
                        <m:dPr>
                          <m:begChr m:val="{"/>
                          <m:endChr m:val="}"/>
                          <m:ctrlPr>
                            <a:rPr lang="en-US" i="1">
                              <a:solidFill>
                                <a:schemeClr val="bg1"/>
                              </a:solidFill>
                              <a:latin typeface="Cambria Math" panose="02040503050406030204" pitchFamily="18" charset="0"/>
                            </a:rPr>
                          </m:ctrlPr>
                        </m:dPr>
                        <m:e>
                          <m:sSup>
                            <m:sSupPr>
                              <m:ctrlPr>
                                <a:rPr lang="en-US" i="1">
                                  <a:solidFill>
                                    <a:schemeClr val="bg1"/>
                                  </a:solidFill>
                                  <a:latin typeface="Cambria Math" panose="02040503050406030204" pitchFamily="18" charset="0"/>
                                </a:rPr>
                              </m:ctrlPr>
                            </m:sSupPr>
                            <m:e>
                              <m:r>
                                <m:rPr>
                                  <m:sty m:val="p"/>
                                </m:rPr>
                                <a:rPr lang="en-US">
                                  <a:solidFill>
                                    <a:schemeClr val="bg1"/>
                                  </a:solidFill>
                                  <a:latin typeface="Cambria Math" panose="02040503050406030204" pitchFamily="18" charset="0"/>
                                </a:rPr>
                                <m:t>re</m:t>
                              </m:r>
                            </m:e>
                            <m:sup>
                              <m:r>
                                <m:rPr>
                                  <m:sty m:val="p"/>
                                </m:rPr>
                                <a:rPr lang="en-US">
                                  <a:solidFill>
                                    <a:schemeClr val="bg1"/>
                                  </a:solidFill>
                                  <a:latin typeface="Cambria Math" panose="02040503050406030204" pitchFamily="18" charset="0"/>
                                </a:rPr>
                                <m:t>j</m:t>
                              </m:r>
                              <m:r>
                                <a:rPr lang="en-US" i="1">
                                  <a:solidFill>
                                    <a:srgbClr val="000000"/>
                                  </a:solidFill>
                                  <a:latin typeface="Cambria Math" panose="02040503050406030204" pitchFamily="18" charset="0"/>
                                  <a:ea typeface="Cambria Math" panose="02040503050406030204" pitchFamily="18" charset="0"/>
                                </a:rPr>
                                <m:t>∅</m:t>
                              </m:r>
                            </m:sup>
                          </m:sSup>
                          <m:sSup>
                            <m:sSupPr>
                              <m:ctrlPr>
                                <a:rPr lang="en-US" i="1">
                                  <a:solidFill>
                                    <a:schemeClr val="bg1"/>
                                  </a:solidFill>
                                  <a:latin typeface="Cambria Math" panose="02040503050406030204" pitchFamily="18" charset="0"/>
                                </a:rPr>
                              </m:ctrlPr>
                            </m:sSupPr>
                            <m:e>
                              <m:r>
                                <m:rPr>
                                  <m:sty m:val="p"/>
                                </m:rPr>
                                <a:rPr lang="en-US">
                                  <a:solidFill>
                                    <a:schemeClr val="bg1"/>
                                  </a:solidFill>
                                  <a:latin typeface="Cambria Math" panose="02040503050406030204" pitchFamily="18" charset="0"/>
                                </a:rPr>
                                <m:t>e</m:t>
                              </m:r>
                            </m:e>
                            <m:sup>
                              <m:r>
                                <m:rPr>
                                  <m:sty m:val="p"/>
                                </m:rPr>
                                <a:rPr lang="en-US">
                                  <a:solidFill>
                                    <a:schemeClr val="bg1"/>
                                  </a:solidFill>
                                  <a:latin typeface="Cambria Math" panose="02040503050406030204" pitchFamily="18" charset="0"/>
                                </a:rPr>
                                <m:t>j</m:t>
                              </m:r>
                              <m:r>
                                <m:rPr>
                                  <m:sty m:val="p"/>
                                </m:rPr>
                                <a:rPr lang="en-US">
                                  <a:solidFill>
                                    <a:schemeClr val="bg1"/>
                                  </a:solidFill>
                                  <a:latin typeface="Cambria Math" panose="02040503050406030204" pitchFamily="18" charset="0"/>
                                  <a:ea typeface="Cambria Math" panose="02040503050406030204" pitchFamily="18" charset="0"/>
                                </a:rPr>
                                <m:t>ωt</m:t>
                              </m:r>
                            </m:sup>
                          </m:sSup>
                        </m:e>
                      </m:d>
                      <m:r>
                        <a:rPr lang="en-US" i="1">
                          <a:solidFill>
                            <a:schemeClr val="bg1"/>
                          </a:solidFill>
                          <a:latin typeface="Cambria Math" panose="02040503050406030204" pitchFamily="18" charset="0"/>
                          <a:ea typeface="Cambria Math" panose="02040503050406030204" pitchFamily="18" charset="0"/>
                        </a:rPr>
                        <m:t>.</m:t>
                      </m:r>
                    </m:oMath>
                  </m:oMathPara>
                </a14:m>
                <a:endParaRPr lang="en-US">
                  <a:solidFill>
                    <a:schemeClr val="bg1"/>
                  </a:solidFill>
                </a:endParaRPr>
              </a:p>
              <a:p>
                <a:pPr algn="ctr"/>
                <a:endParaRPr lang="en-US">
                  <a:solidFill>
                    <a:schemeClr val="bg1"/>
                  </a:solidFill>
                </a:endParaRPr>
              </a:p>
              <a:p>
                <a:pPr algn="ctr"/>
                <a14:m>
                  <m:oMath xmlns:m="http://schemas.openxmlformats.org/officeDocument/2006/math">
                    <m:r>
                      <m:rPr>
                        <m:sty m:val="p"/>
                      </m:rPr>
                      <a:rPr lang="en-US">
                        <a:solidFill>
                          <a:schemeClr val="bg1"/>
                        </a:solidFill>
                        <a:latin typeface="Cambria Math" panose="02040503050406030204" pitchFamily="18" charset="0"/>
                      </a:rPr>
                      <m:t>Define</m:t>
                    </m:r>
                    <m:r>
                      <a:rPr lang="en-US">
                        <a:solidFill>
                          <a:schemeClr val="bg1"/>
                        </a:solidFill>
                        <a:latin typeface="Cambria Math" panose="02040503050406030204" pitchFamily="18" charset="0"/>
                      </a:rPr>
                      <m:t>  </m:t>
                    </m:r>
                    <m:acc>
                      <m:accPr>
                        <m:chr m:val="̃"/>
                        <m:ctrlPr>
                          <a:rPr lang="en-US" i="1">
                            <a:solidFill>
                              <a:schemeClr val="bg1"/>
                            </a:solidFill>
                            <a:latin typeface="Cambria Math" panose="02040503050406030204" pitchFamily="18" charset="0"/>
                            <a:ea typeface="Cambria Math" panose="02040503050406030204" pitchFamily="18" charset="0"/>
                          </a:rPr>
                        </m:ctrlPr>
                      </m:accPr>
                      <m:e>
                        <m:r>
                          <m:rPr>
                            <m:sty m:val="p"/>
                          </m:rPr>
                          <a:rPr lang="en-US" b="0" i="0">
                            <a:solidFill>
                              <a:schemeClr val="bg1"/>
                            </a:solidFill>
                            <a:latin typeface="Cambria Math" panose="02040503050406030204" pitchFamily="18" charset="0"/>
                            <a:ea typeface="Cambria Math" panose="02040503050406030204" pitchFamily="18" charset="0"/>
                          </a:rPr>
                          <m:t>V</m:t>
                        </m:r>
                      </m:e>
                    </m:acc>
                    <m:r>
                      <a:rPr lang="en-US">
                        <a:solidFill>
                          <a:schemeClr val="bg1"/>
                        </a:solidFill>
                        <a:latin typeface="Cambria Math" panose="02040503050406030204" pitchFamily="18" charset="0"/>
                      </a:rPr>
                      <m:t>= </m:t>
                    </m:r>
                    <m:sSup>
                      <m:sSupPr>
                        <m:ctrlPr>
                          <a:rPr lang="en-US" i="1">
                            <a:solidFill>
                              <a:schemeClr val="bg1"/>
                            </a:solidFill>
                            <a:latin typeface="Cambria Math" panose="02040503050406030204" pitchFamily="18" charset="0"/>
                          </a:rPr>
                        </m:ctrlPr>
                      </m:sSupPr>
                      <m:e>
                        <m:r>
                          <m:rPr>
                            <m:sty m:val="p"/>
                          </m:rPr>
                          <a:rPr lang="en-US">
                            <a:solidFill>
                              <a:schemeClr val="bg1"/>
                            </a:solidFill>
                            <a:latin typeface="Cambria Math" panose="02040503050406030204" pitchFamily="18" charset="0"/>
                          </a:rPr>
                          <m:t>re</m:t>
                        </m:r>
                      </m:e>
                      <m:sup>
                        <m:r>
                          <m:rPr>
                            <m:sty m:val="p"/>
                          </m:rPr>
                          <a:rPr lang="en-US">
                            <a:solidFill>
                              <a:schemeClr val="bg1"/>
                            </a:solidFill>
                            <a:latin typeface="Cambria Math" panose="02040503050406030204" pitchFamily="18" charset="0"/>
                          </a:rPr>
                          <m:t>j</m:t>
                        </m:r>
                        <m:r>
                          <a:rPr lang="en-US" i="1">
                            <a:solidFill>
                              <a:srgbClr val="000000"/>
                            </a:solidFill>
                            <a:latin typeface="Cambria Math" panose="02040503050406030204" pitchFamily="18" charset="0"/>
                            <a:ea typeface="Cambria Math" panose="02040503050406030204" pitchFamily="18" charset="0"/>
                          </a:rPr>
                          <m:t>∅</m:t>
                        </m:r>
                      </m:sup>
                    </m:sSup>
                  </m:oMath>
                </a14:m>
                <a:r>
                  <a:rPr lang="en-US" i="1">
                    <a:solidFill>
                      <a:schemeClr val="bg1"/>
                    </a:solidFill>
                    <a:ea typeface="Cambria Math" panose="02040503050406030204" pitchFamily="18" charset="0"/>
                  </a:rPr>
                  <a:t> </a:t>
                </a: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rPr>
                      <m:t>→</m:t>
                    </m:r>
                  </m:oMath>
                </a14:m>
                <a:r>
                  <a:rPr lang="en-US" i="1">
                    <a:solidFill>
                      <a:schemeClr val="bg1"/>
                    </a:solidFill>
                    <a:ea typeface="Cambria Math" panose="02040503050406030204" pitchFamily="18" charset="0"/>
                  </a:rPr>
                  <a:t> </a:t>
                </a:r>
                <a:r>
                  <a:rPr lang="en-US">
                    <a:solidFill>
                      <a:schemeClr val="bg1"/>
                    </a:solidFill>
                    <a:ea typeface="Cambria Math" panose="02040503050406030204" pitchFamily="18" charset="0"/>
                  </a:rPr>
                  <a:t>Referred to as a phasor, i.e</a:t>
                </a:r>
                <a:r>
                  <a:rPr lang="en-US" dirty="0">
                    <a:solidFill>
                      <a:schemeClr val="bg1"/>
                    </a:solidFill>
                    <a:ea typeface="Cambria Math" panose="02040503050406030204" pitchFamily="18" charset="0"/>
                  </a:rPr>
                  <a:t>., </a:t>
                </a:r>
                <a:r>
                  <a:rPr lang="en-US">
                    <a:solidFill>
                      <a:schemeClr val="bg1"/>
                    </a:solidFill>
                    <a:ea typeface="Cambria Math" panose="02040503050406030204" pitchFamily="18" charset="0"/>
                  </a:rPr>
                  <a:t>phase vector. </a:t>
                </a:r>
              </a:p>
              <a:p>
                <a:pPr algn="ctr"/>
                <a:endParaRPr lang="en-US">
                  <a:solidFill>
                    <a:schemeClr val="bg1"/>
                  </a:solidFill>
                  <a:ea typeface="Cambria Math" panose="02040503050406030204" pitchFamily="18" charset="0"/>
                </a:endParaRPr>
              </a:p>
              <a:p>
                <a:pPr marL="285750" indent="-285750" fontAlgn="base">
                  <a:spcBef>
                    <a:spcPct val="0"/>
                  </a:spcBef>
                  <a:spcAft>
                    <a:spcPct val="0"/>
                  </a:spcAft>
                  <a:buFont typeface="Arial" panose="020B0604020202020204" pitchFamily="34" charset="0"/>
                  <a:buChar char="•"/>
                </a:pPr>
                <a:r>
                  <a:rPr lang="en-US">
                    <a:solidFill>
                      <a:srgbClr val="000000"/>
                    </a:solidFill>
                  </a:rPr>
                  <a:t>Different spelling that Star Trek Phaser.</a:t>
                </a:r>
              </a:p>
              <a:p>
                <a:endParaRPr lang="en-US">
                  <a:solidFill>
                    <a:schemeClr val="bg1"/>
                  </a:solidFill>
                  <a:ea typeface="Cambria Math" panose="02040503050406030204" pitchFamily="18" charset="0"/>
                </a:endParaRPr>
              </a:p>
              <a:p>
                <a:pPr marL="257175" indent="-257175">
                  <a:buFont typeface="Arial" panose="020B0604020202020204" pitchFamily="34" charset="0"/>
                  <a:buChar char="•"/>
                </a:pPr>
                <a:r>
                  <a:rPr lang="en-US">
                    <a:solidFill>
                      <a:schemeClr val="bg1"/>
                    </a:solidFill>
                    <a:ea typeface="Cambria Math" panose="02040503050406030204" pitchFamily="18" charset="0"/>
                  </a:rPr>
                  <a:t>Phasors are complex quantities that are not a function of time.</a:t>
                </a:r>
              </a:p>
              <a:p>
                <a:pPr algn="ctr"/>
                <a:endParaRPr lang="en-US">
                  <a:solidFill>
                    <a:schemeClr val="bg1"/>
                  </a:solidFill>
                  <a:ea typeface="Cambria Math" panose="02040503050406030204" pitchFamily="18" charset="0"/>
                </a:endParaRPr>
              </a:p>
              <a:p>
                <a:pPr marL="257175" indent="-257175">
                  <a:buFont typeface="Arial" panose="020B0604020202020204" pitchFamily="34" charset="0"/>
                  <a:buChar char="•"/>
                </a:pPr>
                <a:r>
                  <a:rPr lang="en-US">
                    <a:solidFill>
                      <a:schemeClr val="bg1"/>
                    </a:solidFill>
                    <a:ea typeface="Cambria Math" panose="02040503050406030204" pitchFamily="18" charset="0"/>
                  </a:rPr>
                  <a:t>Phasors are used in ac steady-state analysis having a single common frequency.</a:t>
                </a:r>
              </a:p>
              <a:p>
                <a:pPr algn="ctr"/>
                <a:endParaRPr lang="en-US" i="1">
                  <a:solidFill>
                    <a:schemeClr val="bg1"/>
                  </a:solidFill>
                  <a:ea typeface="Cambria Math" panose="02040503050406030204" pitchFamily="18" charset="0"/>
                </a:endParaRPr>
              </a:p>
              <a:p>
                <a:pPr algn="ctr"/>
                <a14:m>
                  <m:oMath xmlns:m="http://schemas.openxmlformats.org/officeDocument/2006/math">
                    <m:sSup>
                      <m:sSupPr>
                        <m:ctrlPr>
                          <a:rPr lang="en-US" i="1">
                            <a:solidFill>
                              <a:schemeClr val="bg1"/>
                            </a:solidFill>
                            <a:latin typeface="Cambria Math" panose="02040503050406030204" pitchFamily="18" charset="0"/>
                          </a:rPr>
                        </m:ctrlPr>
                      </m:sSupPr>
                      <m:e>
                        <m:r>
                          <m:rPr>
                            <m:sty m:val="p"/>
                          </m:rPr>
                          <a:rPr lang="en-US">
                            <a:solidFill>
                              <a:schemeClr val="bg1"/>
                            </a:solidFill>
                            <a:latin typeface="Cambria Math" panose="02040503050406030204" pitchFamily="18" charset="0"/>
                          </a:rPr>
                          <m:t>re</m:t>
                        </m:r>
                      </m:e>
                      <m:sup>
                        <m:r>
                          <m:rPr>
                            <m:sty m:val="p"/>
                          </m:rPr>
                          <a:rPr lang="en-US">
                            <a:solidFill>
                              <a:schemeClr val="bg1"/>
                            </a:solidFill>
                            <a:latin typeface="Cambria Math" panose="02040503050406030204" pitchFamily="18" charset="0"/>
                          </a:rPr>
                          <m:t>j</m:t>
                        </m:r>
                        <m:r>
                          <a:rPr lang="en-US" i="1">
                            <a:solidFill>
                              <a:srgbClr val="000000"/>
                            </a:solidFill>
                            <a:latin typeface="Cambria Math" panose="02040503050406030204" pitchFamily="18" charset="0"/>
                            <a:ea typeface="Cambria Math" panose="02040503050406030204" pitchFamily="18" charset="0"/>
                          </a:rPr>
                          <m:t>∅</m:t>
                        </m:r>
                      </m:sup>
                    </m:sSup>
                  </m:oMath>
                </a14:m>
                <a:r>
                  <a:rPr lang="en-US"/>
                  <a:t> ↔ </a:t>
                </a:r>
                <a14:m>
                  <m:oMath xmlns:m="http://schemas.openxmlformats.org/officeDocument/2006/math">
                    <m:r>
                      <m:rPr>
                        <m:sty m:val="p"/>
                      </m:rPr>
                      <a:rPr lang="en-US" dirty="0">
                        <a:latin typeface="Cambria Math" panose="02040503050406030204" pitchFamily="18" charset="0"/>
                        <a:ea typeface="Cambria Math" panose="02040503050406030204" pitchFamily="18" charset="0"/>
                      </a:rPr>
                      <m:t>r</m:t>
                    </m:r>
                    <m:r>
                      <a:rPr lang="en-US" i="1">
                        <a:latin typeface="Cambria Math" panose="02040503050406030204" pitchFamily="18" charset="0"/>
                        <a:ea typeface="Cambria Math" panose="02040503050406030204" pitchFamily="18" charset="0"/>
                      </a:rPr>
                      <m:t>∠</m:t>
                    </m:r>
                    <m:r>
                      <a:rPr lang="en-US" i="1">
                        <a:solidFill>
                          <a:srgbClr val="000000"/>
                        </a:solidFill>
                        <a:latin typeface="Cambria Math" panose="02040503050406030204" pitchFamily="18" charset="0"/>
                        <a:ea typeface="Cambria Math" panose="02040503050406030204" pitchFamily="18" charset="0"/>
                      </a:rPr>
                      <m:t>∅→</m:t>
                    </m:r>
                    <m:r>
                      <m:rPr>
                        <m:sty m:val="p"/>
                      </m:rPr>
                      <a:rPr lang="en-US">
                        <a:solidFill>
                          <a:schemeClr val="bg1"/>
                        </a:solidFill>
                        <a:latin typeface="Cambria Math" panose="02040503050406030204" pitchFamily="18" charset="0"/>
                        <a:ea typeface="Cambria Math" panose="02040503050406030204" pitchFamily="18" charset="0"/>
                      </a:rPr>
                      <m:t>Phasor</m:t>
                    </m:r>
                    <m:r>
                      <a:rPr lang="en-US">
                        <a:solidFill>
                          <a:schemeClr val="bg1"/>
                        </a:solidFill>
                        <a:latin typeface="Cambria Math" panose="02040503050406030204" pitchFamily="18" charset="0"/>
                        <a:ea typeface="Cambria Math" panose="02040503050406030204" pitchFamily="18" charset="0"/>
                      </a:rPr>
                      <m:t> </m:t>
                    </m:r>
                    <m:r>
                      <m:rPr>
                        <m:sty m:val="p"/>
                      </m:rPr>
                      <a:rPr lang="en-US">
                        <a:solidFill>
                          <a:schemeClr val="bg1"/>
                        </a:solidFill>
                        <a:latin typeface="Cambria Math" panose="02040503050406030204" pitchFamily="18" charset="0"/>
                        <a:ea typeface="Cambria Math" panose="02040503050406030204" pitchFamily="18" charset="0"/>
                      </a:rPr>
                      <m:t>Notation</m:t>
                    </m:r>
                    <m:r>
                      <a:rPr lang="en-US" i="1">
                        <a:solidFill>
                          <a:schemeClr val="bg1"/>
                        </a:solidFill>
                        <a:latin typeface="Cambria Math" panose="02040503050406030204" pitchFamily="18" charset="0"/>
                        <a:ea typeface="Cambria Math" panose="02040503050406030204" pitchFamily="18" charset="0"/>
                      </a:rPr>
                      <m:t>.</m:t>
                    </m:r>
                  </m:oMath>
                </a14:m>
                <a:r>
                  <a:rPr lang="en-US" dirty="0">
                    <a:solidFill>
                      <a:schemeClr val="bg1"/>
                    </a:solidFill>
                  </a:rPr>
                  <a:t> </a:t>
                </a:r>
                <a:r>
                  <a:rPr lang="en-US" dirty="0">
                    <a:solidFill>
                      <a:schemeClr val="bg1"/>
                    </a:solidFill>
                    <a:ea typeface="Cambria Math" panose="02040503050406030204" pitchFamily="18" charset="0"/>
                  </a:rPr>
                  <a:t>(Note: r is to always be a positive number.)</a:t>
                </a:r>
                <a:r>
                  <a:rPr lang="en-US" dirty="0">
                    <a:solidFill>
                      <a:schemeClr val="bg1"/>
                    </a:solidFill>
                  </a:rPr>
                  <a:t> </a:t>
                </a:r>
                <a:endParaRPr lang="en-US">
                  <a:solidFill>
                    <a:schemeClr val="bg1"/>
                  </a:solidFill>
                </a:endParaRPr>
              </a:p>
              <a:p>
                <a:pPr algn="ctr"/>
                <a:endParaRPr lang="en-US">
                  <a:solidFill>
                    <a:schemeClr val="bg1"/>
                  </a:solidFill>
                </a:endParaRPr>
              </a:p>
              <a:p>
                <a:pPr algn="ctr"/>
                <a14:m>
                  <m:oMath xmlns:m="http://schemas.openxmlformats.org/officeDocument/2006/math">
                    <m:r>
                      <m:rPr>
                        <m:sty m:val="p"/>
                      </m:rPr>
                      <a:rPr lang="en-US">
                        <a:solidFill>
                          <a:schemeClr val="bg1"/>
                        </a:solidFill>
                        <a:latin typeface="Cambria Math" panose="02040503050406030204" pitchFamily="18" charset="0"/>
                      </a:rPr>
                      <m:t>Then</m:t>
                    </m:r>
                    <m:r>
                      <a:rPr lang="en-US">
                        <a:solidFill>
                          <a:schemeClr val="bg1"/>
                        </a:solidFill>
                        <a:latin typeface="Cambria Math" panose="02040503050406030204" pitchFamily="18" charset="0"/>
                      </a:rPr>
                      <m:t> </m:t>
                    </m:r>
                    <m:r>
                      <m:rPr>
                        <m:sty m:val="p"/>
                      </m:rPr>
                      <a:rPr lang="en-US">
                        <a:solidFill>
                          <a:schemeClr val="bg1"/>
                        </a:solidFill>
                        <a:latin typeface="Cambria Math" panose="02040503050406030204" pitchFamily="18" charset="0"/>
                      </a:rPr>
                      <m:t>v</m:t>
                    </m:r>
                    <m:d>
                      <m:dPr>
                        <m:ctrlPr>
                          <a:rPr lang="en-US" i="1">
                            <a:solidFill>
                              <a:schemeClr val="bg1"/>
                            </a:solidFill>
                            <a:latin typeface="Cambria Math" panose="02040503050406030204" pitchFamily="18" charset="0"/>
                          </a:rPr>
                        </m:ctrlPr>
                      </m:dPr>
                      <m:e>
                        <m:r>
                          <m:rPr>
                            <m:sty m:val="p"/>
                          </m:rPr>
                          <a:rPr lang="en-US">
                            <a:solidFill>
                              <a:schemeClr val="bg1"/>
                            </a:solidFill>
                            <a:latin typeface="Cambria Math" panose="02040503050406030204" pitchFamily="18" charset="0"/>
                          </a:rPr>
                          <m:t>t</m:t>
                        </m:r>
                      </m:e>
                    </m:d>
                    <m:r>
                      <a:rPr lang="en-US">
                        <a:solidFill>
                          <a:schemeClr val="bg1"/>
                        </a:solidFill>
                        <a:latin typeface="Cambria Math" panose="02040503050406030204" pitchFamily="18" charset="0"/>
                      </a:rPr>
                      <m:t>=</m:t>
                    </m:r>
                    <m:r>
                      <a:rPr lang="en-US" i="1">
                        <a:latin typeface="Cambria Math" panose="02040503050406030204" pitchFamily="18" charset="0"/>
                      </a:rPr>
                      <m:t>ℛ</m:t>
                    </m:r>
                    <m:r>
                      <m:rPr>
                        <m:sty m:val="p"/>
                      </m:rPr>
                      <a:rPr lang="en-US">
                        <a:latin typeface="Cambria Math" panose="02040503050406030204" pitchFamily="18" charset="0"/>
                      </a:rPr>
                      <m:t>e</m:t>
                    </m:r>
                    <m:d>
                      <m:dPr>
                        <m:begChr m:val="{"/>
                        <m:endChr m:val="}"/>
                        <m:ctrlPr>
                          <a:rPr lang="en-US" i="1">
                            <a:solidFill>
                              <a:schemeClr val="bg1"/>
                            </a:solidFill>
                            <a:latin typeface="Cambria Math" panose="02040503050406030204" pitchFamily="18" charset="0"/>
                          </a:rPr>
                        </m:ctrlPr>
                      </m:dPr>
                      <m:e>
                        <m:sSup>
                          <m:sSupPr>
                            <m:ctrlPr>
                              <a:rPr lang="en-US" i="1">
                                <a:solidFill>
                                  <a:schemeClr val="bg1"/>
                                </a:solidFill>
                                <a:latin typeface="Cambria Math" panose="02040503050406030204" pitchFamily="18" charset="0"/>
                              </a:rPr>
                            </m:ctrlPr>
                          </m:sSupPr>
                          <m:e>
                            <m:acc>
                              <m:accPr>
                                <m:chr m:val="̃"/>
                                <m:ctrlPr>
                                  <a:rPr lang="en-US" i="1">
                                    <a:solidFill>
                                      <a:schemeClr val="bg1"/>
                                    </a:solidFill>
                                    <a:latin typeface="Cambria Math" panose="02040503050406030204" pitchFamily="18" charset="0"/>
                                    <a:ea typeface="Cambria Math" panose="02040503050406030204" pitchFamily="18" charset="0"/>
                                  </a:rPr>
                                </m:ctrlPr>
                              </m:accPr>
                              <m:e>
                                <m:r>
                                  <m:rPr>
                                    <m:sty m:val="p"/>
                                  </m:rPr>
                                  <a:rPr lang="en-US" b="0" i="0">
                                    <a:solidFill>
                                      <a:schemeClr val="bg1"/>
                                    </a:solidFill>
                                    <a:latin typeface="Cambria Math" panose="02040503050406030204" pitchFamily="18" charset="0"/>
                                    <a:ea typeface="Cambria Math" panose="02040503050406030204" pitchFamily="18" charset="0"/>
                                  </a:rPr>
                                  <m:t>V</m:t>
                                </m:r>
                              </m:e>
                            </m:acc>
                            <m:r>
                              <m:rPr>
                                <m:sty m:val="p"/>
                              </m:rPr>
                              <a:rPr lang="en-US">
                                <a:solidFill>
                                  <a:schemeClr val="bg1"/>
                                </a:solidFill>
                                <a:latin typeface="Cambria Math" panose="02040503050406030204" pitchFamily="18" charset="0"/>
                              </a:rPr>
                              <m:t>e</m:t>
                            </m:r>
                          </m:e>
                          <m:sup>
                            <m:r>
                              <m:rPr>
                                <m:sty m:val="p"/>
                              </m:rPr>
                              <a:rPr lang="en-US">
                                <a:solidFill>
                                  <a:schemeClr val="bg1"/>
                                </a:solidFill>
                                <a:latin typeface="Cambria Math" panose="02040503050406030204" pitchFamily="18" charset="0"/>
                              </a:rPr>
                              <m:t>j</m:t>
                            </m:r>
                            <m:r>
                              <m:rPr>
                                <m:sty m:val="p"/>
                              </m:rPr>
                              <a:rPr lang="en-US">
                                <a:solidFill>
                                  <a:schemeClr val="bg1"/>
                                </a:solidFill>
                                <a:latin typeface="Cambria Math" panose="02040503050406030204" pitchFamily="18" charset="0"/>
                                <a:ea typeface="Cambria Math" panose="02040503050406030204" pitchFamily="18" charset="0"/>
                              </a:rPr>
                              <m:t>ωt</m:t>
                            </m:r>
                          </m:sup>
                        </m:sSup>
                      </m:e>
                    </m:d>
                    <m:r>
                      <a:rPr lang="en-US" i="1">
                        <a:solidFill>
                          <a:schemeClr val="bg1"/>
                        </a:solidFill>
                        <a:latin typeface="Cambria Math" panose="02040503050406030204" pitchFamily="18" charset="0"/>
                        <a:ea typeface="Cambria Math" panose="02040503050406030204" pitchFamily="18" charset="0"/>
                      </a:rPr>
                      <m:t>.</m:t>
                    </m:r>
                  </m:oMath>
                </a14:m>
                <a:r>
                  <a:rPr lang="en-US">
                    <a:solidFill>
                      <a:schemeClr val="bg1"/>
                    </a:solidFill>
                    <a:ea typeface="Cambria Math" panose="02040503050406030204" pitchFamily="18" charset="0"/>
                  </a:rPr>
                  <a:t> Where phasor </a:t>
                </a:r>
                <a14:m>
                  <m:oMath xmlns:m="http://schemas.openxmlformats.org/officeDocument/2006/math">
                    <m:acc>
                      <m:accPr>
                        <m:chr m:val="̃"/>
                        <m:ctrlPr>
                          <a:rPr lang="en-US" i="1">
                            <a:solidFill>
                              <a:schemeClr val="bg1"/>
                            </a:solidFill>
                            <a:latin typeface="Cambria Math" panose="02040503050406030204" pitchFamily="18" charset="0"/>
                            <a:ea typeface="Cambria Math" panose="02040503050406030204" pitchFamily="18" charset="0"/>
                          </a:rPr>
                        </m:ctrlPr>
                      </m:accPr>
                      <m:e>
                        <m:r>
                          <m:rPr>
                            <m:sty m:val="p"/>
                          </m:rPr>
                          <a:rPr lang="en-US" b="0" i="0">
                            <a:solidFill>
                              <a:schemeClr val="bg1"/>
                            </a:solidFill>
                            <a:latin typeface="Cambria Math" panose="02040503050406030204" pitchFamily="18" charset="0"/>
                            <a:ea typeface="Cambria Math" panose="02040503050406030204" pitchFamily="18" charset="0"/>
                          </a:rPr>
                          <m:t>V</m:t>
                        </m:r>
                      </m:e>
                    </m:acc>
                    <m:r>
                      <a:rPr lang="en-US">
                        <a:solidFill>
                          <a:schemeClr val="bg1"/>
                        </a:solidFill>
                        <a:latin typeface="Cambria Math" panose="02040503050406030204" pitchFamily="18" charset="0"/>
                      </a:rPr>
                      <m:t>= </m:t>
                    </m:r>
                    <m:sSup>
                      <m:sSupPr>
                        <m:ctrlPr>
                          <a:rPr lang="en-US" i="1">
                            <a:solidFill>
                              <a:schemeClr val="bg1"/>
                            </a:solidFill>
                            <a:latin typeface="Cambria Math" panose="02040503050406030204" pitchFamily="18" charset="0"/>
                          </a:rPr>
                        </m:ctrlPr>
                      </m:sSupPr>
                      <m:e>
                        <m:r>
                          <m:rPr>
                            <m:sty m:val="p"/>
                          </m:rPr>
                          <a:rPr lang="en-US">
                            <a:solidFill>
                              <a:schemeClr val="bg1"/>
                            </a:solidFill>
                            <a:latin typeface="Cambria Math" panose="02040503050406030204" pitchFamily="18" charset="0"/>
                          </a:rPr>
                          <m:t>re</m:t>
                        </m:r>
                      </m:e>
                      <m:sup>
                        <m:r>
                          <m:rPr>
                            <m:sty m:val="p"/>
                          </m:rPr>
                          <a:rPr lang="en-US">
                            <a:solidFill>
                              <a:schemeClr val="bg1"/>
                            </a:solidFill>
                            <a:latin typeface="Cambria Math" panose="02040503050406030204" pitchFamily="18" charset="0"/>
                          </a:rPr>
                          <m:t>j</m:t>
                        </m:r>
                        <m:r>
                          <a:rPr lang="en-US" i="1">
                            <a:solidFill>
                              <a:srgbClr val="000000"/>
                            </a:solidFill>
                            <a:latin typeface="Cambria Math" panose="02040503050406030204" pitchFamily="18" charset="0"/>
                            <a:ea typeface="Cambria Math" panose="02040503050406030204" pitchFamily="18" charset="0"/>
                          </a:rPr>
                          <m:t>∅</m:t>
                        </m:r>
                      </m:sup>
                    </m:sSup>
                  </m:oMath>
                </a14:m>
                <a:r>
                  <a:rPr lang="en-US">
                    <a:solidFill>
                      <a:schemeClr val="bg1"/>
                    </a:solidFill>
                    <a:ea typeface="Cambria Math" panose="02040503050406030204" pitchFamily="18" charset="0"/>
                  </a:rPr>
                  <a:t>.</a:t>
                </a:r>
              </a:p>
              <a:p>
                <a:pPr algn="ctr"/>
                <a:endParaRPr lang="en-US" dirty="0">
                  <a:solidFill>
                    <a:schemeClr val="bg1"/>
                  </a:solidFill>
                  <a:ea typeface="Cambria Math" panose="02040503050406030204" pitchFamily="18" charset="0"/>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352425" y="891491"/>
                <a:ext cx="11658600" cy="5460469"/>
              </a:xfrm>
              <a:prstGeom prst="rect">
                <a:avLst/>
              </a:prstGeom>
              <a:blipFill>
                <a:blip r:embed="rId2"/>
                <a:stretch>
                  <a:fillRect l="-156"/>
                </a:stretch>
              </a:blipFill>
            </p:spPr>
            <p:txBody>
              <a:bodyPr/>
              <a:lstStyle/>
              <a:p>
                <a:r>
                  <a:rPr lang="en-US">
                    <a:noFill/>
                  </a:rPr>
                  <a:t> </a:t>
                </a:r>
              </a:p>
            </p:txBody>
          </p:sp>
        </mc:Fallback>
      </mc:AlternateContent>
    </p:spTree>
    <p:extLst>
      <p:ext uri="{BB962C8B-B14F-4D97-AF65-F5344CB8AC3E}">
        <p14:creationId xmlns:p14="http://schemas.microsoft.com/office/powerpoint/2010/main" val="39639811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1902941" y="81790"/>
            <a:ext cx="7021383" cy="553998"/>
          </a:xfrm>
        </p:spPr>
        <p:txBody>
          <a:bodyPr/>
          <a:lstStyle/>
          <a:p>
            <a:pPr algn="ctr"/>
            <a:r>
              <a:rPr lang="en-US" sz="4000"/>
              <a:t>Phasor Examples</a:t>
            </a:r>
          </a:p>
        </p:txBody>
      </p:sp>
      <mc:AlternateContent xmlns:mc="http://schemas.openxmlformats.org/markup-compatibility/2006" xmlns:a14="http://schemas.microsoft.com/office/drawing/2010/main">
        <mc:Choice Requires="a14">
          <p:sp>
            <p:nvSpPr>
              <p:cNvPr id="7" name="Rectangle 6"/>
              <p:cNvSpPr/>
              <p:nvPr/>
            </p:nvSpPr>
            <p:spPr>
              <a:xfrm>
                <a:off x="284652" y="1099093"/>
                <a:ext cx="11655662" cy="462171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endParaRPr lang="en-US" dirty="0">
                  <a:latin typeface="Cambria Math" panose="02040503050406030204" pitchFamily="18" charset="0"/>
                  <a:ea typeface="Cambria Math" panose="02040503050406030204" pitchFamily="18" charset="0"/>
                </a:endParaRPr>
              </a:p>
              <a:p>
                <a:r>
                  <a:rPr lang="en-US" dirty="0">
                    <a:latin typeface="Cambria Math" panose="02040503050406030204" pitchFamily="18" charset="0"/>
                    <a:ea typeface="Cambria Math" panose="02040503050406030204" pitchFamily="18" charset="0"/>
                  </a:rPr>
                  <a:t>1. Find the phasor representations of the following time function:   v(t) = 12cos(</a:t>
                </a:r>
                <a:r>
                  <a:rPr lang="en-US" dirty="0" err="1">
                    <a:latin typeface="Cambria Math" panose="02040503050406030204" pitchFamily="18" charset="0"/>
                    <a:ea typeface="Cambria Math" panose="02040503050406030204" pitchFamily="18" charset="0"/>
                  </a:rPr>
                  <a:t>ωt</a:t>
                </a:r>
                <a:r>
                  <a:rPr lang="en-US" dirty="0">
                    <a:latin typeface="Cambria Math" panose="02040503050406030204" pitchFamily="18" charset="0"/>
                    <a:ea typeface="Cambria Math" panose="02040503050406030204" pitchFamily="18" charset="0"/>
                  </a:rPr>
                  <a:t> + π/4) V. </a:t>
                </a:r>
              </a:p>
              <a:p>
                <a:pPr lvl="0"/>
                <a:endParaRPr lang="en-US" dirty="0">
                  <a:latin typeface="Cambria Math" panose="02040503050406030204" pitchFamily="18" charset="0"/>
                  <a:ea typeface="Cambria Math" panose="02040503050406030204" pitchFamily="18" charset="0"/>
                </a:endParaRPr>
              </a:p>
              <a:p>
                <a:pPr lvl="0"/>
                <a:r>
                  <a:rPr lang="en-US" dirty="0">
                    <a:latin typeface="Cambria Math" panose="02040503050406030204" pitchFamily="18" charset="0"/>
                    <a:ea typeface="Cambria Math" panose="02040503050406030204" pitchFamily="18" charset="0"/>
                  </a:rPr>
                  <a:t> </a:t>
                </a:r>
                <a14:m>
                  <m:oMath xmlns:m="http://schemas.openxmlformats.org/officeDocument/2006/math">
                    <m:r>
                      <m:rPr>
                        <m:sty m:val="p"/>
                      </m:rPr>
                      <a:rPr lang="en-US">
                        <a:latin typeface="Cambria Math" panose="02040503050406030204" pitchFamily="18" charset="0"/>
                        <a:ea typeface="Cambria Math" panose="02040503050406030204" pitchFamily="18" charset="0"/>
                      </a:rPr>
                      <m:t>v</m:t>
                    </m:r>
                    <m:d>
                      <m:dPr>
                        <m:ctrlPr>
                          <a:rPr lang="en-US" i="1">
                            <a:latin typeface="Cambria Math" panose="02040503050406030204" pitchFamily="18" charset="0"/>
                            <a:ea typeface="Cambria Math" panose="02040503050406030204" pitchFamily="18" charset="0"/>
                          </a:rPr>
                        </m:ctrlPr>
                      </m:dPr>
                      <m:e>
                        <m:r>
                          <m:rPr>
                            <m:sty m:val="p"/>
                          </m:rPr>
                          <a:rPr lang="en-US">
                            <a:latin typeface="Cambria Math" panose="02040503050406030204" pitchFamily="18" charset="0"/>
                            <a:ea typeface="Cambria Math" panose="02040503050406030204" pitchFamily="18" charset="0"/>
                          </a:rPr>
                          <m:t>t</m:t>
                        </m:r>
                      </m:e>
                    </m:d>
                    <m:r>
                      <a:rPr lang="en-US">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ℛ</m:t>
                    </m:r>
                    <m:r>
                      <m:rPr>
                        <m:sty m:val="p"/>
                      </m:rPr>
                      <a:rPr lang="en-US">
                        <a:latin typeface="Cambria Math" panose="02040503050406030204" pitchFamily="18" charset="0"/>
                        <a:ea typeface="Cambria Math" panose="02040503050406030204" pitchFamily="18" charset="0"/>
                      </a:rPr>
                      <m:t>e</m:t>
                    </m:r>
                    <m:d>
                      <m:dPr>
                        <m:begChr m:val="{"/>
                        <m:endChr m:val="}"/>
                        <m:ctrlPr>
                          <a:rPr lang="en-US" i="1">
                            <a:latin typeface="Cambria Math" panose="02040503050406030204" pitchFamily="18" charset="0"/>
                            <a:ea typeface="Cambria Math" panose="02040503050406030204" pitchFamily="18" charset="0"/>
                          </a:rPr>
                        </m:ctrlPr>
                      </m:dPr>
                      <m:e>
                        <m:r>
                          <a:rPr lang="en-US" b="0" i="0" smtClean="0">
                            <a:latin typeface="Cambria Math" panose="02040503050406030204" pitchFamily="18" charset="0"/>
                            <a:ea typeface="Cambria Math" panose="02040503050406030204" pitchFamily="18" charset="0"/>
                          </a:rPr>
                          <m:t>12</m:t>
                        </m:r>
                        <m:sSup>
                          <m:sSupPr>
                            <m:ctrlPr>
                              <a:rPr lang="en-US" i="1">
                                <a:latin typeface="Cambria Math" panose="02040503050406030204" pitchFamily="18" charset="0"/>
                                <a:ea typeface="Cambria Math" panose="02040503050406030204" pitchFamily="18" charset="0"/>
                              </a:rPr>
                            </m:ctrlPr>
                          </m:sSupPr>
                          <m:e>
                            <m:r>
                              <m:rPr>
                                <m:sty m:val="p"/>
                              </m:rPr>
                              <a:rPr lang="en-US">
                                <a:latin typeface="Cambria Math" panose="02040503050406030204" pitchFamily="18" charset="0"/>
                                <a:ea typeface="Cambria Math" panose="02040503050406030204" pitchFamily="18" charset="0"/>
                              </a:rPr>
                              <m:t>e</m:t>
                            </m:r>
                          </m:e>
                          <m:sup>
                            <m:r>
                              <m:rPr>
                                <m:sty m:val="p"/>
                              </m:rPr>
                              <a:rPr lang="en-US">
                                <a:latin typeface="Cambria Math" panose="02040503050406030204" pitchFamily="18" charset="0"/>
                                <a:ea typeface="Cambria Math" panose="02040503050406030204" pitchFamily="18" charset="0"/>
                              </a:rPr>
                              <m:t>j</m:t>
                            </m:r>
                            <m:d>
                              <m:dPr>
                                <m:ctrlPr>
                                  <a:rPr lang="en-US" i="1">
                                    <a:latin typeface="Cambria Math" panose="02040503050406030204" pitchFamily="18" charset="0"/>
                                    <a:ea typeface="Cambria Math" panose="02040503050406030204" pitchFamily="18" charset="0"/>
                                  </a:rPr>
                                </m:ctrlPr>
                              </m:dPr>
                              <m:e>
                                <m:r>
                                  <m:rPr>
                                    <m:sty m:val="p"/>
                                  </m:rPr>
                                  <a:rPr lang="en-US">
                                    <a:latin typeface="Cambria Math" panose="02040503050406030204" pitchFamily="18" charset="0"/>
                                    <a:ea typeface="Cambria Math" panose="02040503050406030204" pitchFamily="18" charset="0"/>
                                  </a:rPr>
                                  <m:t>ωt</m:t>
                                </m:r>
                                <m:r>
                                  <a:rPr lang="en-US" b="0" i="1" smtClean="0">
                                    <a:latin typeface="Cambria Math" panose="02040503050406030204" pitchFamily="18" charset="0"/>
                                    <a:ea typeface="Cambria Math" panose="02040503050406030204" pitchFamily="18" charset="0"/>
                                  </a:rPr>
                                  <m:t>+</m:t>
                                </m:r>
                                <m:f>
                                  <m:fPr>
                                    <m:type m:val="lin"/>
                                    <m:ctrlPr>
                                      <a:rPr lang="en-US" i="1">
                                        <a:latin typeface="Cambria Math" panose="02040503050406030204" pitchFamily="18" charset="0"/>
                                        <a:ea typeface="Cambria Math" panose="02040503050406030204" pitchFamily="18" charset="0"/>
                                      </a:rPr>
                                    </m:ctrlPr>
                                  </m:fPr>
                                  <m:num>
                                    <m:r>
                                      <m:rPr>
                                        <m:sty m:val="p"/>
                                      </m:rPr>
                                      <a:rPr lang="en-US">
                                        <a:latin typeface="Cambria Math" panose="02040503050406030204" pitchFamily="18" charset="0"/>
                                        <a:ea typeface="Cambria Math" panose="02040503050406030204" pitchFamily="18" charset="0"/>
                                      </a:rPr>
                                      <m:t>π</m:t>
                                    </m:r>
                                  </m:num>
                                  <m:den>
                                    <m:r>
                                      <a:rPr lang="en-US" b="0" i="0" smtClean="0">
                                        <a:latin typeface="Cambria Math" panose="02040503050406030204" pitchFamily="18" charset="0"/>
                                        <a:ea typeface="Cambria Math" panose="02040503050406030204" pitchFamily="18" charset="0"/>
                                      </a:rPr>
                                      <m:t>4</m:t>
                                    </m:r>
                                  </m:den>
                                </m:f>
                              </m:e>
                            </m:d>
                          </m:sup>
                        </m:sSup>
                      </m:e>
                    </m:d>
                    <m:r>
                      <a:rPr lang="en-US">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ℛ</m:t>
                    </m:r>
                    <m:r>
                      <m:rPr>
                        <m:sty m:val="p"/>
                      </m:rPr>
                      <a:rPr lang="en-US">
                        <a:latin typeface="Cambria Math" panose="02040503050406030204" pitchFamily="18" charset="0"/>
                        <a:ea typeface="Cambria Math" panose="02040503050406030204" pitchFamily="18" charset="0"/>
                      </a:rPr>
                      <m:t>e</m:t>
                    </m:r>
                    <m:d>
                      <m:dPr>
                        <m:begChr m:val="{"/>
                        <m:endChr m:val="}"/>
                        <m:ctrlPr>
                          <a:rPr lang="en-US" i="1">
                            <a:latin typeface="Cambria Math" panose="02040503050406030204" pitchFamily="18" charset="0"/>
                            <a:ea typeface="Cambria Math" panose="02040503050406030204" pitchFamily="18" charset="0"/>
                          </a:rPr>
                        </m:ctrlPr>
                      </m:dPr>
                      <m:e>
                        <m:r>
                          <a:rPr lang="en-US" b="0" i="0" smtClean="0">
                            <a:latin typeface="Cambria Math" panose="02040503050406030204" pitchFamily="18" charset="0"/>
                            <a:ea typeface="Cambria Math" panose="02040503050406030204" pitchFamily="18" charset="0"/>
                          </a:rPr>
                          <m:t>12</m:t>
                        </m:r>
                        <m:sSup>
                          <m:sSupPr>
                            <m:ctrlPr>
                              <a:rPr lang="en-US" i="1">
                                <a:latin typeface="Cambria Math" panose="02040503050406030204" pitchFamily="18" charset="0"/>
                                <a:ea typeface="Cambria Math" panose="02040503050406030204" pitchFamily="18" charset="0"/>
                              </a:rPr>
                            </m:ctrlPr>
                          </m:sSupPr>
                          <m:e>
                            <m:r>
                              <m:rPr>
                                <m:sty m:val="p"/>
                              </m:rPr>
                              <a:rPr lang="en-US">
                                <a:latin typeface="Cambria Math" panose="02040503050406030204" pitchFamily="18" charset="0"/>
                                <a:ea typeface="Cambria Math" panose="02040503050406030204" pitchFamily="18" charset="0"/>
                              </a:rPr>
                              <m:t>e</m:t>
                            </m:r>
                          </m:e>
                          <m:sup>
                            <m:r>
                              <m:rPr>
                                <m:sty m:val="p"/>
                              </m:rPr>
                              <a:rPr lang="en-US">
                                <a:latin typeface="Cambria Math" panose="02040503050406030204" pitchFamily="18" charset="0"/>
                                <a:ea typeface="Cambria Math" panose="02040503050406030204" pitchFamily="18" charset="0"/>
                              </a:rPr>
                              <m:t>j</m:t>
                            </m:r>
                            <m:f>
                              <m:fPr>
                                <m:type m:val="lin"/>
                                <m:ctrlPr>
                                  <a:rPr lang="en-US" i="1">
                                    <a:latin typeface="Cambria Math" panose="02040503050406030204" pitchFamily="18" charset="0"/>
                                    <a:ea typeface="Cambria Math" panose="02040503050406030204" pitchFamily="18" charset="0"/>
                                  </a:rPr>
                                </m:ctrlPr>
                              </m:fPr>
                              <m:num>
                                <m:r>
                                  <m:rPr>
                                    <m:sty m:val="p"/>
                                  </m:rPr>
                                  <a:rPr lang="en-US">
                                    <a:latin typeface="Cambria Math" panose="02040503050406030204" pitchFamily="18" charset="0"/>
                                    <a:ea typeface="Cambria Math" panose="02040503050406030204" pitchFamily="18" charset="0"/>
                                  </a:rPr>
                                  <m:t>π</m:t>
                                </m:r>
                              </m:num>
                              <m:den>
                                <m:r>
                                  <a:rPr lang="en-US" b="0" i="0" smtClean="0">
                                    <a:latin typeface="Cambria Math" panose="02040503050406030204" pitchFamily="18" charset="0"/>
                                    <a:ea typeface="Cambria Math" panose="02040503050406030204" pitchFamily="18" charset="0"/>
                                  </a:rPr>
                                  <m:t>4</m:t>
                                </m:r>
                              </m:den>
                            </m:f>
                          </m:sup>
                        </m:sSup>
                        <m:sSup>
                          <m:sSupPr>
                            <m:ctrlPr>
                              <a:rPr lang="en-US" i="1">
                                <a:latin typeface="Cambria Math" panose="02040503050406030204" pitchFamily="18" charset="0"/>
                                <a:ea typeface="Cambria Math" panose="02040503050406030204" pitchFamily="18" charset="0"/>
                              </a:rPr>
                            </m:ctrlPr>
                          </m:sSupPr>
                          <m:e>
                            <m:r>
                              <m:rPr>
                                <m:sty m:val="p"/>
                              </m:rPr>
                              <a:rPr lang="en-US">
                                <a:latin typeface="Cambria Math" panose="02040503050406030204" pitchFamily="18" charset="0"/>
                                <a:ea typeface="Cambria Math" panose="02040503050406030204" pitchFamily="18" charset="0"/>
                              </a:rPr>
                              <m:t>e</m:t>
                            </m:r>
                          </m:e>
                          <m:sup>
                            <m:r>
                              <m:rPr>
                                <m:sty m:val="p"/>
                              </m:rPr>
                              <a:rPr lang="en-US">
                                <a:latin typeface="Cambria Math" panose="02040503050406030204" pitchFamily="18" charset="0"/>
                                <a:ea typeface="Cambria Math" panose="02040503050406030204" pitchFamily="18" charset="0"/>
                              </a:rPr>
                              <m:t>jωt</m:t>
                            </m:r>
                          </m:sup>
                        </m:sSup>
                      </m:e>
                    </m:d>
                    <m:r>
                      <a:rPr lang="en-US">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ℛ</m:t>
                    </m:r>
                    <m:r>
                      <m:rPr>
                        <m:sty m:val="p"/>
                      </m:rPr>
                      <a:rPr lang="en-US">
                        <a:latin typeface="Cambria Math" panose="02040503050406030204" pitchFamily="18" charset="0"/>
                        <a:ea typeface="Cambria Math" panose="02040503050406030204" pitchFamily="18" charset="0"/>
                      </a:rPr>
                      <m:t>e</m:t>
                    </m:r>
                    <m:d>
                      <m:dPr>
                        <m:begChr m:val="{"/>
                        <m:endChr m:val="}"/>
                        <m:ctrlPr>
                          <a:rPr lang="en-US" i="1">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acc>
                              <m:accPr>
                                <m:chr m:val="̃"/>
                                <m:ctrlPr>
                                  <a:rPr lang="en-US" i="1">
                                    <a:latin typeface="Cambria Math" panose="02040503050406030204" pitchFamily="18" charset="0"/>
                                    <a:ea typeface="Cambria Math" panose="02040503050406030204" pitchFamily="18" charset="0"/>
                                  </a:rPr>
                                </m:ctrlPr>
                              </m:accPr>
                              <m:e>
                                <m:r>
                                  <m:rPr>
                                    <m:sty m:val="p"/>
                                  </m:rPr>
                                  <a:rPr lang="en-US">
                                    <a:latin typeface="Cambria Math" panose="02040503050406030204" pitchFamily="18" charset="0"/>
                                    <a:ea typeface="Cambria Math" panose="02040503050406030204" pitchFamily="18" charset="0"/>
                                  </a:rPr>
                                  <m:t>V</m:t>
                                </m:r>
                              </m:e>
                            </m:acc>
                            <m:r>
                              <m:rPr>
                                <m:sty m:val="p"/>
                              </m:rPr>
                              <a:rPr lang="en-US">
                                <a:latin typeface="Cambria Math" panose="02040503050406030204" pitchFamily="18" charset="0"/>
                                <a:ea typeface="Cambria Math" panose="02040503050406030204" pitchFamily="18" charset="0"/>
                              </a:rPr>
                              <m:t>e</m:t>
                            </m:r>
                          </m:e>
                          <m:sup>
                            <m:r>
                              <m:rPr>
                                <m:sty m:val="p"/>
                              </m:rPr>
                              <a:rPr lang="en-US">
                                <a:latin typeface="Cambria Math" panose="02040503050406030204" pitchFamily="18" charset="0"/>
                                <a:ea typeface="Cambria Math" panose="02040503050406030204" pitchFamily="18" charset="0"/>
                              </a:rPr>
                              <m:t>jωt</m:t>
                            </m:r>
                          </m:sup>
                        </m:sSup>
                      </m:e>
                    </m:d>
                    <m:r>
                      <a:rPr lang="en-US">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      </m:t>
                    </m:r>
                    <m:acc>
                      <m:accPr>
                        <m:chr m:val="̃"/>
                        <m:ctrlPr>
                          <a:rPr lang="en-US" i="1">
                            <a:latin typeface="Cambria Math" panose="02040503050406030204" pitchFamily="18" charset="0"/>
                            <a:ea typeface="Cambria Math" panose="02040503050406030204" pitchFamily="18" charset="0"/>
                          </a:rPr>
                        </m:ctrlPr>
                      </m:accPr>
                      <m:e>
                        <m:r>
                          <m:rPr>
                            <m:sty m:val="p"/>
                          </m:rPr>
                          <a:rPr lang="en-US" b="0" i="0">
                            <a:latin typeface="Cambria Math" panose="02040503050406030204" pitchFamily="18" charset="0"/>
                            <a:ea typeface="Cambria Math" panose="02040503050406030204" pitchFamily="18" charset="0"/>
                          </a:rPr>
                          <m:t>V</m:t>
                        </m:r>
                      </m:e>
                    </m:acc>
                    <m:r>
                      <a:rPr lang="en-US" b="1">
                        <a:latin typeface="Cambria Math" panose="02040503050406030204" pitchFamily="18" charset="0"/>
                        <a:ea typeface="Cambria Math" panose="02040503050406030204" pitchFamily="18" charset="0"/>
                      </a:rPr>
                      <m:t>=</m:t>
                    </m:r>
                    <m:r>
                      <a:rPr lang="en-US" b="0" i="0" smtClean="0">
                        <a:latin typeface="Cambria Math" panose="02040503050406030204" pitchFamily="18" charset="0"/>
                        <a:ea typeface="Cambria Math" panose="02040503050406030204" pitchFamily="18" charset="0"/>
                      </a:rPr>
                      <m:t>12</m:t>
                    </m:r>
                    <m:sSup>
                      <m:sSupPr>
                        <m:ctrlPr>
                          <a:rPr lang="en-US" i="1">
                            <a:latin typeface="Cambria Math" panose="02040503050406030204" pitchFamily="18" charset="0"/>
                            <a:ea typeface="Cambria Math" panose="02040503050406030204" pitchFamily="18" charset="0"/>
                          </a:rPr>
                        </m:ctrlPr>
                      </m:sSupPr>
                      <m:e>
                        <m:r>
                          <m:rPr>
                            <m:sty m:val="p"/>
                          </m:rPr>
                          <a:rPr lang="en-US" b="0" i="0">
                            <a:latin typeface="Cambria Math" panose="02040503050406030204" pitchFamily="18" charset="0"/>
                            <a:ea typeface="Cambria Math" panose="02040503050406030204" pitchFamily="18" charset="0"/>
                          </a:rPr>
                          <m:t>e</m:t>
                        </m:r>
                      </m:e>
                      <m:sup>
                        <m:r>
                          <m:rPr>
                            <m:sty m:val="p"/>
                          </m:rPr>
                          <a:rPr lang="en-US" b="0" i="0">
                            <a:latin typeface="Cambria Math" panose="02040503050406030204" pitchFamily="18" charset="0"/>
                            <a:ea typeface="Cambria Math" panose="02040503050406030204" pitchFamily="18" charset="0"/>
                          </a:rPr>
                          <m:t>j</m:t>
                        </m:r>
                        <m:f>
                          <m:fPr>
                            <m:type m:val="lin"/>
                            <m:ctrlPr>
                              <a:rPr lang="en-US" i="1">
                                <a:latin typeface="Cambria Math" panose="02040503050406030204" pitchFamily="18" charset="0"/>
                                <a:ea typeface="Cambria Math" panose="02040503050406030204" pitchFamily="18" charset="0"/>
                              </a:rPr>
                            </m:ctrlPr>
                          </m:fPr>
                          <m:num>
                            <m:r>
                              <m:rPr>
                                <m:sty m:val="p"/>
                              </m:rPr>
                              <a:rPr lang="en-US" b="0" i="0">
                                <a:latin typeface="Cambria Math" panose="02040503050406030204" pitchFamily="18" charset="0"/>
                                <a:ea typeface="Cambria Math" panose="02040503050406030204" pitchFamily="18" charset="0"/>
                              </a:rPr>
                              <m:t>π</m:t>
                            </m:r>
                          </m:num>
                          <m:den>
                            <m:r>
                              <a:rPr lang="en-US" b="0" i="0" smtClean="0">
                                <a:latin typeface="Cambria Math" panose="02040503050406030204" pitchFamily="18" charset="0"/>
                                <a:ea typeface="Cambria Math" panose="02040503050406030204" pitchFamily="18" charset="0"/>
                              </a:rPr>
                              <m:t>4</m:t>
                            </m:r>
                          </m:den>
                        </m:f>
                      </m:sup>
                    </m:sSup>
                    <m:r>
                      <a:rPr lang="en-US" b="1">
                        <a:latin typeface="Cambria Math" panose="02040503050406030204" pitchFamily="18" charset="0"/>
                        <a:ea typeface="Cambria Math" panose="02040503050406030204" pitchFamily="18" charset="0"/>
                      </a:rPr>
                      <m:t>.</m:t>
                    </m:r>
                    <m:r>
                      <a:rPr lang="en-US">
                        <a:latin typeface="Cambria Math" panose="02040503050406030204" pitchFamily="18" charset="0"/>
                        <a:ea typeface="Cambria Math" panose="02040503050406030204" pitchFamily="18" charset="0"/>
                      </a:rPr>
                      <m:t>  </m:t>
                    </m:r>
                  </m:oMath>
                </a14:m>
                <a:endParaRPr lang="en-US" dirty="0">
                  <a:latin typeface="Cambria Math" panose="02040503050406030204" pitchFamily="18" charset="0"/>
                  <a:ea typeface="Cambria Math" panose="02040503050406030204" pitchFamily="18" charset="0"/>
                </a:endParaRPr>
              </a:p>
              <a:p>
                <a:pPr lvl="0"/>
                <a:endParaRPr lang="en-US" dirty="0">
                  <a:latin typeface="Cambria Math" panose="02040503050406030204" pitchFamily="18" charset="0"/>
                  <a:ea typeface="Cambria Math" panose="02040503050406030204" pitchFamily="18" charset="0"/>
                </a:endParaRPr>
              </a:p>
              <a:p>
                <a:r>
                  <a:rPr lang="en-US" dirty="0">
                    <a:latin typeface="Cambria Math" panose="02040503050406030204" pitchFamily="18" charset="0"/>
                    <a:ea typeface="Cambria Math" panose="02040503050406030204" pitchFamily="18" charset="0"/>
                  </a:rPr>
                  <a:t>2. Find the phasor representations of the following time function:    v(t) = 12sin(</a:t>
                </a:r>
                <a:r>
                  <a:rPr lang="en-US" dirty="0" err="1">
                    <a:latin typeface="Cambria Math" panose="02040503050406030204" pitchFamily="18" charset="0"/>
                    <a:ea typeface="Cambria Math" panose="02040503050406030204" pitchFamily="18" charset="0"/>
                  </a:rPr>
                  <a:t>ωt</a:t>
                </a:r>
                <a:r>
                  <a:rPr lang="en-US" dirty="0">
                    <a:latin typeface="Cambria Math" panose="02040503050406030204" pitchFamily="18" charset="0"/>
                    <a:ea typeface="Cambria Math" panose="02040503050406030204" pitchFamily="18" charset="0"/>
                  </a:rPr>
                  <a:t>) V. </a:t>
                </a:r>
              </a:p>
              <a:p>
                <a:pPr lvl="0"/>
                <a:r>
                  <a:rPr lang="en-US" dirty="0">
                    <a:latin typeface="Cambria Math" panose="02040503050406030204" pitchFamily="18" charset="0"/>
                    <a:ea typeface="Cambria Math" panose="02040503050406030204" pitchFamily="18" charset="0"/>
                  </a:rPr>
                  <a:t> </a:t>
                </a:r>
              </a:p>
              <a:p>
                <a:pPr algn="ctr"/>
                <a:r>
                  <a:rPr lang="en-US" dirty="0">
                    <a:ea typeface="Cambria Math" panose="02040503050406030204" pitchFamily="18" charset="0"/>
                  </a:rPr>
                  <a:t>Need cosine reference. </a:t>
                </a:r>
                <a14:m>
                  <m:oMath xmlns:m="http://schemas.openxmlformats.org/officeDocument/2006/math">
                    <m:r>
                      <m:rPr>
                        <m:sty m:val="p"/>
                      </m:rPr>
                      <a:rPr lang="en-US">
                        <a:latin typeface="Cambria Math" panose="02040503050406030204" pitchFamily="18" charset="0"/>
                        <a:ea typeface="Cambria Math" panose="02040503050406030204" pitchFamily="18" charset="0"/>
                      </a:rPr>
                      <m:t>sin</m:t>
                    </m:r>
                    <m:d>
                      <m:dPr>
                        <m:ctrlPr>
                          <a:rPr lang="en-US" i="1">
                            <a:latin typeface="Cambria Math" panose="02040503050406030204" pitchFamily="18" charset="0"/>
                            <a:ea typeface="Cambria Math" panose="02040503050406030204" pitchFamily="18" charset="0"/>
                          </a:rPr>
                        </m:ctrlPr>
                      </m:dPr>
                      <m:e>
                        <m:r>
                          <m:rPr>
                            <m:sty m:val="p"/>
                          </m:rPr>
                          <a:rPr lang="en-US">
                            <a:latin typeface="Cambria Math" panose="02040503050406030204" pitchFamily="18" charset="0"/>
                            <a:ea typeface="Cambria Math" panose="02040503050406030204" pitchFamily="18" charset="0"/>
                          </a:rPr>
                          <m:t>x</m:t>
                        </m:r>
                      </m:e>
                    </m:d>
                    <m:r>
                      <a:rPr lang="en-US">
                        <a:latin typeface="Cambria Math" panose="02040503050406030204" pitchFamily="18" charset="0"/>
                        <a:ea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cos</m:t>
                    </m:r>
                    <m:d>
                      <m:dPr>
                        <m:ctrlPr>
                          <a:rPr lang="en-US" i="1">
                            <a:latin typeface="Cambria Math" panose="02040503050406030204" pitchFamily="18" charset="0"/>
                            <a:ea typeface="Cambria Math" panose="02040503050406030204" pitchFamily="18" charset="0"/>
                          </a:rPr>
                        </m:ctrlPr>
                      </m:dPr>
                      <m:e>
                        <m:f>
                          <m:fPr>
                            <m:type m:val="lin"/>
                            <m:ctrlPr>
                              <a:rPr lang="en-US" i="1">
                                <a:latin typeface="Cambria Math" panose="02040503050406030204" pitchFamily="18" charset="0"/>
                                <a:ea typeface="Cambria Math" panose="02040503050406030204" pitchFamily="18" charset="0"/>
                              </a:rPr>
                            </m:ctrlPr>
                          </m:fPr>
                          <m:num>
                            <m:r>
                              <m:rPr>
                                <m:sty m:val="p"/>
                              </m:rPr>
                              <a:rPr lang="en-US">
                                <a:latin typeface="Cambria Math" panose="02040503050406030204" pitchFamily="18" charset="0"/>
                                <a:ea typeface="Cambria Math" panose="02040503050406030204" pitchFamily="18" charset="0"/>
                              </a:rPr>
                              <m:t>π</m:t>
                            </m:r>
                          </m:num>
                          <m:den>
                            <m:r>
                              <a:rPr lang="en-US">
                                <a:latin typeface="Cambria Math" panose="02040503050406030204" pitchFamily="18" charset="0"/>
                                <a:ea typeface="Cambria Math" panose="02040503050406030204" pitchFamily="18" charset="0"/>
                              </a:rPr>
                              <m:t>2</m:t>
                            </m:r>
                          </m:den>
                        </m:f>
                        <m:r>
                          <a:rPr lang="en-US" i="1">
                            <a:latin typeface="Cambria Math" panose="02040503050406030204" pitchFamily="18" charset="0"/>
                            <a:ea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x</m:t>
                        </m:r>
                      </m:e>
                    </m:d>
                    <m:r>
                      <a:rPr lang="en-US">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Also</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cos</m:t>
                        </m:r>
                      </m:fName>
                      <m:e>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x</m:t>
                            </m:r>
                          </m:e>
                        </m:d>
                      </m:e>
                    </m:func>
                    <m:r>
                      <a:rPr lang="en-US">
                        <a:latin typeface="Cambria Math" panose="02040503050406030204" pitchFamily="18" charset="0"/>
                        <a:ea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cos</m:t>
                    </m:r>
                    <m:d>
                      <m:dPr>
                        <m:ctrlPr>
                          <a:rPr lang="en-US" i="1">
                            <a:latin typeface="Cambria Math" panose="02040503050406030204" pitchFamily="18" charset="0"/>
                            <a:ea typeface="Cambria Math" panose="02040503050406030204" pitchFamily="18" charset="0"/>
                          </a:rPr>
                        </m:ctrlPr>
                      </m:dPr>
                      <m:e>
                        <m:r>
                          <m:rPr>
                            <m:sty m:val="p"/>
                          </m:rPr>
                          <a:rPr lang="en-US">
                            <a:latin typeface="Cambria Math" panose="02040503050406030204" pitchFamily="18" charset="0"/>
                            <a:ea typeface="Cambria Math" panose="02040503050406030204" pitchFamily="18" charset="0"/>
                          </a:rPr>
                          <m:t>x</m:t>
                        </m:r>
                      </m:e>
                    </m:d>
                    <m:r>
                      <a:rPr lang="en-US" b="0" i="0" smtClean="0">
                        <a:latin typeface="Cambria Math" panose="02040503050406030204" pitchFamily="18" charset="0"/>
                        <a:ea typeface="Cambria Math" panose="02040503050406030204" pitchFamily="18" charset="0"/>
                      </a:rPr>
                      <m:t>. </m:t>
                    </m:r>
                  </m:oMath>
                </a14:m>
                <a:endParaRPr lang="en-US" b="0" i="0" dirty="0">
                  <a:latin typeface="Cambria Math" panose="02040503050406030204" pitchFamily="18" charset="0"/>
                  <a:ea typeface="Cambria Math" panose="02040503050406030204" pitchFamily="18" charset="0"/>
                </a:endParaRPr>
              </a:p>
              <a:p>
                <a:pPr algn="ctr"/>
                <a:endParaRPr lang="en-US" b="0" i="0"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ea typeface="Cambria Math" panose="02040503050406030204" pitchFamily="18" charset="0"/>
                        </a:rPr>
                        <m:t>So</m:t>
                      </m:r>
                      <m:r>
                        <a:rPr lang="en-US" b="0" i="0" smtClean="0">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sin</m:t>
                      </m:r>
                      <m:d>
                        <m:dPr>
                          <m:ctrlPr>
                            <a:rPr lang="en-US" i="1">
                              <a:latin typeface="Cambria Math" panose="02040503050406030204" pitchFamily="18" charset="0"/>
                              <a:ea typeface="Cambria Math" panose="02040503050406030204" pitchFamily="18" charset="0"/>
                            </a:rPr>
                          </m:ctrlPr>
                        </m:dPr>
                        <m:e>
                          <m:r>
                            <m:rPr>
                              <m:sty m:val="p"/>
                            </m:rPr>
                            <a:rPr lang="en-US">
                              <a:latin typeface="Cambria Math" panose="02040503050406030204" pitchFamily="18" charset="0"/>
                              <a:ea typeface="Cambria Math" panose="02040503050406030204" pitchFamily="18" charset="0"/>
                            </a:rPr>
                            <m:t>x</m:t>
                          </m:r>
                        </m:e>
                      </m:d>
                      <m:r>
                        <a:rPr lang="en-US">
                          <a:latin typeface="Cambria Math" panose="02040503050406030204" pitchFamily="18" charset="0"/>
                          <a:ea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cos</m:t>
                      </m:r>
                      <m:d>
                        <m:dPr>
                          <m:ctrlPr>
                            <a:rPr lang="en-US" i="1">
                              <a:latin typeface="Cambria Math" panose="02040503050406030204" pitchFamily="18" charset="0"/>
                              <a:ea typeface="Cambria Math" panose="02040503050406030204" pitchFamily="18" charset="0"/>
                            </a:rPr>
                          </m:ctrlPr>
                        </m:dPr>
                        <m:e>
                          <m:f>
                            <m:fPr>
                              <m:type m:val="lin"/>
                              <m:ctrlPr>
                                <a:rPr lang="en-US" i="1">
                                  <a:latin typeface="Cambria Math" panose="02040503050406030204" pitchFamily="18" charset="0"/>
                                  <a:ea typeface="Cambria Math" panose="02040503050406030204" pitchFamily="18" charset="0"/>
                                </a:rPr>
                              </m:ctrlPr>
                            </m:fPr>
                            <m:num>
                              <m:r>
                                <m:rPr>
                                  <m:sty m:val="p"/>
                                </m:rPr>
                                <a:rPr lang="en-US">
                                  <a:latin typeface="Cambria Math" panose="02040503050406030204" pitchFamily="18" charset="0"/>
                                  <a:ea typeface="Cambria Math" panose="02040503050406030204" pitchFamily="18" charset="0"/>
                                </a:rPr>
                                <m:t>π</m:t>
                              </m:r>
                            </m:num>
                            <m:den>
                              <m:r>
                                <a:rPr lang="en-US">
                                  <a:latin typeface="Cambria Math" panose="02040503050406030204" pitchFamily="18" charset="0"/>
                                  <a:ea typeface="Cambria Math" panose="02040503050406030204" pitchFamily="18" charset="0"/>
                                </a:rPr>
                                <m:t>2</m:t>
                              </m:r>
                            </m:den>
                          </m:f>
                          <m:r>
                            <a:rPr lang="en-US" i="1">
                              <a:latin typeface="Cambria Math" panose="02040503050406030204" pitchFamily="18" charset="0"/>
                              <a:ea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x</m:t>
                          </m:r>
                        </m:e>
                      </m:d>
                      <m:r>
                        <a:rPr lang="en-US" b="0" i="0" smtClean="0">
                          <a:latin typeface="Cambria Math" panose="02040503050406030204" pitchFamily="18" charset="0"/>
                          <a:ea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cos</m:t>
                      </m:r>
                      <m:d>
                        <m:dPr>
                          <m:ctrlPr>
                            <a:rPr lang="en-US" i="1">
                              <a:latin typeface="Cambria Math" panose="02040503050406030204" pitchFamily="18" charset="0"/>
                              <a:ea typeface="Cambria Math" panose="02040503050406030204" pitchFamily="18" charset="0"/>
                            </a:rPr>
                          </m:ctrlPr>
                        </m:dPr>
                        <m:e>
                          <m:f>
                            <m:fPr>
                              <m:type m:val="lin"/>
                              <m:ctrlPr>
                                <a:rPr lang="en-US" i="1">
                                  <a:latin typeface="Cambria Math" panose="02040503050406030204" pitchFamily="18" charset="0"/>
                                  <a:ea typeface="Cambria Math" panose="02040503050406030204" pitchFamily="18" charset="0"/>
                                </a:rPr>
                              </m:ctrlPr>
                            </m:fPr>
                            <m:num>
                              <m:r>
                                <m:rPr>
                                  <m:sty m:val="p"/>
                                </m:rPr>
                                <a:rPr lang="en-US" b="0" i="0" smtClean="0">
                                  <a:latin typeface="Cambria Math" panose="02040503050406030204" pitchFamily="18" charset="0"/>
                                  <a:ea typeface="Cambria Math" panose="02040503050406030204" pitchFamily="18" charset="0"/>
                                </a:rPr>
                                <m:t>x</m:t>
                              </m:r>
                              <m:r>
                                <a:rPr lang="en-US" b="0" i="0" smtClean="0">
                                  <a:latin typeface="Cambria Math" panose="02040503050406030204" pitchFamily="18" charset="0"/>
                                  <a:ea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π</m:t>
                              </m:r>
                            </m:num>
                            <m:den>
                              <m:r>
                                <a:rPr lang="en-US">
                                  <a:latin typeface="Cambria Math" panose="02040503050406030204" pitchFamily="18" charset="0"/>
                                  <a:ea typeface="Cambria Math" panose="02040503050406030204" pitchFamily="18" charset="0"/>
                                </a:rPr>
                                <m:t>2</m:t>
                              </m:r>
                            </m:den>
                          </m:f>
                        </m:e>
                      </m:d>
                      <m:r>
                        <a:rPr lang="en-US" b="0" i="1" smtClean="0">
                          <a:latin typeface="Cambria Math" panose="02040503050406030204" pitchFamily="18" charset="0"/>
                          <a:ea typeface="Cambria Math" panose="02040503050406030204" pitchFamily="18" charset="0"/>
                        </a:rPr>
                        <m:t>.</m:t>
                      </m:r>
                    </m:oMath>
                  </m:oMathPara>
                </a14:m>
                <a:endParaRPr lang="en-US" dirty="0">
                  <a:latin typeface="Cambria Math" panose="02040503050406030204" pitchFamily="18" charset="0"/>
                  <a:ea typeface="Cambria Math" panose="02040503050406030204" pitchFamily="18" charset="0"/>
                </a:endParaRPr>
              </a:p>
              <a:p>
                <a:pPr algn="ctr"/>
                <a:endParaRPr lang="en-US"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m:rPr>
                          <m:sty m:val="p"/>
                        </m:rPr>
                        <a:rPr lang="en-US">
                          <a:latin typeface="Cambria Math" panose="02040503050406030204" pitchFamily="18" charset="0"/>
                          <a:ea typeface="Cambria Math" panose="02040503050406030204" pitchFamily="18" charset="0"/>
                        </a:rPr>
                        <m:t>sin</m:t>
                      </m:r>
                      <m:d>
                        <m:dPr>
                          <m:ctrlPr>
                            <a:rPr lang="en-US" i="1">
                              <a:latin typeface="Cambria Math" panose="02040503050406030204" pitchFamily="18" charset="0"/>
                              <a:ea typeface="Cambria Math" panose="02040503050406030204" pitchFamily="18" charset="0"/>
                            </a:rPr>
                          </m:ctrlPr>
                        </m:dPr>
                        <m:e>
                          <m:r>
                            <m:rPr>
                              <m:sty m:val="p"/>
                            </m:rPr>
                            <a:rPr lang="en-US">
                              <a:latin typeface="Cambria Math" panose="02040503050406030204" pitchFamily="18" charset="0"/>
                              <a:ea typeface="Cambria Math" panose="02040503050406030204" pitchFamily="18" charset="0"/>
                            </a:rPr>
                            <m:t>ωt</m:t>
                          </m:r>
                        </m:e>
                      </m:d>
                      <m:r>
                        <a:rPr lang="en-US">
                          <a:latin typeface="Cambria Math" panose="02040503050406030204" pitchFamily="18" charset="0"/>
                          <a:ea typeface="Cambria Math" panose="02040503050406030204" pitchFamily="18" charset="0"/>
                        </a:rPr>
                        <m:t>=</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cos</m:t>
                          </m:r>
                        </m:fName>
                        <m:e>
                          <m:d>
                            <m:dPr>
                              <m:ctrlPr>
                                <a:rPr lang="en-US" i="1" smtClean="0">
                                  <a:latin typeface="Cambria Math" panose="02040503050406030204" pitchFamily="18" charset="0"/>
                                  <a:ea typeface="Cambria Math" panose="02040503050406030204" pitchFamily="18" charset="0"/>
                                </a:rPr>
                              </m:ctrlPr>
                            </m:dPr>
                            <m:e>
                              <m:r>
                                <m:rPr>
                                  <m:sty m:val="p"/>
                                </m:rPr>
                                <a:rPr lang="en-US">
                                  <a:latin typeface="Cambria Math" panose="02040503050406030204" pitchFamily="18" charset="0"/>
                                  <a:ea typeface="Cambria Math" panose="02040503050406030204" pitchFamily="18" charset="0"/>
                                </a:rPr>
                                <m:t>ωt</m:t>
                              </m:r>
                              <m:r>
                                <a:rPr lang="en-US" b="0" i="1" smtClean="0">
                                  <a:latin typeface="Cambria Math" panose="02040503050406030204" pitchFamily="18" charset="0"/>
                                  <a:ea typeface="Cambria Math" panose="02040503050406030204" pitchFamily="18" charset="0"/>
                                </a:rPr>
                                <m:t>−</m:t>
                              </m:r>
                              <m:f>
                                <m:fPr>
                                  <m:type m:val="lin"/>
                                  <m:ctrlPr>
                                    <a:rPr lang="en-US" i="1">
                                      <a:latin typeface="Cambria Math" panose="02040503050406030204" pitchFamily="18" charset="0"/>
                                      <a:ea typeface="Cambria Math" panose="02040503050406030204" pitchFamily="18" charset="0"/>
                                    </a:rPr>
                                  </m:ctrlPr>
                                </m:fPr>
                                <m:num>
                                  <m:r>
                                    <m:rPr>
                                      <m:sty m:val="p"/>
                                    </m:rPr>
                                    <a:rPr lang="en-US">
                                      <a:latin typeface="Cambria Math" panose="02040503050406030204" pitchFamily="18" charset="0"/>
                                      <a:ea typeface="Cambria Math" panose="02040503050406030204" pitchFamily="18" charset="0"/>
                                    </a:rPr>
                                    <m:t>π</m:t>
                                  </m:r>
                                </m:num>
                                <m:den>
                                  <m:r>
                                    <a:rPr lang="en-US">
                                      <a:latin typeface="Cambria Math" panose="02040503050406030204" pitchFamily="18" charset="0"/>
                                      <a:ea typeface="Cambria Math" panose="02040503050406030204" pitchFamily="18" charset="0"/>
                                    </a:rPr>
                                    <m:t>2</m:t>
                                  </m:r>
                                </m:den>
                              </m:f>
                            </m:e>
                          </m:d>
                        </m:e>
                      </m:func>
                      <m:r>
                        <a:rPr lang="en-US" b="0" i="1" smtClean="0">
                          <a:latin typeface="Cambria Math" panose="02040503050406030204" pitchFamily="18" charset="0"/>
                          <a:ea typeface="Cambria Math" panose="02040503050406030204" pitchFamily="18" charset="0"/>
                        </a:rPr>
                        <m:t>.</m:t>
                      </m:r>
                    </m:oMath>
                  </m:oMathPara>
                </a14:m>
                <a:endParaRPr lang="en-US" dirty="0">
                  <a:latin typeface="Cambria Math" panose="02040503050406030204" pitchFamily="18" charset="0"/>
                  <a:ea typeface="Cambria Math" panose="02040503050406030204" pitchFamily="18" charset="0"/>
                </a:endParaRPr>
              </a:p>
              <a:p>
                <a:endParaRPr lang="en-US"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m:rPr>
                          <m:sty m:val="p"/>
                        </m:rPr>
                        <a:rPr lang="en-US">
                          <a:latin typeface="Cambria Math" panose="02040503050406030204" pitchFamily="18" charset="0"/>
                          <a:ea typeface="Cambria Math" panose="02040503050406030204" pitchFamily="18" charset="0"/>
                        </a:rPr>
                        <m:t>v</m:t>
                      </m:r>
                      <m:d>
                        <m:dPr>
                          <m:ctrlPr>
                            <a:rPr lang="en-US" i="1">
                              <a:latin typeface="Cambria Math" panose="02040503050406030204" pitchFamily="18" charset="0"/>
                              <a:ea typeface="Cambria Math" panose="02040503050406030204" pitchFamily="18" charset="0"/>
                            </a:rPr>
                          </m:ctrlPr>
                        </m:dPr>
                        <m:e>
                          <m:r>
                            <m:rPr>
                              <m:sty m:val="p"/>
                            </m:rPr>
                            <a:rPr lang="en-US">
                              <a:latin typeface="Cambria Math" panose="02040503050406030204" pitchFamily="18" charset="0"/>
                              <a:ea typeface="Cambria Math" panose="02040503050406030204" pitchFamily="18" charset="0"/>
                            </a:rPr>
                            <m:t>t</m:t>
                          </m:r>
                        </m:e>
                      </m:d>
                      <m:r>
                        <a:rPr lang="en-US">
                          <a:latin typeface="Cambria Math" panose="02040503050406030204" pitchFamily="18" charset="0"/>
                          <a:ea typeface="Cambria Math" panose="02040503050406030204" pitchFamily="18" charset="0"/>
                        </a:rPr>
                        <m:t>= 12</m:t>
                      </m:r>
                      <m:r>
                        <m:rPr>
                          <m:sty m:val="p"/>
                        </m:rPr>
                        <a:rPr lang="en-US">
                          <a:latin typeface="Cambria Math" panose="02040503050406030204" pitchFamily="18" charset="0"/>
                          <a:ea typeface="Cambria Math" panose="02040503050406030204" pitchFamily="18" charset="0"/>
                        </a:rPr>
                        <m:t>cos</m:t>
                      </m:r>
                      <m:r>
                        <a:rPr lang="en-US">
                          <a:latin typeface="Cambria Math" panose="02040503050406030204" pitchFamily="18" charset="0"/>
                          <a:ea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ωt</m:t>
                      </m:r>
                      <m:r>
                        <a:rPr lang="en-US" i="1">
                          <a:latin typeface="Cambria Math" panose="02040503050406030204" pitchFamily="18" charset="0"/>
                          <a:ea typeface="Cambria Math" panose="02040503050406030204" pitchFamily="18" charset="0"/>
                        </a:rPr>
                        <m:t>−</m:t>
                      </m:r>
                      <m:f>
                        <m:fPr>
                          <m:type m:val="lin"/>
                          <m:ctrlPr>
                            <a:rPr lang="en-US" i="1">
                              <a:latin typeface="Cambria Math" panose="02040503050406030204" pitchFamily="18" charset="0"/>
                              <a:ea typeface="Cambria Math" panose="02040503050406030204" pitchFamily="18" charset="0"/>
                            </a:rPr>
                          </m:ctrlPr>
                        </m:fPr>
                        <m:num>
                          <m:r>
                            <m:rPr>
                              <m:sty m:val="p"/>
                            </m:rPr>
                            <a:rPr lang="en-US">
                              <a:latin typeface="Cambria Math" panose="02040503050406030204" pitchFamily="18" charset="0"/>
                              <a:ea typeface="Cambria Math" panose="02040503050406030204" pitchFamily="18" charset="0"/>
                            </a:rPr>
                            <m:t>π</m:t>
                          </m:r>
                        </m:num>
                        <m:den>
                          <m:r>
                            <a:rPr lang="en-US" b="0" i="0" smtClean="0">
                              <a:latin typeface="Cambria Math" panose="02040503050406030204" pitchFamily="18" charset="0"/>
                              <a:ea typeface="Cambria Math" panose="02040503050406030204" pitchFamily="18" charset="0"/>
                            </a:rPr>
                            <m:t>2</m:t>
                          </m:r>
                          <m:r>
                            <a:rPr lang="en-US">
                              <a:latin typeface="Cambria Math" panose="02040503050406030204" pitchFamily="18" charset="0"/>
                              <a:ea typeface="Cambria Math" panose="02040503050406030204" pitchFamily="18" charset="0"/>
                            </a:rPr>
                            <m:t>)</m:t>
                          </m:r>
                        </m:den>
                      </m:f>
                      <m:r>
                        <a:rPr lang="en-US">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ℛ</m:t>
                      </m:r>
                      <m:r>
                        <m:rPr>
                          <m:sty m:val="p"/>
                        </m:rPr>
                        <a:rPr lang="en-US">
                          <a:latin typeface="Cambria Math" panose="02040503050406030204" pitchFamily="18" charset="0"/>
                          <a:ea typeface="Cambria Math" panose="02040503050406030204" pitchFamily="18" charset="0"/>
                        </a:rPr>
                        <m:t>e</m:t>
                      </m:r>
                      <m:d>
                        <m:dPr>
                          <m:begChr m:val="{"/>
                          <m:endChr m:val="}"/>
                          <m:ctrlPr>
                            <a:rPr lang="en-US" i="1">
                              <a:latin typeface="Cambria Math" panose="02040503050406030204" pitchFamily="18" charset="0"/>
                              <a:ea typeface="Cambria Math" panose="02040503050406030204" pitchFamily="18" charset="0"/>
                            </a:rPr>
                          </m:ctrlPr>
                        </m:dPr>
                        <m:e>
                          <m:r>
                            <a:rPr lang="en-US">
                              <a:latin typeface="Cambria Math" panose="02040503050406030204" pitchFamily="18" charset="0"/>
                              <a:ea typeface="Cambria Math" panose="02040503050406030204" pitchFamily="18" charset="0"/>
                            </a:rPr>
                            <m:t>12</m:t>
                          </m:r>
                          <m:sSup>
                            <m:sSupPr>
                              <m:ctrlPr>
                                <a:rPr lang="en-US" i="1">
                                  <a:latin typeface="Cambria Math" panose="02040503050406030204" pitchFamily="18" charset="0"/>
                                  <a:ea typeface="Cambria Math" panose="02040503050406030204" pitchFamily="18" charset="0"/>
                                </a:rPr>
                              </m:ctrlPr>
                            </m:sSupPr>
                            <m:e>
                              <m:r>
                                <m:rPr>
                                  <m:sty m:val="p"/>
                                </m:rPr>
                                <a:rPr lang="en-US">
                                  <a:latin typeface="Cambria Math" panose="02040503050406030204" pitchFamily="18" charset="0"/>
                                  <a:ea typeface="Cambria Math" panose="02040503050406030204" pitchFamily="18" charset="0"/>
                                </a:rPr>
                                <m:t>e</m:t>
                              </m:r>
                            </m:e>
                            <m:sup>
                              <m:r>
                                <m:rPr>
                                  <m:sty m:val="p"/>
                                </m:rPr>
                                <a:rPr lang="en-US">
                                  <a:latin typeface="Cambria Math" panose="02040503050406030204" pitchFamily="18" charset="0"/>
                                  <a:ea typeface="Cambria Math" panose="02040503050406030204" pitchFamily="18" charset="0"/>
                                </a:rPr>
                                <m:t>j</m:t>
                              </m:r>
                              <m:d>
                                <m:dPr>
                                  <m:ctrlPr>
                                    <a:rPr lang="en-US" i="1">
                                      <a:latin typeface="Cambria Math" panose="02040503050406030204" pitchFamily="18" charset="0"/>
                                      <a:ea typeface="Cambria Math" panose="02040503050406030204" pitchFamily="18" charset="0"/>
                                    </a:rPr>
                                  </m:ctrlPr>
                                </m:dPr>
                                <m:e>
                                  <m:r>
                                    <m:rPr>
                                      <m:sty m:val="p"/>
                                    </m:rPr>
                                    <a:rPr lang="en-US">
                                      <a:latin typeface="Cambria Math" panose="02040503050406030204" pitchFamily="18" charset="0"/>
                                      <a:ea typeface="Cambria Math" panose="02040503050406030204" pitchFamily="18" charset="0"/>
                                    </a:rPr>
                                    <m:t>ωt</m:t>
                                  </m:r>
                                  <m:r>
                                    <a:rPr lang="en-US" i="1">
                                      <a:latin typeface="Cambria Math" panose="02040503050406030204" pitchFamily="18" charset="0"/>
                                      <a:ea typeface="Cambria Math" panose="02040503050406030204" pitchFamily="18" charset="0"/>
                                    </a:rPr>
                                    <m:t>−</m:t>
                                  </m:r>
                                  <m:f>
                                    <m:fPr>
                                      <m:type m:val="lin"/>
                                      <m:ctrlPr>
                                        <a:rPr lang="en-US" i="1">
                                          <a:latin typeface="Cambria Math" panose="02040503050406030204" pitchFamily="18" charset="0"/>
                                          <a:ea typeface="Cambria Math" panose="02040503050406030204" pitchFamily="18" charset="0"/>
                                        </a:rPr>
                                      </m:ctrlPr>
                                    </m:fPr>
                                    <m:num>
                                      <m:r>
                                        <m:rPr>
                                          <m:sty m:val="p"/>
                                        </m:rPr>
                                        <a:rPr lang="en-US">
                                          <a:latin typeface="Cambria Math" panose="02040503050406030204" pitchFamily="18" charset="0"/>
                                          <a:ea typeface="Cambria Math" panose="02040503050406030204" pitchFamily="18" charset="0"/>
                                        </a:rPr>
                                        <m:t>π</m:t>
                                      </m:r>
                                    </m:num>
                                    <m:den>
                                      <m:r>
                                        <a:rPr lang="en-US" b="0" i="0" smtClean="0">
                                          <a:latin typeface="Cambria Math" panose="02040503050406030204" pitchFamily="18" charset="0"/>
                                          <a:ea typeface="Cambria Math" panose="02040503050406030204" pitchFamily="18" charset="0"/>
                                        </a:rPr>
                                        <m:t>2</m:t>
                                      </m:r>
                                    </m:den>
                                  </m:f>
                                </m:e>
                              </m:d>
                            </m:sup>
                          </m:sSup>
                        </m:e>
                      </m:d>
                      <m:r>
                        <a:rPr lang="en-US">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ℛ</m:t>
                      </m:r>
                      <m:r>
                        <m:rPr>
                          <m:sty m:val="p"/>
                        </m:rPr>
                        <a:rPr lang="en-US">
                          <a:latin typeface="Cambria Math" panose="02040503050406030204" pitchFamily="18" charset="0"/>
                          <a:ea typeface="Cambria Math" panose="02040503050406030204" pitchFamily="18" charset="0"/>
                        </a:rPr>
                        <m:t>e</m:t>
                      </m:r>
                      <m:d>
                        <m:dPr>
                          <m:begChr m:val="{"/>
                          <m:endChr m:val="}"/>
                          <m:ctrlPr>
                            <a:rPr lang="en-US" i="1">
                              <a:latin typeface="Cambria Math" panose="02040503050406030204" pitchFamily="18" charset="0"/>
                              <a:ea typeface="Cambria Math" panose="02040503050406030204" pitchFamily="18" charset="0"/>
                            </a:rPr>
                          </m:ctrlPr>
                        </m:dPr>
                        <m:e>
                          <m:r>
                            <a:rPr lang="en-US">
                              <a:latin typeface="Cambria Math" panose="02040503050406030204" pitchFamily="18" charset="0"/>
                              <a:ea typeface="Cambria Math" panose="02040503050406030204" pitchFamily="18" charset="0"/>
                            </a:rPr>
                            <m:t>12</m:t>
                          </m:r>
                          <m:sSup>
                            <m:sSupPr>
                              <m:ctrlPr>
                                <a:rPr lang="en-US" i="1">
                                  <a:latin typeface="Cambria Math" panose="02040503050406030204" pitchFamily="18" charset="0"/>
                                  <a:ea typeface="Cambria Math" panose="02040503050406030204" pitchFamily="18" charset="0"/>
                                </a:rPr>
                              </m:ctrlPr>
                            </m:sSupPr>
                            <m:e>
                              <m:r>
                                <m:rPr>
                                  <m:sty m:val="p"/>
                                </m:rPr>
                                <a:rPr lang="en-US">
                                  <a:latin typeface="Cambria Math" panose="02040503050406030204" pitchFamily="18" charset="0"/>
                                  <a:ea typeface="Cambria Math" panose="02040503050406030204" pitchFamily="18" charset="0"/>
                                </a:rPr>
                                <m:t>e</m:t>
                              </m:r>
                            </m:e>
                            <m:sup>
                              <m:r>
                                <a:rPr lang="en-US" i="1">
                                  <a:latin typeface="Cambria Math" panose="02040503050406030204" pitchFamily="18" charset="0"/>
                                  <a:ea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j</m:t>
                              </m:r>
                              <m:f>
                                <m:fPr>
                                  <m:type m:val="lin"/>
                                  <m:ctrlPr>
                                    <a:rPr lang="en-US" i="1">
                                      <a:latin typeface="Cambria Math" panose="02040503050406030204" pitchFamily="18" charset="0"/>
                                      <a:ea typeface="Cambria Math" panose="02040503050406030204" pitchFamily="18" charset="0"/>
                                    </a:rPr>
                                  </m:ctrlPr>
                                </m:fPr>
                                <m:num>
                                  <m:r>
                                    <m:rPr>
                                      <m:sty m:val="p"/>
                                    </m:rPr>
                                    <a:rPr lang="en-US">
                                      <a:latin typeface="Cambria Math" panose="02040503050406030204" pitchFamily="18" charset="0"/>
                                      <a:ea typeface="Cambria Math" panose="02040503050406030204" pitchFamily="18" charset="0"/>
                                    </a:rPr>
                                    <m:t>π</m:t>
                                  </m:r>
                                </m:num>
                                <m:den>
                                  <m:r>
                                    <a:rPr lang="en-US" b="0" i="0" smtClean="0">
                                      <a:latin typeface="Cambria Math" panose="02040503050406030204" pitchFamily="18" charset="0"/>
                                      <a:ea typeface="Cambria Math" panose="02040503050406030204" pitchFamily="18" charset="0"/>
                                    </a:rPr>
                                    <m:t>2</m:t>
                                  </m:r>
                                </m:den>
                              </m:f>
                            </m:sup>
                          </m:sSup>
                          <m:sSup>
                            <m:sSupPr>
                              <m:ctrlPr>
                                <a:rPr lang="en-US" i="1">
                                  <a:latin typeface="Cambria Math" panose="02040503050406030204" pitchFamily="18" charset="0"/>
                                  <a:ea typeface="Cambria Math" panose="02040503050406030204" pitchFamily="18" charset="0"/>
                                </a:rPr>
                              </m:ctrlPr>
                            </m:sSupPr>
                            <m:e>
                              <m:r>
                                <m:rPr>
                                  <m:sty m:val="p"/>
                                </m:rPr>
                                <a:rPr lang="en-US">
                                  <a:latin typeface="Cambria Math" panose="02040503050406030204" pitchFamily="18" charset="0"/>
                                  <a:ea typeface="Cambria Math" panose="02040503050406030204" pitchFamily="18" charset="0"/>
                                </a:rPr>
                                <m:t>e</m:t>
                              </m:r>
                            </m:e>
                            <m:sup>
                              <m:r>
                                <m:rPr>
                                  <m:sty m:val="p"/>
                                </m:rPr>
                                <a:rPr lang="en-US">
                                  <a:latin typeface="Cambria Math" panose="02040503050406030204" pitchFamily="18" charset="0"/>
                                  <a:ea typeface="Cambria Math" panose="02040503050406030204" pitchFamily="18" charset="0"/>
                                </a:rPr>
                                <m:t>jωt</m:t>
                              </m:r>
                            </m:sup>
                          </m:sSup>
                        </m:e>
                      </m:d>
                      <m:r>
                        <a:rPr lang="en-US">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ℛ</m:t>
                      </m:r>
                      <m:r>
                        <m:rPr>
                          <m:sty m:val="p"/>
                        </m:rPr>
                        <a:rPr lang="en-US">
                          <a:latin typeface="Cambria Math" panose="02040503050406030204" pitchFamily="18" charset="0"/>
                          <a:ea typeface="Cambria Math" panose="02040503050406030204" pitchFamily="18" charset="0"/>
                        </a:rPr>
                        <m:t>e</m:t>
                      </m:r>
                      <m:d>
                        <m:dPr>
                          <m:begChr m:val="{"/>
                          <m:endChr m:val="}"/>
                          <m:ctrlPr>
                            <a:rPr lang="en-US" i="1">
                              <a:latin typeface="Cambria Math" panose="02040503050406030204" pitchFamily="18" charset="0"/>
                              <a:ea typeface="Cambria Math" panose="02040503050406030204" pitchFamily="18" charset="0"/>
                            </a:rPr>
                          </m:ctrlPr>
                        </m:dPr>
                        <m:e>
                          <m:acc>
                            <m:accPr>
                              <m:chr m:val="̃"/>
                              <m:ctrlPr>
                                <a:rPr lang="en-US" i="1" smtClean="0">
                                  <a:latin typeface="Cambria Math" panose="02040503050406030204" pitchFamily="18" charset="0"/>
                                  <a:ea typeface="Cambria Math" panose="02040503050406030204" pitchFamily="18" charset="0"/>
                                </a:rPr>
                              </m:ctrlPr>
                            </m:accPr>
                            <m:e>
                              <m:r>
                                <m:rPr>
                                  <m:sty m:val="p"/>
                                </m:rPr>
                                <a:rPr lang="en-US" b="0" i="0">
                                  <a:latin typeface="Cambria Math" panose="02040503050406030204" pitchFamily="18" charset="0"/>
                                  <a:ea typeface="Cambria Math" panose="02040503050406030204" pitchFamily="18" charset="0"/>
                                </a:rPr>
                                <m:t>V</m:t>
                              </m:r>
                            </m:e>
                          </m:acc>
                          <m:sSup>
                            <m:sSupPr>
                              <m:ctrlPr>
                                <a:rPr lang="en-US" i="1">
                                  <a:latin typeface="Cambria Math" panose="02040503050406030204" pitchFamily="18" charset="0"/>
                                  <a:ea typeface="Cambria Math" panose="02040503050406030204" pitchFamily="18" charset="0"/>
                                </a:rPr>
                              </m:ctrlPr>
                            </m:sSupPr>
                            <m:e>
                              <m:r>
                                <m:rPr>
                                  <m:sty m:val="p"/>
                                </m:rPr>
                                <a:rPr lang="en-US">
                                  <a:latin typeface="Cambria Math" panose="02040503050406030204" pitchFamily="18" charset="0"/>
                                  <a:ea typeface="Cambria Math" panose="02040503050406030204" pitchFamily="18" charset="0"/>
                                </a:rPr>
                                <m:t>e</m:t>
                              </m:r>
                            </m:e>
                            <m:sup>
                              <m:r>
                                <m:rPr>
                                  <m:sty m:val="p"/>
                                </m:rPr>
                                <a:rPr lang="en-US">
                                  <a:latin typeface="Cambria Math" panose="02040503050406030204" pitchFamily="18" charset="0"/>
                                  <a:ea typeface="Cambria Math" panose="02040503050406030204" pitchFamily="18" charset="0"/>
                                </a:rPr>
                                <m:t>jωt</m:t>
                              </m:r>
                            </m:sup>
                          </m:sSup>
                        </m:e>
                      </m:d>
                      <m:r>
                        <a:rPr lang="en-US">
                          <a:latin typeface="Cambria Math" panose="02040503050406030204" pitchFamily="18" charset="0"/>
                          <a:ea typeface="Cambria Math" panose="02040503050406030204" pitchFamily="18" charset="0"/>
                        </a:rPr>
                        <m:t>.  </m:t>
                      </m:r>
                    </m:oMath>
                  </m:oMathPara>
                </a14:m>
                <a:endParaRPr lang="en-US"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atin typeface="Cambria Math" panose="02040503050406030204" pitchFamily="18" charset="0"/>
                          <a:ea typeface="Cambria Math" panose="02040503050406030204" pitchFamily="18" charset="0"/>
                        </a:rPr>
                        <m:t> </m:t>
                      </m:r>
                    </m:oMath>
                  </m:oMathPara>
                </a14:m>
                <a:endParaRPr lang="en-US" dirty="0">
                  <a:latin typeface="Cambria Math" panose="02040503050406030204" pitchFamily="18" charset="0"/>
                  <a:ea typeface="Cambria Math" panose="02040503050406030204" pitchFamily="18" charset="0"/>
                </a:endParaRPr>
              </a:p>
              <a:p>
                <a:pPr algn="ctr"/>
                <a14:m>
                  <m:oMath xmlns:m="http://schemas.openxmlformats.org/officeDocument/2006/math">
                    <m:r>
                      <a:rPr lang="en-US">
                        <a:latin typeface="Cambria Math" panose="02040503050406030204" pitchFamily="18" charset="0"/>
                        <a:ea typeface="Cambria Math" panose="02040503050406030204" pitchFamily="18" charset="0"/>
                      </a:rPr>
                      <m:t>   </m:t>
                    </m:r>
                    <m:acc>
                      <m:accPr>
                        <m:chr m:val="̃"/>
                        <m:ctrlPr>
                          <a:rPr lang="en-US" i="1">
                            <a:latin typeface="Cambria Math" panose="02040503050406030204" pitchFamily="18" charset="0"/>
                            <a:ea typeface="Cambria Math" panose="02040503050406030204" pitchFamily="18" charset="0"/>
                          </a:rPr>
                        </m:ctrlPr>
                      </m:accPr>
                      <m:e>
                        <m:r>
                          <m:rPr>
                            <m:sty m:val="p"/>
                          </m:rPr>
                          <a:rPr lang="en-US" b="0" i="0">
                            <a:latin typeface="Cambria Math" panose="02040503050406030204" pitchFamily="18" charset="0"/>
                            <a:ea typeface="Cambria Math" panose="02040503050406030204" pitchFamily="18" charset="0"/>
                          </a:rPr>
                          <m:t>V</m:t>
                        </m:r>
                      </m:e>
                    </m:acc>
                    <m:r>
                      <a:rPr lang="en-US">
                        <a:latin typeface="Cambria Math" panose="02040503050406030204" pitchFamily="18" charset="0"/>
                        <a:ea typeface="Cambria Math" panose="02040503050406030204" pitchFamily="18" charset="0"/>
                      </a:rPr>
                      <m:t>  </m:t>
                    </m:r>
                    <m:r>
                      <a:rPr lang="en-US" b="1">
                        <a:latin typeface="Cambria Math" panose="02040503050406030204" pitchFamily="18" charset="0"/>
                        <a:ea typeface="Cambria Math" panose="02040503050406030204" pitchFamily="18" charset="0"/>
                      </a:rPr>
                      <m:t>=</m:t>
                    </m:r>
                    <m:r>
                      <a:rPr lang="en-US" b="0" i="0">
                        <a:latin typeface="Cambria Math" panose="02040503050406030204" pitchFamily="18" charset="0"/>
                        <a:ea typeface="Cambria Math" panose="02040503050406030204" pitchFamily="18" charset="0"/>
                      </a:rPr>
                      <m:t>12</m:t>
                    </m:r>
                    <m:sSup>
                      <m:sSupPr>
                        <m:ctrlPr>
                          <a:rPr lang="en-US" i="1">
                            <a:latin typeface="Cambria Math" panose="02040503050406030204" pitchFamily="18" charset="0"/>
                            <a:ea typeface="Cambria Math" panose="02040503050406030204" pitchFamily="18" charset="0"/>
                          </a:rPr>
                        </m:ctrlPr>
                      </m:sSupPr>
                      <m:e>
                        <m:r>
                          <m:rPr>
                            <m:sty m:val="p"/>
                          </m:rPr>
                          <a:rPr lang="en-US" b="0" i="0">
                            <a:latin typeface="Cambria Math" panose="02040503050406030204" pitchFamily="18" charset="0"/>
                            <a:ea typeface="Cambria Math" panose="02040503050406030204" pitchFamily="18" charset="0"/>
                          </a:rPr>
                          <m:t>e</m:t>
                        </m:r>
                      </m:e>
                      <m:sup>
                        <m:r>
                          <a:rPr lang="en-US" b="0" i="0">
                            <a:latin typeface="Cambria Math" panose="02040503050406030204" pitchFamily="18" charset="0"/>
                            <a:ea typeface="Cambria Math" panose="02040503050406030204" pitchFamily="18" charset="0"/>
                          </a:rPr>
                          <m:t>−</m:t>
                        </m:r>
                        <m:r>
                          <m:rPr>
                            <m:sty m:val="p"/>
                          </m:rPr>
                          <a:rPr lang="en-US" b="0" i="0">
                            <a:latin typeface="Cambria Math" panose="02040503050406030204" pitchFamily="18" charset="0"/>
                            <a:ea typeface="Cambria Math" panose="02040503050406030204" pitchFamily="18" charset="0"/>
                          </a:rPr>
                          <m:t>j</m:t>
                        </m:r>
                        <m:f>
                          <m:fPr>
                            <m:type m:val="lin"/>
                            <m:ctrlPr>
                              <a:rPr lang="en-US" i="1">
                                <a:latin typeface="Cambria Math" panose="02040503050406030204" pitchFamily="18" charset="0"/>
                                <a:ea typeface="Cambria Math" panose="02040503050406030204" pitchFamily="18" charset="0"/>
                              </a:rPr>
                            </m:ctrlPr>
                          </m:fPr>
                          <m:num>
                            <m:r>
                              <m:rPr>
                                <m:sty m:val="p"/>
                              </m:rPr>
                              <a:rPr lang="en-US" b="0" i="0">
                                <a:latin typeface="Cambria Math" panose="02040503050406030204" pitchFamily="18" charset="0"/>
                                <a:ea typeface="Cambria Math" panose="02040503050406030204" pitchFamily="18" charset="0"/>
                              </a:rPr>
                              <m:t>π</m:t>
                            </m:r>
                          </m:num>
                          <m:den>
                            <m:r>
                              <a:rPr lang="en-US" b="0" i="0" smtClean="0">
                                <a:latin typeface="Cambria Math" panose="02040503050406030204" pitchFamily="18" charset="0"/>
                                <a:ea typeface="Cambria Math" panose="02040503050406030204" pitchFamily="18" charset="0"/>
                              </a:rPr>
                              <m:t>2</m:t>
                            </m:r>
                          </m:den>
                        </m:f>
                      </m:sup>
                    </m:sSup>
                    <m:r>
                      <a:rPr lang="en-US" b="1">
                        <a:latin typeface="Cambria Math" panose="02040503050406030204" pitchFamily="18" charset="0"/>
                        <a:ea typeface="Cambria Math" panose="02040503050406030204" pitchFamily="18" charset="0"/>
                      </a:rPr>
                      <m:t>.</m:t>
                    </m:r>
                  </m:oMath>
                </a14:m>
                <a:r>
                  <a:rPr lang="en-US" b="1" dirty="0">
                    <a:latin typeface="Cambria Math" panose="02040503050406030204" pitchFamily="18" charset="0"/>
                    <a:ea typeface="Cambria Math" panose="02040503050406030204" pitchFamily="18" charset="0"/>
                  </a:rPr>
                  <a:t> </a:t>
                </a:r>
                <a:endParaRPr lang="en-US" dirty="0">
                  <a:latin typeface="Cambria Math" panose="02040503050406030204" pitchFamily="18" charset="0"/>
                  <a:ea typeface="Cambria Math" panose="02040503050406030204" pitchFamily="18"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284652" y="1099093"/>
                <a:ext cx="11655662" cy="4621714"/>
              </a:xfrm>
              <a:prstGeom prst="rect">
                <a:avLst/>
              </a:prstGeom>
              <a:blipFill>
                <a:blip r:embed="rId2"/>
                <a:stretch>
                  <a:fillRect l="-260" b="-6649"/>
                </a:stretch>
              </a:blipFill>
            </p:spPr>
            <p:txBody>
              <a:bodyPr/>
              <a:lstStyle/>
              <a:p>
                <a:r>
                  <a:rPr lang="en-US">
                    <a:noFill/>
                  </a:rPr>
                  <a:t> </a:t>
                </a:r>
              </a:p>
            </p:txBody>
          </p:sp>
        </mc:Fallback>
      </mc:AlternateContent>
    </p:spTree>
    <p:extLst>
      <p:ext uri="{BB962C8B-B14F-4D97-AF65-F5344CB8AC3E}">
        <p14:creationId xmlns:p14="http://schemas.microsoft.com/office/powerpoint/2010/main" val="39923911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 calcmode="lin" valueType="num">
                                      <p:cBhvr additive="base">
                                        <p:cTn id="7"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5" end="5"/>
                                            </p:txEl>
                                          </p:spTgt>
                                        </p:tgtEl>
                                        <p:attrNameLst>
                                          <p:attrName>style.visibility</p:attrName>
                                        </p:attrNameLst>
                                      </p:cBhvr>
                                      <p:to>
                                        <p:strVal val="visible"/>
                                      </p:to>
                                    </p:set>
                                    <p:anim calcmode="lin" valueType="num">
                                      <p:cBhvr additive="base">
                                        <p:cTn id="13"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xEl>
                                              <p:pRg st="7" end="7"/>
                                            </p:txEl>
                                          </p:spTgt>
                                        </p:tgtEl>
                                        <p:attrNameLst>
                                          <p:attrName>style.visibility</p:attrName>
                                        </p:attrNameLst>
                                      </p:cBhvr>
                                      <p:to>
                                        <p:strVal val="visible"/>
                                      </p:to>
                                    </p:set>
                                    <p:anim calcmode="lin" valueType="num">
                                      <p:cBhvr additive="base">
                                        <p:cTn id="19"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7">
                                            <p:txEl>
                                              <p:pRg st="9" end="9"/>
                                            </p:txEl>
                                          </p:spTgt>
                                        </p:tgtEl>
                                        <p:attrNameLst>
                                          <p:attrName>style.visibility</p:attrName>
                                        </p:attrNameLst>
                                      </p:cBhvr>
                                      <p:to>
                                        <p:strVal val="visible"/>
                                      </p:to>
                                    </p:set>
                                    <p:anim calcmode="lin" valueType="num">
                                      <p:cBhvr additive="base">
                                        <p:cTn id="23"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7">
                                            <p:txEl>
                                              <p:pRg st="11" end="11"/>
                                            </p:txEl>
                                          </p:spTgt>
                                        </p:tgtEl>
                                        <p:attrNameLst>
                                          <p:attrName>style.visibility</p:attrName>
                                        </p:attrNameLst>
                                      </p:cBhvr>
                                      <p:to>
                                        <p:strVal val="visible"/>
                                      </p:to>
                                    </p:set>
                                    <p:anim calcmode="lin" valueType="num">
                                      <p:cBhvr additive="base">
                                        <p:cTn id="29" dur="500" fill="hold"/>
                                        <p:tgtEl>
                                          <p:spTgt spid="7">
                                            <p:txEl>
                                              <p:pRg st="11" end="11"/>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
                                            <p:txEl>
                                              <p:pRg st="11" end="11"/>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7">
                                            <p:txEl>
                                              <p:pRg st="13" end="13"/>
                                            </p:txEl>
                                          </p:spTgt>
                                        </p:tgtEl>
                                        <p:attrNameLst>
                                          <p:attrName>style.visibility</p:attrName>
                                        </p:attrNameLst>
                                      </p:cBhvr>
                                      <p:to>
                                        <p:strVal val="visible"/>
                                      </p:to>
                                    </p:set>
                                    <p:anim calcmode="lin" valueType="num">
                                      <p:cBhvr additive="base">
                                        <p:cTn id="33" dur="500" fill="hold"/>
                                        <p:tgtEl>
                                          <p:spTgt spid="7">
                                            <p:txEl>
                                              <p:pRg st="13" end="13"/>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7">
                                            <p:txEl>
                                              <p:pRg st="13" end="13"/>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7">
                                            <p:txEl>
                                              <p:pRg st="14" end="14"/>
                                            </p:txEl>
                                          </p:spTgt>
                                        </p:tgtEl>
                                        <p:attrNameLst>
                                          <p:attrName>style.visibility</p:attrName>
                                        </p:attrNameLst>
                                      </p:cBhvr>
                                      <p:to>
                                        <p:strVal val="visible"/>
                                      </p:to>
                                    </p:set>
                                    <p:anim calcmode="lin" valueType="num">
                                      <p:cBhvr additive="base">
                                        <p:cTn id="37" dur="500" fill="hold"/>
                                        <p:tgtEl>
                                          <p:spTgt spid="7">
                                            <p:txEl>
                                              <p:pRg st="14" end="1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
                                            <p:txEl>
                                              <p:pRg st="14" end="14"/>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7">
                                            <p:txEl>
                                              <p:pRg st="15" end="15"/>
                                            </p:txEl>
                                          </p:spTgt>
                                        </p:tgtEl>
                                        <p:attrNameLst>
                                          <p:attrName>style.visibility</p:attrName>
                                        </p:attrNameLst>
                                      </p:cBhvr>
                                      <p:to>
                                        <p:strVal val="visible"/>
                                      </p:to>
                                    </p:set>
                                    <p:anim calcmode="lin" valueType="num">
                                      <p:cBhvr additive="base">
                                        <p:cTn id="41" dur="500" fill="hold"/>
                                        <p:tgtEl>
                                          <p:spTgt spid="7">
                                            <p:txEl>
                                              <p:pRg st="15" end="1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7">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303673" y="-24714"/>
            <a:ext cx="11484672" cy="553998"/>
          </a:xfrm>
        </p:spPr>
        <p:txBody>
          <a:bodyPr/>
          <a:lstStyle/>
          <a:p>
            <a:pPr algn="ctr"/>
            <a:r>
              <a:rPr lang="en-US" sz="4000" dirty="0"/>
              <a:t>Phasor Representation of  Traveling Waves </a:t>
            </a:r>
          </a:p>
        </p:txBody>
      </p:sp>
      <mc:AlternateContent xmlns:mc="http://schemas.openxmlformats.org/markup-compatibility/2006" xmlns:a14="http://schemas.microsoft.com/office/drawing/2010/main">
        <mc:Choice Requires="a14">
          <p:sp>
            <p:nvSpPr>
              <p:cNvPr id="7" name="Rectangle 6"/>
              <p:cNvSpPr/>
              <p:nvPr/>
            </p:nvSpPr>
            <p:spPr>
              <a:xfrm>
                <a:off x="278959" y="693898"/>
                <a:ext cx="11632952" cy="575163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Lossless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Traveling</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Wave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v</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x</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t</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Acos</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ω</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l-GR"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β</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x</m:t>
                          </m:r>
                        </m:e>
                      </m:d>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where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sSub>
                        <m:sSubPr>
                          <m:ctrlPr>
                            <a:rPr kumimoji="0" lang="en-US" sz="1800" b="0" i="1" u="none" strike="noStrike" kern="1200" cap="none" spc="0" normalizeH="0" baseline="0" noProof="0" dirty="0" smtClean="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rPr>
                            <m:t>u</m:t>
                          </m:r>
                        </m:e>
                        <m:sub>
                          <m:r>
                            <m:rPr>
                              <m:sty m:val="p"/>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rPr>
                            <m:t>p</m:t>
                          </m:r>
                        </m:sub>
                      </m:sSub>
                      <m:r>
                        <a:rPr kumimoji="0" lang="en-US" sz="1800" b="0" i="1" u="none" strike="noStrike" kern="1200" cap="none" spc="0" normalizeH="0" baseline="0" noProof="0" dirty="0" smtClean="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β</m:t>
                          </m:r>
                        </m:den>
                      </m:f>
                      <m: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dirty="0" smtClean="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mn-ea"/>
                              <a:cs typeface="+mn-cs"/>
                            </a:rPr>
                            <m:t>2</m:t>
                          </m:r>
                          <m:r>
                            <m:rPr>
                              <m:sty m:val="p"/>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πf</m:t>
                          </m:r>
                        </m:num>
                        <m:den>
                          <m:f>
                            <m:fPr>
                              <m:type m:val="lin"/>
                              <m:ctrlPr>
                                <a:rPr kumimoji="0" lang="en-US" sz="1800" b="0" i="1" u="none" strike="noStrike" kern="1200" cap="none" spc="0" normalizeH="0" baseline="0" noProof="0" dirty="0" smtClean="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mn-ea"/>
                                  <a:cs typeface="+mn-cs"/>
                                </a:rPr>
                                <m:t>2</m:t>
                              </m:r>
                              <m:r>
                                <m:rPr>
                                  <m:sty m:val="p"/>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π</m:t>
                              </m:r>
                            </m:num>
                            <m:den>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λ</m:t>
                              </m:r>
                            </m:den>
                          </m:f>
                        </m:den>
                      </m:f>
                      <m: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mn-ea"/>
                          <a:cs typeface="+mn-cs"/>
                        </a:rPr>
                        <m:t>=</m:t>
                      </m:r>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λ</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f</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mn-ea"/>
                              <a:cs typeface="+mn-cs"/>
                            </a:rPr>
                          </m:ctrlPr>
                        </m:fPr>
                        <m:num>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λ</m:t>
                          </m:r>
                        </m:num>
                        <m:den>
                          <m:r>
                            <m:rPr>
                              <m:sty m:val="p"/>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rPr>
                            <m:t>T</m:t>
                          </m:r>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14:m>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Acos</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β</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d>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represents a wave traveling in the –x direction, whereas </a:t>
                </a:r>
                <a14:m>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Acos</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β</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d>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represents a wave traveling in the positive x direction.</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v</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x</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t</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Acos</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β</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ℛ</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e</m:t>
                      </m:r>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e</m:t>
                              </m:r>
                            </m:e>
                            <m:sup>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β</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x</m:t>
                                  </m:r>
                                </m:e>
                              </m:d>
                            </m:sup>
                          </m:sSup>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ℛ</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e</m:t>
                      </m:r>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e</m:t>
                              </m:r>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j</m:t>
                              </m:r>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β</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x</m:t>
                              </m:r>
                            </m:sup>
                          </m:sSup>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e</m:t>
                              </m:r>
                            </m:e>
                            <m:sup>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jωt</m:t>
                              </m:r>
                            </m:sup>
                          </m:sSup>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ℛ</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e</m:t>
                      </m:r>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acc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V</m:t>
                              </m:r>
                            </m:e>
                          </m:acc>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e</m:t>
                              </m:r>
                            </m:e>
                            <m:sup>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jωt</m:t>
                              </m:r>
                            </m:sup>
                          </m:sSup>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Phasor</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representation</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of</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x</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t</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Acos</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β</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d>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is</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e</m:t>
                        </m:r>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j</m:t>
                        </m:r>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β</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sup>
                    </m:s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What does this mean?</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e</m:t>
                          </m:r>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j</m:t>
                          </m:r>
                          <m:r>
                            <m:rPr>
                              <m:sty m:val="p"/>
                            </m:rPr>
                            <a:rPr kumimoji="0" lang="el-GR"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β</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sup>
                      </m:s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unc>
                        <m:funcPr>
                          <m:ctrlPr>
                            <a:rPr kumimoji="0" lang="en-US" sz="18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uncPr>
                        <m:fName>
                          <m:r>
                            <m:rPr>
                              <m:sty m:val="p"/>
                            </m:rPr>
                            <a:rPr kumimoji="0" lang="en-US" sz="1800" b="0" i="0"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cos</m:t>
                          </m:r>
                        </m:fName>
                        <m:e>
                          <m:d>
                            <m:dPr>
                              <m:ctrlPr>
                                <a:rPr kumimoji="0" lang="en-US" sz="1800" b="0" i="1"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l-GR"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β</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x</m:t>
                              </m:r>
                            </m:e>
                          </m:d>
                        </m:e>
                      </m:func>
                      <m: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unc>
                        <m:funcPr>
                          <m:ctrlPr>
                            <a:rPr kumimoji="0" lang="en-US" sz="1800" b="0" i="1"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uncPr>
                        <m:fName>
                          <m:r>
                            <m:rPr>
                              <m:sty m:val="p"/>
                            </m:rPr>
                            <a:rPr kumimoji="0" lang="en-US" sz="1800" b="0" i="0"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jsin</m:t>
                          </m:r>
                        </m:fName>
                        <m:e>
                          <m:d>
                            <m:dPr>
                              <m:ctrlPr>
                                <a:rPr kumimoji="0" lang="en-US" sz="1800" b="0" i="1"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l-GR"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β</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x</m:t>
                              </m:r>
                            </m:e>
                          </m:d>
                        </m:e>
                      </m:func>
                      <m:r>
                        <a:rPr kumimoji="0" lang="en-US" sz="18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and</m:t>
                      </m:r>
                      <m: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accounts</m:t>
                      </m:r>
                      <m: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for</m:t>
                      </m:r>
                      <m: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phasor</m:t>
                      </m:r>
                      <m: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amplitude</m:t>
                      </m:r>
                      <m: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variation</m:t>
                      </m:r>
                      <m: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with</m:t>
                      </m:r>
                      <m: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distance</m:t>
                      </m:r>
                      <m: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x</m:t>
                      </m:r>
                      <m: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P</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hasor</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14:m>
                  <m:oMath xmlns:m="http://schemas.openxmlformats.org/officeDocument/2006/math">
                    <m:acc>
                      <m:accPr>
                        <m:chr m:val="̃"/>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acc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V</m:t>
                        </m:r>
                      </m:e>
                    </m:acc>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x</m:t>
                        </m:r>
                      </m:e>
                    </m:d>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has a magnitude of A at x = 0,  with the phasor magnitude varying with distance x. So at the instant in time when v(0, t) is equal to A, the voltage along the traveling wave varies as </a:t>
                </a:r>
                <a14:m>
                  <m:oMath xmlns:m="http://schemas.openxmlformats.org/officeDocument/2006/math">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e</m:t>
                        </m:r>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jβx</m:t>
                        </m:r>
                      </m:sup>
                    </m:sSup>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0000"/>
                    </a:solidFill>
                    <a:effectLst/>
                    <a:uLnTx/>
                    <a:uFillTx/>
                    <a:latin typeface="Cambria Math" panose="02040503050406030204" pitchFamily="18" charset="0"/>
                    <a:ea typeface="Cambria Math" panose="02040503050406030204" pitchFamily="18" charset="0"/>
                    <a:cs typeface="+mn-cs"/>
                  </a:rPr>
                  <a:t>The sign of distance term, x or z, in the exponential of the phasor representation of a traveling wave is opposite to the direction of travel.</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Phasor </a:t>
                </a:r>
                <a14:m>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e</m:t>
                        </m:r>
                      </m:e>
                      <m:sup>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j</m:t>
                        </m:r>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β</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sup>
                    </m:sSup>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represents a wave traveling in the –x direction, whereas phasor </a:t>
                </a:r>
                <a14:m>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e</m:t>
                        </m:r>
                      </m:e>
                      <m:sup>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jβx</m:t>
                        </m:r>
                      </m:sup>
                    </m:sSup>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represents a wave traveling in the positive x direction.</a:t>
                </a:r>
              </a:p>
            </p:txBody>
          </p:sp>
        </mc:Choice>
        <mc:Fallback xmlns="">
          <p:sp>
            <p:nvSpPr>
              <p:cNvPr id="7" name="Rectangle 6"/>
              <p:cNvSpPr>
                <a:spLocks noRot="1" noChangeAspect="1" noMove="1" noResize="1" noEditPoints="1" noAdjustHandles="1" noChangeArrowheads="1" noChangeShapeType="1" noTextEdit="1"/>
              </p:cNvSpPr>
              <p:nvPr/>
            </p:nvSpPr>
            <p:spPr>
              <a:xfrm>
                <a:off x="278959" y="693898"/>
                <a:ext cx="11632952" cy="5751639"/>
              </a:xfrm>
              <a:prstGeom prst="rect">
                <a:avLst/>
              </a:prstGeom>
              <a:blipFill>
                <a:blip r:embed="rId2"/>
                <a:stretch>
                  <a:fillRect l="-156" r="-156" b="-210"/>
                </a:stretch>
              </a:blipFill>
            </p:spPr>
            <p:txBody>
              <a:bodyPr/>
              <a:lstStyle/>
              <a:p>
                <a:r>
                  <a:rPr lang="en-US">
                    <a:noFill/>
                  </a:rPr>
                  <a:t> </a:t>
                </a:r>
              </a:p>
            </p:txBody>
          </p:sp>
        </mc:Fallback>
      </mc:AlternateContent>
      <p:cxnSp>
        <p:nvCxnSpPr>
          <p:cNvPr id="4" name="Straight Arrow Connector 3">
            <a:extLst>
              <a:ext uri="{FF2B5EF4-FFF2-40B4-BE49-F238E27FC236}">
                <a16:creationId xmlns:a16="http://schemas.microsoft.com/office/drawing/2014/main" id="{882283A0-6AAE-CC7C-9970-96872588561E}"/>
              </a:ext>
            </a:extLst>
          </p:cNvPr>
          <p:cNvCxnSpPr/>
          <p:nvPr/>
        </p:nvCxnSpPr>
        <p:spPr>
          <a:xfrm flipH="1">
            <a:off x="5595944" y="5742616"/>
            <a:ext cx="603504" cy="0"/>
          </a:xfrm>
          <a:prstGeom prst="straightConnector1">
            <a:avLst/>
          </a:prstGeom>
          <a:ln w="317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C5EA42C0-19FA-A003-16F4-5C538C410202}"/>
              </a:ext>
            </a:extLst>
          </p:cNvPr>
          <p:cNvCxnSpPr/>
          <p:nvPr/>
        </p:nvCxnSpPr>
        <p:spPr>
          <a:xfrm flipH="1">
            <a:off x="3032853" y="6218289"/>
            <a:ext cx="603504" cy="0"/>
          </a:xfrm>
          <a:prstGeom prst="straightConnector1">
            <a:avLst/>
          </a:prstGeom>
          <a:ln w="31750">
            <a:solidFill>
              <a:srgbClr val="0000FF"/>
            </a:solidFill>
            <a:headEnd type="triangl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31906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anim calcmode="lin" valueType="num">
                                      <p:cBhvr additive="base">
                                        <p:cTn id="7"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anim calcmode="lin" valueType="num">
                                      <p:cBhvr additive="base">
                                        <p:cTn id="11"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xEl>
                                              <p:pRg st="8" end="8"/>
                                            </p:txEl>
                                          </p:spTgt>
                                        </p:tgtEl>
                                        <p:attrNameLst>
                                          <p:attrName>style.visibility</p:attrName>
                                        </p:attrNameLst>
                                      </p:cBhvr>
                                      <p:to>
                                        <p:strVal val="visible"/>
                                      </p:to>
                                    </p:set>
                                    <p:anim calcmode="lin" valueType="num">
                                      <p:cBhvr additive="base">
                                        <p:cTn id="17"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txEl>
                                              <p:pRg st="8" end="8"/>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7">
                                            <p:txEl>
                                              <p:pRg st="10" end="10"/>
                                            </p:txEl>
                                          </p:spTgt>
                                        </p:tgtEl>
                                        <p:attrNameLst>
                                          <p:attrName>style.visibility</p:attrName>
                                        </p:attrNameLst>
                                      </p:cBhvr>
                                      <p:to>
                                        <p:strVal val="visible"/>
                                      </p:to>
                                    </p:set>
                                    <p:anim calcmode="lin" valueType="num">
                                      <p:cBhvr additive="base">
                                        <p:cTn id="21" dur="500" fill="hold"/>
                                        <p:tgtEl>
                                          <p:spTgt spid="7">
                                            <p:txEl>
                                              <p:pRg st="10" end="1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7">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7">
                                            <p:txEl>
                                              <p:pRg st="12" end="12"/>
                                            </p:txEl>
                                          </p:spTgt>
                                        </p:tgtEl>
                                        <p:attrNameLst>
                                          <p:attrName>style.visibility</p:attrName>
                                        </p:attrNameLst>
                                      </p:cBhvr>
                                      <p:to>
                                        <p:strVal val="visible"/>
                                      </p:to>
                                    </p:set>
                                    <p:anim calcmode="lin" valueType="num">
                                      <p:cBhvr additive="base">
                                        <p:cTn id="27" dur="500" fill="hold"/>
                                        <p:tgtEl>
                                          <p:spTgt spid="7">
                                            <p:txEl>
                                              <p:pRg st="12" end="1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
                                            <p:txEl>
                                              <p:pRg st="12" end="12"/>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7">
                                            <p:txEl>
                                              <p:pRg st="14" end="14"/>
                                            </p:txEl>
                                          </p:spTgt>
                                        </p:tgtEl>
                                        <p:attrNameLst>
                                          <p:attrName>style.visibility</p:attrName>
                                        </p:attrNameLst>
                                      </p:cBhvr>
                                      <p:to>
                                        <p:strVal val="visible"/>
                                      </p:to>
                                    </p:set>
                                    <p:anim calcmode="lin" valueType="num">
                                      <p:cBhvr additive="base">
                                        <p:cTn id="31" dur="500" fill="hold"/>
                                        <p:tgtEl>
                                          <p:spTgt spid="7">
                                            <p:txEl>
                                              <p:pRg st="14" end="1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5"/>
                                        </p:tgtEl>
                                        <p:attrNameLst>
                                          <p:attrName>style.visibility</p:attrName>
                                        </p:attrNameLst>
                                      </p:cBhvr>
                                      <p:to>
                                        <p:strVal val="visible"/>
                                      </p:to>
                                    </p:set>
                                    <p:anim calcmode="lin" valueType="num">
                                      <p:cBhvr additive="base">
                                        <p:cTn id="41" dur="500" fill="hold"/>
                                        <p:tgtEl>
                                          <p:spTgt spid="5"/>
                                        </p:tgtEl>
                                        <p:attrNameLst>
                                          <p:attrName>ppt_x</p:attrName>
                                        </p:attrNameLst>
                                      </p:cBhvr>
                                      <p:tavLst>
                                        <p:tav tm="0">
                                          <p:val>
                                            <p:strVal val="#ppt_x"/>
                                          </p:val>
                                        </p:tav>
                                        <p:tav tm="100000">
                                          <p:val>
                                            <p:strVal val="#ppt_x"/>
                                          </p:val>
                                        </p:tav>
                                      </p:tavLst>
                                    </p:anim>
                                    <p:anim calcmode="lin" valueType="num">
                                      <p:cBhvr additive="base">
                                        <p:cTn id="4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61463" y="0"/>
            <a:ext cx="4619629" cy="400050"/>
          </a:xfrm>
        </p:spPr>
        <p:txBody>
          <a:bodyPr>
            <a:noAutofit/>
          </a:bodyPr>
          <a:lstStyle/>
          <a:p>
            <a:r>
              <a:rPr lang="en-US" sz="4000"/>
              <a:t>Phasor Relationships</a:t>
            </a:r>
          </a:p>
        </p:txBody>
      </p:sp>
      <mc:AlternateContent xmlns:mc="http://schemas.openxmlformats.org/markup-compatibility/2006" xmlns:a14="http://schemas.microsoft.com/office/drawing/2010/main">
        <mc:Choice Requires="a14">
          <p:sp>
            <p:nvSpPr>
              <p:cNvPr id="4" name="TextBox 3"/>
              <p:cNvSpPr txBox="1"/>
              <p:nvPr/>
            </p:nvSpPr>
            <p:spPr>
              <a:xfrm>
                <a:off x="275167" y="625798"/>
                <a:ext cx="11641666" cy="611372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5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endParaRPr>
              </a:p>
              <a:p>
                <a:pPr lvl="0" algn="ctr" fontAlgn="base">
                  <a:spcBef>
                    <a:spcPct val="0"/>
                  </a:spcBef>
                  <a:defRPr/>
                </a:pPr>
                <a14:m>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For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t</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ℛ</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e</m:t>
                    </m:r>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acc>
                          <m:accPr>
                            <m:chr m:val="̃"/>
                            <m:ctrlPr>
                              <a:rPr lang="en-US" i="1">
                                <a:solidFill>
                                  <a:schemeClr val="bg1"/>
                                </a:solidFill>
                                <a:latin typeface="Cambria Math" panose="02040503050406030204" pitchFamily="18" charset="0"/>
                                <a:ea typeface="Cambria Math" panose="02040503050406030204" pitchFamily="18" charset="0"/>
                              </a:rPr>
                            </m:ctrlPr>
                          </m:accPr>
                          <m:e>
                            <m:r>
                              <m:rPr>
                                <m:sty m:val="p"/>
                              </m:rPr>
                              <a:rPr lang="en-US">
                                <a:solidFill>
                                  <a:schemeClr val="bg1"/>
                                </a:solidFill>
                                <a:latin typeface="Cambria Math" panose="02040503050406030204" pitchFamily="18" charset="0"/>
                                <a:ea typeface="Cambria Math" panose="02040503050406030204" pitchFamily="18" charset="0"/>
                              </a:rPr>
                              <m:t>V</m:t>
                            </m:r>
                          </m:e>
                        </m:acc>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e</m:t>
                            </m:r>
                          </m:e>
                          <m:sup>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ωt</m:t>
                            </m:r>
                          </m:sup>
                        </m:sSup>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dv</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dt</m:t>
                        </m:r>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ℛ</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e</m:t>
                    </m:r>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d</m:t>
                                </m:r>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dt</m:t>
                                </m:r>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acc>
                              <m:accPr>
                                <m:chr m:val="̃"/>
                                <m:ctrlPr>
                                  <a:rPr lang="en-US" i="1">
                                    <a:solidFill>
                                      <a:schemeClr val="bg1"/>
                                    </a:solidFill>
                                    <a:latin typeface="Cambria Math" panose="02040503050406030204" pitchFamily="18" charset="0"/>
                                    <a:ea typeface="Cambria Math" panose="02040503050406030204" pitchFamily="18" charset="0"/>
                                  </a:rPr>
                                </m:ctrlPr>
                              </m:accPr>
                              <m:e>
                                <m:r>
                                  <m:rPr>
                                    <m:sty m:val="p"/>
                                  </m:rPr>
                                  <a:rPr lang="en-US">
                                    <a:solidFill>
                                      <a:schemeClr val="bg1"/>
                                    </a:solidFill>
                                    <a:latin typeface="Cambria Math" panose="02040503050406030204" pitchFamily="18" charset="0"/>
                                    <a:ea typeface="Cambria Math" panose="02040503050406030204" pitchFamily="18" charset="0"/>
                                  </a:rPr>
                                  <m:t>V</m:t>
                                </m:r>
                              </m:e>
                            </m:acc>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e</m:t>
                            </m:r>
                          </m:e>
                          <m:sup>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ωt</m:t>
                            </m:r>
                          </m:sup>
                        </m:s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ℛ</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e</m:t>
                    </m:r>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acc>
                              <m:accPr>
                                <m:chr m:val="̃"/>
                                <m:ctrlPr>
                                  <a:rPr lang="en-US" i="1">
                                    <a:solidFill>
                                      <a:schemeClr val="bg1"/>
                                    </a:solidFill>
                                    <a:latin typeface="Cambria Math" panose="02040503050406030204" pitchFamily="18" charset="0"/>
                                    <a:ea typeface="Cambria Math" panose="02040503050406030204" pitchFamily="18" charset="0"/>
                                  </a:rPr>
                                </m:ctrlPr>
                              </m:accPr>
                              <m:e>
                                <m:r>
                                  <m:rPr>
                                    <m:sty m:val="p"/>
                                  </m:rPr>
                                  <a:rPr lang="en-US">
                                    <a:solidFill>
                                      <a:schemeClr val="bg1"/>
                                    </a:solidFill>
                                    <a:latin typeface="Cambria Math" panose="02040503050406030204" pitchFamily="18" charset="0"/>
                                    <a:ea typeface="Cambria Math" panose="02040503050406030204" pitchFamily="18" charset="0"/>
                                  </a:rPr>
                                  <m:t>V</m:t>
                                </m:r>
                              </m:e>
                            </m:acc>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d</m:t>
                                </m:r>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dt</m:t>
                                </m:r>
                              </m:den>
                            </m:f>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e</m:t>
                            </m:r>
                          </m:e>
                          <m:sup>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ωt</m:t>
                            </m:r>
                          </m:sup>
                        </m:s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ℛ</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e</m:t>
                    </m:r>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acc>
                              <m:accPr>
                                <m:chr m:val="̃"/>
                                <m:ctrlPr>
                                  <a:rPr lang="en-US" i="1">
                                    <a:solidFill>
                                      <a:schemeClr val="bg1"/>
                                    </a:solidFill>
                                    <a:latin typeface="Cambria Math" panose="02040503050406030204" pitchFamily="18" charset="0"/>
                                    <a:ea typeface="Cambria Math" panose="02040503050406030204" pitchFamily="18" charset="0"/>
                                  </a:rPr>
                                </m:ctrlPr>
                              </m:accPr>
                              <m:e>
                                <m:r>
                                  <m:rPr>
                                    <m:sty m:val="p"/>
                                  </m:rPr>
                                  <a:rPr lang="en-US">
                                    <a:solidFill>
                                      <a:schemeClr val="bg1"/>
                                    </a:solidFill>
                                    <a:latin typeface="Cambria Math" panose="02040503050406030204" pitchFamily="18" charset="0"/>
                                    <a:ea typeface="Cambria Math" panose="02040503050406030204" pitchFamily="18" charset="0"/>
                                  </a:rPr>
                                  <m:t>V</m:t>
                                </m:r>
                              </m:e>
                            </m:acc>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e</m:t>
                            </m:r>
                          </m:e>
                          <m:sup>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ωt</m:t>
                            </m:r>
                          </m:sup>
                        </m:sSup>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r>
                  <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mn-cs"/>
                  </a:rPr>
                  <a:t> </a:t>
                </a:r>
              </a:p>
              <a:p>
                <a:pPr marL="0" marR="0" lvl="0" indent="0" algn="ctr" defTabSz="914400" rtl="0" eaLnBrk="1" fontAlgn="base" latinLnBrk="0" hangingPunct="1">
                  <a:lnSpc>
                    <a:spcPct val="100000"/>
                  </a:lnSpc>
                  <a:spcBef>
                    <a:spcPct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mn-cs"/>
                </a:endParaRPr>
              </a:p>
              <a:p>
                <a:pPr lvl="0" algn="ctr" fontAlgn="base">
                  <a:spcBef>
                    <a:spcPct val="0"/>
                  </a:spcBef>
                  <a:spcAft>
                    <a:spcPts val="1200"/>
                  </a:spcAft>
                  <a:defRPr/>
                </a:pPr>
                <a14:m>
                  <m:oMath xmlns:m="http://schemas.openxmlformats.org/officeDocument/2006/math">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dv</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dt</m:t>
                        </m:r>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ℛ</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e</m:t>
                    </m:r>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acc>
                              <m:accPr>
                                <m:chr m:val="̃"/>
                                <m:ctrlPr>
                                  <a:rPr lang="en-US" i="1">
                                    <a:solidFill>
                                      <a:schemeClr val="bg1"/>
                                    </a:solidFill>
                                    <a:latin typeface="Cambria Math" panose="02040503050406030204" pitchFamily="18" charset="0"/>
                                    <a:ea typeface="Cambria Math" panose="02040503050406030204" pitchFamily="18" charset="0"/>
                                  </a:rPr>
                                </m:ctrlPr>
                              </m:accPr>
                              <m:e>
                                <m:r>
                                  <m:rPr>
                                    <m:sty m:val="p"/>
                                  </m:rPr>
                                  <a:rPr lang="en-US">
                                    <a:solidFill>
                                      <a:schemeClr val="bg1"/>
                                    </a:solidFill>
                                    <a:latin typeface="Cambria Math" panose="02040503050406030204" pitchFamily="18" charset="0"/>
                                    <a:ea typeface="Cambria Math" panose="02040503050406030204" pitchFamily="18" charset="0"/>
                                  </a:rPr>
                                  <m:t>V</m:t>
                                </m:r>
                              </m:e>
                            </m:acc>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e</m:t>
                            </m:r>
                          </m:e>
                          <m:sup>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ωt</m:t>
                            </m:r>
                          </m:sup>
                        </m:sSup>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oMath>
                </a14:m>
                <a:r>
                  <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mn-cs"/>
                  </a:rPr>
                  <a:t>Multiply by j</a:t>
                </a:r>
                <a:r>
                  <a:rPr kumimoji="0" lang="el-GR"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ω</a:t>
                </a:r>
                <a:r>
                  <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 for differentiation.</a:t>
                </a:r>
              </a:p>
              <a:p>
                <a:pPr lvl="0" algn="ctr" fontAlgn="base">
                  <a:spcBef>
                    <a:spcPct val="0"/>
                  </a:spcBef>
                  <a:defRPr/>
                </a:pPr>
                <a14:m>
                  <m:oMathPara xmlns:m="http://schemas.openxmlformats.org/officeDocument/2006/math">
                    <m:oMathParaPr>
                      <m:jc m:val="centerGroup"/>
                    </m:oMathParaPr>
                    <m:oMath xmlns:m="http://schemas.openxmlformats.org/officeDocument/2006/math">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dv</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dt</m:t>
                          </m:r>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acc>
                        <m:accPr>
                          <m:chr m:val="̃"/>
                          <m:ctrlPr>
                            <a:rPr lang="en-US" i="1">
                              <a:solidFill>
                                <a:schemeClr val="bg1"/>
                              </a:solidFill>
                              <a:latin typeface="Cambria Math" panose="02040503050406030204" pitchFamily="18" charset="0"/>
                              <a:ea typeface="Cambria Math" panose="02040503050406030204" pitchFamily="18" charset="0"/>
                            </a:rPr>
                          </m:ctrlPr>
                        </m:accPr>
                        <m:e>
                          <m:r>
                            <m:rPr>
                              <m:sty m:val="p"/>
                            </m:rPr>
                            <a:rPr lang="en-US">
                              <a:solidFill>
                                <a:schemeClr val="bg1"/>
                              </a:solidFill>
                              <a:latin typeface="Cambria Math" panose="02040503050406030204" pitchFamily="18" charset="0"/>
                              <a:ea typeface="Cambria Math" panose="02040503050406030204" pitchFamily="18" charset="0"/>
                            </a:rPr>
                            <m:t>V</m:t>
                          </m:r>
                        </m:e>
                      </m:acc>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Differentiation</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in</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the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time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domain</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equivalent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to</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multiplying</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by</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j</m:t>
                      </m:r>
                      <m:r>
                        <m:rPr>
                          <m:sty m:val="p"/>
                        </m:rPr>
                        <a:rPr kumimoji="0" lang="el-GR"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ω</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in</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the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phasor</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domain</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oMath>
                  </m:oMathPara>
                </a14:m>
                <a:endPar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endParaRPr>
              </a:p>
              <a:p>
                <a:pPr marL="0" marR="0" lvl="0" indent="0" algn="ctr" defTabSz="914400" rtl="0" eaLnBrk="1" fontAlgn="base" latinLnBrk="0" hangingPunct="1">
                  <a:lnSpc>
                    <a:spcPct val="100000"/>
                  </a:lnSpc>
                  <a:spcBef>
                    <a:spcPct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mn-cs"/>
                </a:endParaRPr>
              </a:p>
              <a:p>
                <a:pPr lvl="0" algn="ctr" fontAlgn="base">
                  <a:spcBef>
                    <a:spcPct val="0"/>
                  </a:spcBef>
                  <a:defRPr/>
                </a:pPr>
                <a14:m>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For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t</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ℛ</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e</m:t>
                    </m:r>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acc>
                              <m:accPr>
                                <m:chr m:val="̃"/>
                                <m:ctrlPr>
                                  <a:rPr lang="en-US" i="1">
                                    <a:solidFill>
                                      <a:schemeClr val="bg1"/>
                                    </a:solidFill>
                                    <a:latin typeface="Cambria Math" panose="02040503050406030204" pitchFamily="18" charset="0"/>
                                    <a:ea typeface="Cambria Math" panose="02040503050406030204" pitchFamily="18" charset="0"/>
                                  </a:rPr>
                                </m:ctrlPr>
                              </m:accPr>
                              <m:e>
                                <m:r>
                                  <m:rPr>
                                    <m:sty m:val="p"/>
                                  </m:rPr>
                                  <a:rPr lang="en-US">
                                    <a:solidFill>
                                      <a:schemeClr val="bg1"/>
                                    </a:solidFill>
                                    <a:latin typeface="Cambria Math" panose="02040503050406030204" pitchFamily="18" charset="0"/>
                                    <a:ea typeface="Cambria Math" panose="02040503050406030204" pitchFamily="18" charset="0"/>
                                  </a:rPr>
                                  <m:t>V</m:t>
                                </m:r>
                              </m:e>
                            </m:acc>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e</m:t>
                            </m:r>
                          </m:e>
                          <m:sup>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ωt</m:t>
                            </m:r>
                          </m:sup>
                        </m:sSup>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nary>
                      <m:naryPr>
                        <m:limLoc m:val="undOvr"/>
                        <m:subHide m:val="on"/>
                        <m:supHide m:val="o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naryPr>
                      <m:sub/>
                      <m:sup/>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v</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m:t>
                            </m:r>
                          </m:e>
                        </m:d>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dt</m:t>
                        </m:r>
                      </m:e>
                    </m:nary>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ℛ</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e</m:t>
                    </m:r>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nary>
                          <m:naryPr>
                            <m:limLoc m:val="undOvr"/>
                            <m:subHide m:val="on"/>
                            <m:supHide m:val="o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naryPr>
                          <m:sub/>
                          <m:sup/>
                          <m:e>
                            <m:acc>
                              <m:accPr>
                                <m:chr m:val="̃"/>
                                <m:ctrlPr>
                                  <a:rPr lang="en-US" i="1">
                                    <a:solidFill>
                                      <a:schemeClr val="bg1"/>
                                    </a:solidFill>
                                    <a:latin typeface="Cambria Math" panose="02040503050406030204" pitchFamily="18" charset="0"/>
                                    <a:ea typeface="Cambria Math" panose="02040503050406030204" pitchFamily="18" charset="0"/>
                                  </a:rPr>
                                </m:ctrlPr>
                              </m:accPr>
                              <m:e>
                                <m:r>
                                  <m:rPr>
                                    <m:sty m:val="p"/>
                                  </m:rPr>
                                  <a:rPr lang="en-US">
                                    <a:solidFill>
                                      <a:schemeClr val="bg1"/>
                                    </a:solidFill>
                                    <a:latin typeface="Cambria Math" panose="02040503050406030204" pitchFamily="18" charset="0"/>
                                    <a:ea typeface="Cambria Math" panose="02040503050406030204" pitchFamily="18" charset="0"/>
                                  </a:rPr>
                                  <m:t>V</m:t>
                                </m:r>
                              </m:e>
                            </m:acc>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e</m:t>
                                </m:r>
                              </m:e>
                              <m:sup>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ωt</m:t>
                                </m:r>
                              </m:sup>
                            </m:sSup>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dt</m:t>
                            </m:r>
                          </m:e>
                        </m:nary>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ℛ</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e</m:t>
                    </m:r>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acc>
                          <m:accPr>
                            <m:chr m:val="̃"/>
                            <m:ctrlPr>
                              <a:rPr lang="en-US" i="1">
                                <a:solidFill>
                                  <a:schemeClr val="bg1"/>
                                </a:solidFill>
                                <a:latin typeface="Cambria Math" panose="02040503050406030204" pitchFamily="18" charset="0"/>
                                <a:ea typeface="Cambria Math" panose="02040503050406030204" pitchFamily="18" charset="0"/>
                              </a:rPr>
                            </m:ctrlPr>
                          </m:accPr>
                          <m:e>
                            <m:r>
                              <m:rPr>
                                <m:sty m:val="p"/>
                              </m:rPr>
                              <a:rPr lang="en-US">
                                <a:solidFill>
                                  <a:schemeClr val="bg1"/>
                                </a:solidFill>
                                <a:latin typeface="Cambria Math" panose="02040503050406030204" pitchFamily="18" charset="0"/>
                                <a:ea typeface="Cambria Math" panose="02040503050406030204" pitchFamily="18" charset="0"/>
                              </a:rPr>
                              <m:t>V</m:t>
                            </m:r>
                          </m:e>
                        </m:acc>
                        <m:nary>
                          <m:naryPr>
                            <m:limLoc m:val="undOvr"/>
                            <m:subHide m:val="on"/>
                            <m:supHide m:val="o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naryPr>
                          <m:sub/>
                          <m:sup/>
                          <m:e>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e</m:t>
                                </m:r>
                              </m:e>
                              <m:sup>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ωt</m:t>
                                </m:r>
                              </m:sup>
                            </m:sSup>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dt</m:t>
                            </m:r>
                          </m:e>
                        </m:nary>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ℛ</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e</m:t>
                    </m:r>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acc>
                              <m:accPr>
                                <m:chr m:val="̃"/>
                                <m:ctrlPr>
                                  <a:rPr lang="en-US" i="1">
                                    <a:solidFill>
                                      <a:schemeClr val="bg1"/>
                                    </a:solidFill>
                                    <a:latin typeface="Cambria Math" panose="02040503050406030204" pitchFamily="18" charset="0"/>
                                    <a:ea typeface="Cambria Math" panose="02040503050406030204" pitchFamily="18" charset="0"/>
                                  </a:rPr>
                                </m:ctrlPr>
                              </m:accPr>
                              <m:e>
                                <m:r>
                                  <m:rPr>
                                    <m:sty m:val="p"/>
                                  </m:rPr>
                                  <a:rPr lang="en-US">
                                    <a:solidFill>
                                      <a:schemeClr val="bg1"/>
                                    </a:solidFill>
                                    <a:latin typeface="Cambria Math" panose="02040503050406030204" pitchFamily="18" charset="0"/>
                                    <a:ea typeface="Cambria Math" panose="02040503050406030204" pitchFamily="18" charset="0"/>
                                  </a:rPr>
                                  <m:t>V</m:t>
                                </m:r>
                              </m:e>
                            </m:acc>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f>
                                  <m:fPr>
                                    <m:type m:val="li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den>
                                </m:f>
                              </m:e>
                            </m:d>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e</m:t>
                            </m:r>
                          </m:e>
                          <m:sup>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ωt</m:t>
                            </m:r>
                          </m:sup>
                        </m:sSup>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a:t>
                </a:r>
              </a:p>
              <a:p>
                <a:pPr marL="0" marR="0" lvl="0" indent="0" algn="ctr" defTabSz="914400" rtl="0" eaLnBrk="1" fontAlgn="base" latinLnBrk="0" hangingPunct="1">
                  <a:lnSpc>
                    <a:spcPct val="100000"/>
                  </a:lnSpc>
                  <a:spcBef>
                    <a:spcPct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lvl="0" algn="ctr" fontAlgn="base">
                  <a:spcBef>
                    <a:spcPct val="0"/>
                  </a:spcBef>
                  <a:spcAft>
                    <a:spcPts val="1200"/>
                  </a:spcAft>
                  <a:defRPr/>
                </a:pPr>
                <a14:m>
                  <m:oMath xmlns:m="http://schemas.openxmlformats.org/officeDocument/2006/math">
                    <m:nary>
                      <m:naryPr>
                        <m:limLoc m:val="undOvr"/>
                        <m:subHide m:val="on"/>
                        <m:supHide m:val="o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naryPr>
                      <m:sub/>
                      <m:sup/>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v</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m:t>
                            </m:r>
                          </m:e>
                        </m:d>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dt</m:t>
                        </m:r>
                      </m:e>
                    </m:nary>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ℛ</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e</m:t>
                    </m:r>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f>
                                  <m:fPr>
                                    <m:type m:val="li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den>
                                </m:f>
                              </m:e>
                            </m:d>
                            <m:acc>
                              <m:accPr>
                                <m:chr m:val="̃"/>
                                <m:ctrlPr>
                                  <a:rPr lang="en-US" i="1">
                                    <a:solidFill>
                                      <a:schemeClr val="bg1"/>
                                    </a:solidFill>
                                    <a:latin typeface="Cambria Math" panose="02040503050406030204" pitchFamily="18" charset="0"/>
                                    <a:ea typeface="Cambria Math" panose="02040503050406030204" pitchFamily="18" charset="0"/>
                                  </a:rPr>
                                </m:ctrlPr>
                              </m:accPr>
                              <m:e>
                                <m:r>
                                  <m:rPr>
                                    <m:sty m:val="p"/>
                                  </m:rPr>
                                  <a:rPr lang="en-US">
                                    <a:solidFill>
                                      <a:schemeClr val="bg1"/>
                                    </a:solidFill>
                                    <a:latin typeface="Cambria Math" panose="02040503050406030204" pitchFamily="18" charset="0"/>
                                    <a:ea typeface="Cambria Math" panose="02040503050406030204" pitchFamily="18" charset="0"/>
                                  </a:rPr>
                                  <m:t>V</m:t>
                                </m:r>
                              </m:e>
                            </m:acc>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e</m:t>
                            </m:r>
                          </m:e>
                          <m:sup>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ωt</m:t>
                            </m:r>
                          </m:sup>
                        </m:sSup>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a:t>
                </a:r>
                <a:r>
                  <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mn-cs"/>
                  </a:rPr>
                  <a:t>Divide by j</a:t>
                </a:r>
                <a:r>
                  <a:rPr kumimoji="0" lang="el-GR"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ω</a:t>
                </a:r>
                <a:r>
                  <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 for integration.</a:t>
                </a:r>
              </a:p>
              <a:p>
                <a:pPr lvl="0" algn="ctr" fontAlgn="base">
                  <a:spcBef>
                    <a:spcPct val="0"/>
                  </a:spcBef>
                  <a:spcAft>
                    <a:spcPts val="600"/>
                  </a:spcAft>
                  <a:defRPr/>
                </a:pPr>
                <a14:m>
                  <m:oMathPara xmlns:m="http://schemas.openxmlformats.org/officeDocument/2006/math">
                    <m:oMathParaPr>
                      <m:jc m:val="centerGroup"/>
                    </m:oMathParaPr>
                    <m:oMath xmlns:m="http://schemas.openxmlformats.org/officeDocument/2006/math">
                      <m:nary>
                        <m:naryPr>
                          <m:limLoc m:val="undOvr"/>
                          <m:subHide m:val="on"/>
                          <m:supHide m:val="o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naryPr>
                        <m:sub/>
                        <m:sup/>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v</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m:t>
                              </m:r>
                            </m:e>
                          </m:d>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dt</m:t>
                          </m:r>
                        </m:e>
                      </m:nary>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f>
                            <m:fPr>
                              <m:type m:val="li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den>
                          </m:f>
                        </m:e>
                      </m:d>
                      <m:acc>
                        <m:accPr>
                          <m:chr m:val="̃"/>
                          <m:ctrlPr>
                            <a:rPr lang="en-US" i="1">
                              <a:solidFill>
                                <a:schemeClr val="bg1"/>
                              </a:solidFill>
                              <a:latin typeface="Cambria Math" panose="02040503050406030204" pitchFamily="18" charset="0"/>
                              <a:ea typeface="Cambria Math" panose="02040503050406030204" pitchFamily="18" charset="0"/>
                            </a:rPr>
                          </m:ctrlPr>
                        </m:accPr>
                        <m:e>
                          <m:r>
                            <m:rPr>
                              <m:sty m:val="p"/>
                            </m:rPr>
                            <a:rPr lang="en-US">
                              <a:solidFill>
                                <a:schemeClr val="bg1"/>
                              </a:solidFill>
                              <a:latin typeface="Cambria Math" panose="02040503050406030204" pitchFamily="18" charset="0"/>
                              <a:ea typeface="Cambria Math" panose="02040503050406030204" pitchFamily="18" charset="0"/>
                            </a:rPr>
                            <m:t>V</m:t>
                          </m:r>
                        </m:e>
                      </m:acc>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Integration</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in</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the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time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domain</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equivalent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to</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dividing</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by</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j</m:t>
                      </m:r>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in</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the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phasor</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domain</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endParaRPr>
              </a:p>
              <a:p>
                <a:pPr marL="257175" marR="0" lvl="0" indent="-257175" algn="l" defTabSz="914400" rtl="0" eaLnBrk="1" fontAlgn="base" latinLnBrk="0" hangingPunct="1">
                  <a:lnSpc>
                    <a:spcPct val="100000"/>
                  </a:lnSpc>
                  <a:spcBef>
                    <a:spcPct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mn-cs"/>
                  </a:rPr>
                  <a:t>Phasors turn differential equations in the time domain into algebraic equations in the phasor domain.</a:t>
                </a:r>
              </a:p>
              <a:p>
                <a:pPr marL="257175" marR="0" lvl="0" indent="-257175" algn="l" defTabSz="914400" rtl="0" eaLnBrk="1" fontAlgn="base" latinLnBrk="0" hangingPunct="1">
                  <a:lnSpc>
                    <a:spcPct val="100000"/>
                  </a:lnSpc>
                  <a:spcBef>
                    <a:spcPct val="0"/>
                  </a:spcBef>
                  <a:spcAft>
                    <a:spcPts val="60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mn-cs"/>
                </a:endParaRPr>
              </a:p>
              <a:p>
                <a:pPr marL="257175" indent="-257175" fontAlgn="base">
                  <a:spcBef>
                    <a:spcPct val="0"/>
                  </a:spcBef>
                  <a:spcAft>
                    <a:spcPts val="600"/>
                  </a:spcAft>
                  <a:buFont typeface="Arial" panose="020B0604020202020204" pitchFamily="34" charset="0"/>
                  <a:buChar char="•"/>
                </a:pPr>
                <a:r>
                  <a:rPr lang="en-US" dirty="0">
                    <a:solidFill>
                      <a:schemeClr val="bg1"/>
                    </a:solidFill>
                    <a:latin typeface="Cambria Math" panose="02040503050406030204" pitchFamily="18" charset="0"/>
                    <a:ea typeface="Cambria Math" panose="02040503050406030204" pitchFamily="18" charset="0"/>
                  </a:rPr>
                  <a:t>Phasors are a particular case of the Laplace Transform with s = j</a:t>
                </a:r>
                <a:r>
                  <a:rPr lang="el-GR" dirty="0">
                    <a:solidFill>
                      <a:schemeClr val="bg1"/>
                    </a:solidFill>
                    <a:latin typeface="Cambria Math" panose="02040503050406030204" pitchFamily="18" charset="0"/>
                    <a:ea typeface="Cambria Math" panose="02040503050406030204" pitchFamily="18" charset="0"/>
                    <a:cs typeface="Arial" panose="020B0604020202020204" pitchFamily="34" charset="0"/>
                  </a:rPr>
                  <a:t>ω</a:t>
                </a:r>
                <a:r>
                  <a:rPr lang="en-US" dirty="0">
                    <a:solidFill>
                      <a:schemeClr val="bg1"/>
                    </a:solidFill>
                    <a:latin typeface="Cambria Math" panose="02040503050406030204" pitchFamily="18" charset="0"/>
                    <a:ea typeface="Cambria Math" panose="02040503050406030204" pitchFamily="18" charset="0"/>
                  </a:rPr>
                  <a:t>.</a:t>
                </a:r>
                <a:endParaRPr lang="en-US" dirty="0">
                  <a:solidFill>
                    <a:schemeClr val="bg1"/>
                  </a:solidFill>
                  <a:latin typeface="Arial" panose="020B0604020202020204" pitchFamily="34" charset="0"/>
                  <a:ea typeface="Cambria Math" panose="02040503050406030204" pitchFamily="18" charset="0"/>
                  <a:cs typeface="Arial" panose="020B0604020202020204" pitchFamily="34" charset="0"/>
                </a:endParaRPr>
              </a:p>
              <a:p>
                <a:pPr marL="257175" marR="0" lvl="0" indent="-257175" algn="l" defTabSz="914400" rtl="0" eaLnBrk="1" fontAlgn="base" latinLnBrk="0" hangingPunct="1">
                  <a:lnSpc>
                    <a:spcPct val="100000"/>
                  </a:lnSpc>
                  <a:spcBef>
                    <a:spcPct val="0"/>
                  </a:spcBef>
                  <a:spcAft>
                    <a:spcPts val="60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mn-cs"/>
                </a:endParaRPr>
              </a:p>
              <a:p>
                <a:pPr marL="257175" marR="0" lvl="0" indent="-257175" algn="l" defTabSz="914400" rtl="0" eaLnBrk="1" fontAlgn="base" latinLnBrk="0" hangingPunct="1">
                  <a:lnSpc>
                    <a:spcPct val="100000"/>
                  </a:lnSpc>
                  <a:spcBef>
                    <a:spcPct val="0"/>
                  </a:spcBef>
                  <a:spcAft>
                    <a:spcPts val="0"/>
                  </a:spcAft>
                  <a:buClrTx/>
                  <a:buSzTx/>
                  <a:buFont typeface="Arial" panose="020B0604020202020204" pitchFamily="34" charset="0"/>
                  <a:buChar char="•"/>
                  <a:tabLst/>
                  <a:defRPr/>
                </a:pPr>
                <a14:m>
                  <m:oMath xmlns:m="http://schemas.openxmlformats.org/officeDocument/2006/math">
                    <m:r>
                      <m:rPr>
                        <m:sty m:val="p"/>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Phasor</m:t>
                    </m:r>
                    <m: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Multiplication</m:t>
                    </m:r>
                    <m:r>
                      <a:rPr kumimoji="0" lang="en-US" sz="1800" b="0" i="1"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d>
                      <m:dPr>
                        <m:ctrlPr>
                          <a:rPr kumimoji="0" lang="en-US" sz="1800" b="0" i="1"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a</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θ</m:t>
                        </m:r>
                      </m:e>
                    </m:d>
                    <m:d>
                      <m:dPr>
                        <m:ctrlPr>
                          <a:rPr kumimoji="0" lang="en-US" sz="1800" b="0" i="1"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b</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e>
                    </m:d>
                    <m: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d>
                      <m:dPr>
                        <m:ctrlPr>
                          <a:rPr kumimoji="0" lang="en-US" sz="1800" b="0" i="1"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a</m:t>
                        </m:r>
                      </m:e>
                    </m:d>
                    <m:d>
                      <m:dPr>
                        <m:ctrlPr>
                          <a:rPr kumimoji="0" lang="en-US" sz="1800" b="0" i="1"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b</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θ</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e>
                    </m:d>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Phasor</m:t>
                    </m:r>
                    <m: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Division</m:t>
                    </m:r>
                    <m:r>
                      <a:rPr kumimoji="0" lang="en-US" sz="1800" b="0" i="1"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f>
                      <m:fPr>
                        <m:ctrlPr>
                          <a:rPr kumimoji="0" lang="en-US" sz="1800" b="0" i="1"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m:rPr>
                            <m:sty m:val="p"/>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a</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θ</m:t>
                        </m:r>
                      </m:num>
                      <m:den>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b</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den>
                    </m:f>
                    <m: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m:rPr>
                            <m:sty m:val="p"/>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a</m:t>
                        </m:r>
                      </m:num>
                      <m:den>
                        <m:r>
                          <m:rPr>
                            <m:sty m:val="p"/>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b</m:t>
                        </m:r>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θ</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e>
                    </m:d>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endParaRPr kumimoji="0" lang="en-US" sz="1800" b="0" i="1"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mn-cs"/>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275167" y="625798"/>
                <a:ext cx="11641666" cy="6113725"/>
              </a:xfrm>
              <a:prstGeom prst="rect">
                <a:avLst/>
              </a:prstGeom>
              <a:blipFill>
                <a:blip r:embed="rId2"/>
                <a:stretch>
                  <a:fillRect l="-104"/>
                </a:stretch>
              </a:blipFill>
            </p:spPr>
            <p:txBody>
              <a:bodyPr/>
              <a:lstStyle/>
              <a:p>
                <a:r>
                  <a:rPr lang="en-US">
                    <a:noFill/>
                  </a:rPr>
                  <a:t> </a:t>
                </a:r>
              </a:p>
            </p:txBody>
          </p:sp>
        </mc:Fallback>
      </mc:AlternateContent>
    </p:spTree>
    <p:extLst>
      <p:ext uri="{BB962C8B-B14F-4D97-AF65-F5344CB8AC3E}">
        <p14:creationId xmlns:p14="http://schemas.microsoft.com/office/powerpoint/2010/main" val="564069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anim calcmode="lin" valueType="num">
                                      <p:cBhvr additive="base">
                                        <p:cTn id="7"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8" end="8"/>
                                            </p:txEl>
                                          </p:spTgt>
                                        </p:tgtEl>
                                        <p:attrNameLst>
                                          <p:attrName>style.visibility</p:attrName>
                                        </p:attrNameLst>
                                      </p:cBhvr>
                                      <p:to>
                                        <p:strVal val="visible"/>
                                      </p:to>
                                    </p:set>
                                    <p:anim calcmode="lin" valueType="num">
                                      <p:cBhvr additive="base">
                                        <p:cTn id="11"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8" end="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9" end="9"/>
                                            </p:txEl>
                                          </p:spTgt>
                                        </p:tgtEl>
                                        <p:attrNameLst>
                                          <p:attrName>style.visibility</p:attrName>
                                        </p:attrNameLst>
                                      </p:cBhvr>
                                      <p:to>
                                        <p:strVal val="visible"/>
                                      </p:to>
                                    </p:set>
                                    <p:anim calcmode="lin" valueType="num">
                                      <p:cBhvr additive="base">
                                        <p:cTn id="15"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4">
                                            <p:txEl>
                                              <p:pRg st="10" end="10"/>
                                            </p:txEl>
                                          </p:spTgt>
                                        </p:tgtEl>
                                        <p:attrNameLst>
                                          <p:attrName>style.visibility</p:attrName>
                                        </p:attrNameLst>
                                      </p:cBhvr>
                                      <p:to>
                                        <p:strVal val="visible"/>
                                      </p:to>
                                    </p:set>
                                    <p:anim calcmode="lin" valueType="num">
                                      <p:cBhvr additive="base">
                                        <p:cTn id="21"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
                                            <p:txEl>
                                              <p:pRg st="12" end="12"/>
                                            </p:txEl>
                                          </p:spTgt>
                                        </p:tgtEl>
                                        <p:attrNameLst>
                                          <p:attrName>style.visibility</p:attrName>
                                        </p:attrNameLst>
                                      </p:cBhvr>
                                      <p:to>
                                        <p:strVal val="visible"/>
                                      </p:to>
                                    </p:set>
                                    <p:anim calcmode="lin" valueType="num">
                                      <p:cBhvr additive="base">
                                        <p:cTn id="27" dur="500" fill="hold"/>
                                        <p:tgtEl>
                                          <p:spTgt spid="4">
                                            <p:txEl>
                                              <p:pRg st="12" end="1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4">
                                            <p:txEl>
                                              <p:pRg st="14" end="14"/>
                                            </p:txEl>
                                          </p:spTgt>
                                        </p:tgtEl>
                                        <p:attrNameLst>
                                          <p:attrName>style.visibility</p:attrName>
                                        </p:attrNameLst>
                                      </p:cBhvr>
                                      <p:to>
                                        <p:strVal val="visible"/>
                                      </p:to>
                                    </p:set>
                                    <p:anim calcmode="lin" valueType="num">
                                      <p:cBhvr additive="base">
                                        <p:cTn id="33" dur="500" fill="hold"/>
                                        <p:tgtEl>
                                          <p:spTgt spid="4">
                                            <p:txEl>
                                              <p:pRg st="14" end="1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4184" y="-25167"/>
            <a:ext cx="5535827" cy="533400"/>
          </a:xfrm>
        </p:spPr>
        <p:txBody>
          <a:bodyPr>
            <a:noAutofit/>
          </a:bodyPr>
          <a:lstStyle/>
          <a:p>
            <a:r>
              <a:rPr lang="en-US" sz="4000" dirty="0"/>
              <a:t>Phasors and Impedance</a:t>
            </a:r>
          </a:p>
        </p:txBody>
      </p:sp>
      <mc:AlternateContent xmlns:mc="http://schemas.openxmlformats.org/markup-compatibility/2006" xmlns:a14="http://schemas.microsoft.com/office/drawing/2010/main">
        <mc:Choice Requires="a14">
          <p:sp>
            <p:nvSpPr>
              <p:cNvPr id="4" name="TextBox 3"/>
              <p:cNvSpPr txBox="1"/>
              <p:nvPr/>
            </p:nvSpPr>
            <p:spPr>
              <a:xfrm>
                <a:off x="300479" y="604808"/>
                <a:ext cx="11625797" cy="5745163"/>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lvl="0" algn="ctr">
                  <a:defRPr/>
                </a:pPr>
                <a14:m>
                  <m:oMathPara xmlns:m="http://schemas.openxmlformats.org/officeDocument/2006/math">
                    <m:oMathParaPr>
                      <m:jc m:val="centerGroup"/>
                    </m:oMathParaPr>
                    <m:oMath xmlns:m="http://schemas.openxmlformats.org/officeDocument/2006/math">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dv</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dt</m:t>
                          </m:r>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j</m:t>
                      </m:r>
                      <m:r>
                        <m:rPr>
                          <m:sty m:val="p"/>
                        </m:rPr>
                        <a:rPr kumimoji="0" lang="el-GR"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ω</m:t>
                      </m:r>
                      <m:acc>
                        <m:accPr>
                          <m:chr m:val="̃"/>
                          <m:ctrlPr>
                            <a:rPr lang="en-US" i="1">
                              <a:solidFill>
                                <a:schemeClr val="bg1"/>
                              </a:solidFill>
                              <a:latin typeface="Cambria Math" panose="02040503050406030204" pitchFamily="18" charset="0"/>
                              <a:ea typeface="Cambria Math" panose="02040503050406030204" pitchFamily="18" charset="0"/>
                            </a:rPr>
                          </m:ctrlPr>
                        </m:accPr>
                        <m:e>
                          <m:r>
                            <m:rPr>
                              <m:sty m:val="p"/>
                            </m:rPr>
                            <a:rPr lang="en-US">
                              <a:solidFill>
                                <a:schemeClr val="bg1"/>
                              </a:solidFill>
                              <a:latin typeface="Cambria Math" panose="02040503050406030204" pitchFamily="18" charset="0"/>
                              <a:ea typeface="Cambria Math" panose="02040503050406030204" pitchFamily="18" charset="0"/>
                            </a:rPr>
                            <m:t>V</m:t>
                          </m:r>
                        </m:e>
                      </m:acc>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nary>
                        <m:naryPr>
                          <m:limLoc m:val="undOvr"/>
                          <m:subHide m:val="on"/>
                          <m:supHide m:val="o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naryPr>
                        <m:sub/>
                        <m:sup/>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v</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m:t>
                              </m:r>
                            </m:e>
                          </m:d>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dt</m:t>
                          </m:r>
                        </m:e>
                      </m:nary>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f>
                            <m:fPr>
                              <m:type m:val="li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den>
                          </m:f>
                        </m:e>
                      </m:d>
                      <m:acc>
                        <m:accPr>
                          <m:chr m:val="̃"/>
                          <m:ctrlPr>
                            <a:rPr lang="en-US" i="1">
                              <a:solidFill>
                                <a:schemeClr val="bg1"/>
                              </a:solidFill>
                              <a:latin typeface="Cambria Math" panose="02040503050406030204" pitchFamily="18" charset="0"/>
                              <a:ea typeface="Cambria Math" panose="02040503050406030204" pitchFamily="18" charset="0"/>
                            </a:rPr>
                          </m:ctrlPr>
                        </m:accPr>
                        <m:e>
                          <m:r>
                            <m:rPr>
                              <m:sty m:val="p"/>
                            </m:rPr>
                            <a:rPr lang="en-US">
                              <a:solidFill>
                                <a:schemeClr val="bg1"/>
                              </a:solidFill>
                              <a:latin typeface="Cambria Math" panose="02040503050406030204" pitchFamily="18" charset="0"/>
                              <a:ea typeface="Cambria Math" panose="02040503050406030204" pitchFamily="18" charset="0"/>
                            </a:rPr>
                            <m:t>V</m:t>
                          </m:r>
                        </m:e>
                      </m:acc>
                      <m:r>
                        <a:rPr lang="en-US" b="0" i="0" smtClean="0">
                          <a:solidFill>
                            <a:schemeClr val="bg1"/>
                          </a:solidFill>
                          <a:latin typeface="Cambria Math" panose="02040503050406030204" pitchFamily="18" charset="0"/>
                          <a:ea typeface="Cambria Math" panose="02040503050406030204" pitchFamily="18" charset="0"/>
                        </a:rPr>
                        <m:t>.</m:t>
                      </m:r>
                    </m:oMath>
                  </m:oMathPara>
                </a14:m>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Cambria Math" panose="02040503050406030204" pitchFamily="18" charset="0"/>
                  <a:cs typeface="Arial" panose="020B0604020202020204" pitchFamily="34" charset="0"/>
                </a:endParaRPr>
              </a:p>
              <a:p>
                <a:pPr lvl="0">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For an inductor: </a:t>
                </a:r>
                <a14:m>
                  <m:oMath xmlns:m="http://schemas.openxmlformats.org/officeDocument/2006/math">
                    <m:sSub>
                      <m:sSub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ctrlPr>
                      </m:sSubPr>
                      <m:e>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v</m:t>
                        </m:r>
                      </m:e>
                      <m:sub>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L</m:t>
                        </m:r>
                      </m:sub>
                    </m:sSub>
                    <m:d>
                      <m:d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ctrlPr>
                      </m:dPr>
                      <m:e>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t</m:t>
                        </m:r>
                      </m:e>
                    </m:d>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m:t>
                    </m:r>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L</m:t>
                    </m:r>
                    <m:f>
                      <m:f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b>
                          <m:sSub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di</m:t>
                            </m:r>
                          </m:e>
                          <m:sub>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
                          <m:d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m:t>
                            </m:r>
                          </m:e>
                        </m:d>
                      </m:num>
                      <m:den>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dt</m:t>
                        </m:r>
                      </m:den>
                    </m:f>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In terms of phasors, </a:t>
                </a:r>
                <a14:m>
                  <m:oMath xmlns:m="http://schemas.openxmlformats.org/officeDocument/2006/math">
                    <m:sSub>
                      <m:sSubPr>
                        <m:ctrlPr>
                          <a:rPr kumimoji="0" lang="en-US" sz="1800" i="1" u="none" strike="noStrike" kern="1200" cap="none" spc="0" normalizeH="0" baseline="0" noProof="0" smtClean="0">
                            <a:ln>
                              <a:noFill/>
                            </a:ln>
                            <a:solidFill>
                              <a:srgbClr val="000000"/>
                            </a:solidFill>
                            <a:effectLst/>
                            <a:uLnTx/>
                            <a:uFillTx/>
                            <a:latin typeface="Cambria Math" panose="02040503050406030204" pitchFamily="18" charset="0"/>
                          </a:rPr>
                        </m:ctrlPr>
                      </m:sSubPr>
                      <m:e>
                        <m:acc>
                          <m:accPr>
                            <m:chr m:val="̃"/>
                            <m:ctrlPr>
                              <a:rPr lang="en-US" i="1">
                                <a:solidFill>
                                  <a:schemeClr val="bg1"/>
                                </a:solidFill>
                                <a:latin typeface="Cambria Math" panose="02040503050406030204" pitchFamily="18" charset="0"/>
                                <a:ea typeface="Cambria Math" panose="02040503050406030204" pitchFamily="18" charset="0"/>
                              </a:rPr>
                            </m:ctrlPr>
                          </m:accPr>
                          <m:e>
                            <m:r>
                              <m:rPr>
                                <m:sty m:val="p"/>
                              </m:rPr>
                              <a:rPr lang="en-US" b="0">
                                <a:solidFill>
                                  <a:schemeClr val="bg1"/>
                                </a:solidFill>
                                <a:latin typeface="Cambria Math" panose="02040503050406030204" pitchFamily="18" charset="0"/>
                                <a:ea typeface="Cambria Math" panose="02040503050406030204" pitchFamily="18" charset="0"/>
                              </a:rPr>
                              <m:t>V</m:t>
                            </m:r>
                          </m:e>
                        </m:acc>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rPr>
                          <m:t>L</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Ljω</m:t>
                    </m:r>
                    <m:sSub>
                      <m:sSubPr>
                        <m:ctrlPr>
                          <a:rPr kumimoji="0" lang="en-US" sz="1800" i="1" u="none" strike="noStrike" kern="1200" cap="none" spc="0" normalizeH="0" baseline="0" noProof="0" smtClean="0">
                            <a:ln>
                              <a:noFill/>
                            </a:ln>
                            <a:solidFill>
                              <a:srgbClr val="000000"/>
                            </a:solidFill>
                            <a:effectLst/>
                            <a:uLnTx/>
                            <a:uFillTx/>
                            <a:latin typeface="Cambria Math" panose="02040503050406030204" pitchFamily="18" charset="0"/>
                          </a:rPr>
                        </m:ctrlPr>
                      </m:sSubPr>
                      <m:e>
                        <m:acc>
                          <m:accPr>
                            <m:chr m:val="̃"/>
                            <m:ctrlPr>
                              <a:rPr lang="en-US" i="1">
                                <a:solidFill>
                                  <a:schemeClr val="bg1"/>
                                </a:solidFill>
                                <a:latin typeface="Cambria Math" panose="02040503050406030204" pitchFamily="18" charset="0"/>
                                <a:ea typeface="Cambria Math" panose="02040503050406030204" pitchFamily="18" charset="0"/>
                              </a:rPr>
                            </m:ctrlPr>
                          </m:accPr>
                          <m:e>
                            <m:r>
                              <m:rPr>
                                <m:sty m:val="p"/>
                              </m:rPr>
                              <a:rPr lang="en-US" b="0" i="0" smtClean="0">
                                <a:solidFill>
                                  <a:schemeClr val="bg1"/>
                                </a:solidFill>
                                <a:latin typeface="Cambria Math" panose="02040503050406030204" pitchFamily="18" charset="0"/>
                                <a:ea typeface="Cambria Math" panose="02040503050406030204" pitchFamily="18" charset="0"/>
                              </a:rPr>
                              <m:t>I</m:t>
                            </m:r>
                          </m:e>
                        </m:acc>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rPr>
                          <m:t>L</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a14:m>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Cambria Math" panose="02040503050406030204" pitchFamily="18"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Cambria Math" panose="02040503050406030204" pitchFamily="18"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Define inductor impedance Z</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L</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as phasor voltage divided by phasor current.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lvl="0" algn="ctr">
                  <a:spcAft>
                    <a:spcPts val="1800"/>
                  </a:spcAf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Z</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L</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sSub>
                            <m:sSubPr>
                              <m:ctrlPr>
                                <a:rPr kumimoji="0" lang="en-US" sz="1800" i="1" u="none" strike="noStrike" kern="1200" cap="none" spc="0" normalizeH="0" baseline="0" noProof="0">
                                  <a:ln>
                                    <a:noFill/>
                                  </a:ln>
                                  <a:solidFill>
                                    <a:srgbClr val="000000"/>
                                  </a:solidFill>
                                  <a:effectLst/>
                                  <a:uLnTx/>
                                  <a:uFillTx/>
                                  <a:latin typeface="Cambria Math" panose="02040503050406030204" pitchFamily="18" charset="0"/>
                                </a:rPr>
                              </m:ctrlPr>
                            </m:sSubPr>
                            <m:e>
                              <m:acc>
                                <m:accPr>
                                  <m:chr m:val="̃"/>
                                  <m:ctrlPr>
                                    <a:rPr lang="en-US" i="1">
                                      <a:solidFill>
                                        <a:schemeClr val="bg1"/>
                                      </a:solidFill>
                                      <a:latin typeface="Cambria Math" panose="02040503050406030204" pitchFamily="18" charset="0"/>
                                      <a:ea typeface="Cambria Math" panose="02040503050406030204" pitchFamily="18" charset="0"/>
                                    </a:rPr>
                                  </m:ctrlPr>
                                </m:accPr>
                                <m:e>
                                  <m:r>
                                    <m:rPr>
                                      <m:sty m:val="p"/>
                                    </m:rPr>
                                    <a:rPr lang="en-US" b="0">
                                      <a:solidFill>
                                        <a:schemeClr val="bg1"/>
                                      </a:solidFill>
                                      <a:latin typeface="Cambria Math" panose="02040503050406030204" pitchFamily="18" charset="0"/>
                                      <a:ea typeface="Cambria Math" panose="02040503050406030204" pitchFamily="18" charset="0"/>
                                    </a:rPr>
                                    <m:t>V</m:t>
                                  </m:r>
                                </m:e>
                              </m:acc>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rPr>
                                <m:t>L</m:t>
                              </m:r>
                            </m:sub>
                          </m:sSub>
                        </m:num>
                        <m:den>
                          <m:sSub>
                            <m:sSubPr>
                              <m:ctrlPr>
                                <a:rPr kumimoji="0" lang="en-US" sz="1800" i="1" u="none" strike="noStrike" kern="1200" cap="none" spc="0" normalizeH="0" baseline="0" noProof="0">
                                  <a:ln>
                                    <a:noFill/>
                                  </a:ln>
                                  <a:solidFill>
                                    <a:srgbClr val="000000"/>
                                  </a:solidFill>
                                  <a:effectLst/>
                                  <a:uLnTx/>
                                  <a:uFillTx/>
                                  <a:latin typeface="Cambria Math" panose="02040503050406030204" pitchFamily="18" charset="0"/>
                                </a:rPr>
                              </m:ctrlPr>
                            </m:sSubPr>
                            <m:e>
                              <m:acc>
                                <m:accPr>
                                  <m:chr m:val="̃"/>
                                  <m:ctrlPr>
                                    <a:rPr lang="en-US" i="1">
                                      <a:solidFill>
                                        <a:schemeClr val="bg1"/>
                                      </a:solidFill>
                                      <a:latin typeface="Cambria Math" panose="02040503050406030204" pitchFamily="18" charset="0"/>
                                      <a:ea typeface="Cambria Math" panose="02040503050406030204" pitchFamily="18" charset="0"/>
                                    </a:rPr>
                                  </m:ctrlPr>
                                </m:accPr>
                                <m:e>
                                  <m:r>
                                    <m:rPr>
                                      <m:sty m:val="p"/>
                                    </m:rPr>
                                    <a:rPr lang="en-US" b="0" i="0" smtClean="0">
                                      <a:solidFill>
                                        <a:schemeClr val="bg1"/>
                                      </a:solidFill>
                                      <a:latin typeface="Cambria Math" panose="02040503050406030204" pitchFamily="18" charset="0"/>
                                      <a:ea typeface="Cambria Math" panose="02040503050406030204" pitchFamily="18" charset="0"/>
                                    </a:rPr>
                                    <m:t>I</m:t>
                                  </m:r>
                                </m:e>
                              </m:acc>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rPr>
                                <m:t>L</m:t>
                              </m:r>
                            </m:sub>
                          </m:sSub>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L</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Also</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L</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jX</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L</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∠90</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where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ωL</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referred</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to</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inductive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reactance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Cambria Math" panose="02040503050406030204" pitchFamily="18" charset="0"/>
                  <a:cs typeface="Arial" panose="020B0604020202020204" pitchFamily="34" charset="0"/>
                </a:endParaRPr>
              </a:p>
              <a:p>
                <a:pPr lvl="0">
                  <a:spcAft>
                    <a:spcPts val="1800"/>
                  </a:spcAf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For a capacitor: </a:t>
                </a:r>
                <a14:m>
                  <m:oMath xmlns:m="http://schemas.openxmlformats.org/officeDocument/2006/math">
                    <m:sSub>
                      <m:sSub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ctrlPr>
                      </m:sSubPr>
                      <m:e>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I</m:t>
                        </m:r>
                      </m:e>
                      <m:sub>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C</m:t>
                        </m:r>
                      </m:sub>
                    </m:sSub>
                    <m:d>
                      <m:d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ctrlPr>
                      </m:dPr>
                      <m:e>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t</m:t>
                        </m:r>
                      </m:e>
                    </m:d>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m:t>
                    </m:r>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C</m:t>
                    </m:r>
                    <m:f>
                      <m:f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b>
                          <m:sSub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V</m:t>
                            </m:r>
                          </m:e>
                          <m:sub>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C</m:t>
                            </m:r>
                          </m:sub>
                        </m:sSub>
                        <m:d>
                          <m:d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m:t>
                            </m:r>
                          </m:e>
                        </m:d>
                      </m:num>
                      <m:den>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dt</m:t>
                        </m:r>
                      </m:den>
                    </m:f>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In terms of phasors, </a:t>
                </a:r>
                <a14:m>
                  <m:oMath xmlns:m="http://schemas.openxmlformats.org/officeDocument/2006/math">
                    <m:sSub>
                      <m:sSubPr>
                        <m:ctrlPr>
                          <a:rPr kumimoji="0" lang="en-US" sz="1800" i="1" u="none" strike="noStrike" kern="1200" cap="none" spc="0" normalizeH="0" baseline="0" noProof="0">
                            <a:ln>
                              <a:noFill/>
                            </a:ln>
                            <a:solidFill>
                              <a:srgbClr val="000000"/>
                            </a:solidFill>
                            <a:effectLst/>
                            <a:uLnTx/>
                            <a:uFillTx/>
                            <a:latin typeface="Cambria Math" panose="02040503050406030204" pitchFamily="18" charset="0"/>
                          </a:rPr>
                        </m:ctrlPr>
                      </m:sSubPr>
                      <m:e>
                        <m:acc>
                          <m:accPr>
                            <m:chr m:val="̃"/>
                            <m:ctrlPr>
                              <a:rPr lang="en-US" i="1">
                                <a:solidFill>
                                  <a:schemeClr val="bg1"/>
                                </a:solidFill>
                                <a:latin typeface="Cambria Math" panose="02040503050406030204" pitchFamily="18" charset="0"/>
                                <a:ea typeface="Cambria Math" panose="02040503050406030204" pitchFamily="18" charset="0"/>
                              </a:rPr>
                            </m:ctrlPr>
                          </m:accPr>
                          <m:e>
                            <m:r>
                              <m:rPr>
                                <m:sty m:val="p"/>
                              </m:rPr>
                              <a:rPr lang="en-US" b="0" i="0" smtClean="0">
                                <a:solidFill>
                                  <a:schemeClr val="bg1"/>
                                </a:solidFill>
                                <a:latin typeface="Cambria Math" panose="02040503050406030204" pitchFamily="18" charset="0"/>
                                <a:ea typeface="Cambria Math" panose="02040503050406030204" pitchFamily="18" charset="0"/>
                              </a:rPr>
                              <m:t>I</m:t>
                            </m:r>
                          </m:e>
                        </m:acc>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rPr>
                          <m:t>C</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C</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jω</m:t>
                    </m:r>
                    <m:sSub>
                      <m:sSubPr>
                        <m:ctrlPr>
                          <a:rPr kumimoji="0" lang="en-US" sz="1800" i="1" u="none" strike="noStrike" kern="1200" cap="none" spc="0" normalizeH="0" baseline="0" noProof="0">
                            <a:ln>
                              <a:noFill/>
                            </a:ln>
                            <a:solidFill>
                              <a:srgbClr val="000000"/>
                            </a:solidFill>
                            <a:effectLst/>
                            <a:uLnTx/>
                            <a:uFillTx/>
                            <a:latin typeface="Cambria Math" panose="02040503050406030204" pitchFamily="18" charset="0"/>
                          </a:rPr>
                        </m:ctrlPr>
                      </m:sSubPr>
                      <m:e>
                        <m:acc>
                          <m:accPr>
                            <m:chr m:val="̃"/>
                            <m:ctrlPr>
                              <a:rPr lang="en-US" i="1">
                                <a:solidFill>
                                  <a:schemeClr val="bg1"/>
                                </a:solidFill>
                                <a:latin typeface="Cambria Math" panose="02040503050406030204" pitchFamily="18" charset="0"/>
                                <a:ea typeface="Cambria Math" panose="02040503050406030204" pitchFamily="18" charset="0"/>
                              </a:rPr>
                            </m:ctrlPr>
                          </m:accPr>
                          <m:e>
                            <m:r>
                              <m:rPr>
                                <m:sty m:val="p"/>
                              </m:rPr>
                              <a:rPr lang="en-US" b="0">
                                <a:solidFill>
                                  <a:schemeClr val="bg1"/>
                                </a:solidFill>
                                <a:latin typeface="Cambria Math" panose="02040503050406030204" pitchFamily="18" charset="0"/>
                                <a:ea typeface="Cambria Math" panose="02040503050406030204" pitchFamily="18" charset="0"/>
                              </a:rPr>
                              <m:t>V</m:t>
                            </m:r>
                          </m:e>
                        </m:acc>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rPr>
                          <m:t>C</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oMath>
                </a14:m>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Cambria Math" panose="02040503050406030204" pitchFamily="18"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Define capacitor impedance Z</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C</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as phasor voltage divided by phasor current.</a:t>
                </a:r>
              </a:p>
              <a:p>
                <a:pPr lvl="0" algn="ctr">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Z</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C</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sSub>
                            <m:sSubPr>
                              <m:ctrlPr>
                                <a:rPr lang="en-US" b="1" i="1">
                                  <a:solidFill>
                                    <a:srgbClr val="000000"/>
                                  </a:solidFill>
                                  <a:latin typeface="Cambria Math" panose="02040503050406030204" pitchFamily="18" charset="0"/>
                                </a:rPr>
                              </m:ctrlPr>
                            </m:sSubPr>
                            <m:e>
                              <m:acc>
                                <m:accPr>
                                  <m:chr m:val="̃"/>
                                  <m:ctrlPr>
                                    <a:rPr lang="en-US" i="1">
                                      <a:solidFill>
                                        <a:schemeClr val="bg1"/>
                                      </a:solidFill>
                                      <a:latin typeface="Cambria Math" panose="02040503050406030204" pitchFamily="18" charset="0"/>
                                      <a:ea typeface="Cambria Math" panose="02040503050406030204" pitchFamily="18" charset="0"/>
                                    </a:rPr>
                                  </m:ctrlPr>
                                </m:accPr>
                                <m:e>
                                  <m:r>
                                    <m:rPr>
                                      <m:sty m:val="p"/>
                                    </m:rPr>
                                    <a:rPr lang="en-US">
                                      <a:solidFill>
                                        <a:schemeClr val="bg1"/>
                                      </a:solidFill>
                                      <a:latin typeface="Cambria Math" panose="02040503050406030204" pitchFamily="18" charset="0"/>
                                      <a:ea typeface="Cambria Math" panose="02040503050406030204" pitchFamily="18" charset="0"/>
                                    </a:rPr>
                                    <m:t>V</m:t>
                                  </m:r>
                                </m:e>
                              </m:acc>
                            </m:e>
                            <m:sub>
                              <m:r>
                                <a:rPr lang="en-US" b="1">
                                  <a:solidFill>
                                    <a:srgbClr val="000000"/>
                                  </a:solidFill>
                                  <a:latin typeface="Cambria Math" panose="02040503050406030204" pitchFamily="18" charset="0"/>
                                </a:rPr>
                                <m:t>𝐂</m:t>
                              </m:r>
                            </m:sub>
                          </m:sSub>
                        </m:num>
                        <m:den>
                          <m:sSub>
                            <m:sSubPr>
                              <m:ctrlPr>
                                <a:rPr lang="en-US" i="1">
                                  <a:solidFill>
                                    <a:srgbClr val="000000"/>
                                  </a:solidFill>
                                  <a:latin typeface="Cambria Math" panose="02040503050406030204" pitchFamily="18" charset="0"/>
                                </a:rPr>
                              </m:ctrlPr>
                            </m:sSubPr>
                            <m:e>
                              <m:acc>
                                <m:accPr>
                                  <m:chr m:val="̃"/>
                                  <m:ctrlPr>
                                    <a:rPr lang="en-US" i="1">
                                      <a:solidFill>
                                        <a:schemeClr val="bg1"/>
                                      </a:solidFill>
                                      <a:latin typeface="Cambria Math" panose="02040503050406030204" pitchFamily="18" charset="0"/>
                                      <a:ea typeface="Cambria Math" panose="02040503050406030204" pitchFamily="18" charset="0"/>
                                    </a:rPr>
                                  </m:ctrlPr>
                                </m:accPr>
                                <m:e>
                                  <m:r>
                                    <m:rPr>
                                      <m:sty m:val="p"/>
                                    </m:rPr>
                                    <a:rPr lang="en-US" b="0" i="0" smtClean="0">
                                      <a:solidFill>
                                        <a:schemeClr val="bg1"/>
                                      </a:solidFill>
                                      <a:latin typeface="Cambria Math" panose="02040503050406030204" pitchFamily="18" charset="0"/>
                                      <a:ea typeface="Cambria Math" panose="02040503050406030204" pitchFamily="18" charset="0"/>
                                    </a:rPr>
                                    <m:t>I</m:t>
                                  </m:r>
                                </m:e>
                              </m:acc>
                            </m:e>
                            <m:sub>
                              <m:r>
                                <m:rPr>
                                  <m:sty m:val="p"/>
                                </m:rPr>
                                <a:rPr lang="en-US" b="0" i="1">
                                  <a:solidFill>
                                    <a:srgbClr val="000000"/>
                                  </a:solidFill>
                                  <a:latin typeface="Cambria Math" panose="02040503050406030204" pitchFamily="18" charset="0"/>
                                </a:rPr>
                                <m:t>C</m:t>
                              </m:r>
                            </m:sub>
                          </m:sSub>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C</m:t>
                          </m:r>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Also</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Z</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C</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jX</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C</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X</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C</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90</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e>
                      </m:d>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where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C</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f>
                        <m:fPr>
                          <m:type m:val="lin"/>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num>
                        <m:den>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ωC</m:t>
                          </m:r>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referred</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to</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capacitive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reactance</m:t>
                      </m:r>
                      <m:r>
                        <m:rPr>
                          <m:nor/>
                        </m:rP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Cambria Math" panose="02040503050406030204" pitchFamily="18" charset="0"/>
                          <a:cs typeface="Arial" panose="020B0604020202020204" pitchFamily="34" charset="0"/>
                        </a:rPr>
                        <m:t>.</m:t>
                      </m:r>
                    </m:oMath>
                  </m:oMathPara>
                </a14:m>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Cambria Math" panose="02040503050406030204" pitchFamily="18"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Cambria Math" panose="02040503050406030204" pitchFamily="18" charset="0"/>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Impedance Z is a complex number representing the magnitude of peak phasor voltage divided by peak phasor current, along with the phase angle difference between voltage and current.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300479" y="604808"/>
                <a:ext cx="11625797" cy="5745163"/>
              </a:xfrm>
              <a:prstGeom prst="rect">
                <a:avLst/>
              </a:prstGeom>
              <a:blipFill>
                <a:blip r:embed="rId2"/>
                <a:stretch>
                  <a:fillRect l="-209"/>
                </a:stretch>
              </a:blipFill>
            </p:spPr>
            <p:txBody>
              <a:bodyPr/>
              <a:lstStyle/>
              <a:p>
                <a:r>
                  <a:rPr lang="en-US">
                    <a:noFill/>
                  </a:rPr>
                  <a:t> </a:t>
                </a:r>
              </a:p>
            </p:txBody>
          </p:sp>
        </mc:Fallback>
      </mc:AlternateContent>
    </p:spTree>
    <p:extLst>
      <p:ext uri="{BB962C8B-B14F-4D97-AF65-F5344CB8AC3E}">
        <p14:creationId xmlns:p14="http://schemas.microsoft.com/office/powerpoint/2010/main" val="2092400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anim calcmode="lin" valueType="num">
                                      <p:cBhvr additive="base">
                                        <p:cTn id="7"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7" end="7"/>
                                            </p:txEl>
                                          </p:spTgt>
                                        </p:tgtEl>
                                        <p:attrNameLst>
                                          <p:attrName>style.visibility</p:attrName>
                                        </p:attrNameLst>
                                      </p:cBhvr>
                                      <p:to>
                                        <p:strVal val="visible"/>
                                      </p:to>
                                    </p:set>
                                    <p:anim calcmode="lin" valueType="num">
                                      <p:cBhvr additive="base">
                                        <p:cTn id="11"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8" end="8"/>
                                            </p:txEl>
                                          </p:spTgt>
                                        </p:tgtEl>
                                        <p:attrNameLst>
                                          <p:attrName>style.visibility</p:attrName>
                                        </p:attrNameLst>
                                      </p:cBhvr>
                                      <p:to>
                                        <p:strVal val="visible"/>
                                      </p:to>
                                    </p:set>
                                    <p:anim calcmode="lin" valueType="num">
                                      <p:cBhvr additive="base">
                                        <p:cTn id="15"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pRg st="10" end="10"/>
                                            </p:txEl>
                                          </p:spTgt>
                                        </p:tgtEl>
                                        <p:attrNameLst>
                                          <p:attrName>style.visibility</p:attrName>
                                        </p:attrNameLst>
                                      </p:cBhvr>
                                      <p:to>
                                        <p:strVal val="visible"/>
                                      </p:to>
                                    </p:set>
                                    <p:anim calcmode="lin" valueType="num">
                                      <p:cBhvr additive="base">
                                        <p:cTn id="19"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3161" y="55607"/>
            <a:ext cx="7204934" cy="498585"/>
          </a:xfrm>
        </p:spPr>
        <p:txBody>
          <a:bodyPr>
            <a:noAutofit/>
          </a:bodyPr>
          <a:lstStyle/>
          <a:p>
            <a:r>
              <a:rPr lang="en-US" sz="4000" dirty="0"/>
              <a:t>Phasor Relationship for Resistors</a:t>
            </a:r>
          </a:p>
        </p:txBody>
      </p:sp>
      <mc:AlternateContent xmlns:mc="http://schemas.openxmlformats.org/markup-compatibility/2006" xmlns:a14="http://schemas.microsoft.com/office/drawing/2010/main">
        <mc:Choice Requires="a14">
          <p:sp>
            <p:nvSpPr>
              <p:cNvPr id="5" name="TextBox 4"/>
              <p:cNvSpPr txBox="1"/>
              <p:nvPr/>
            </p:nvSpPr>
            <p:spPr>
              <a:xfrm>
                <a:off x="451556" y="934246"/>
                <a:ext cx="11446933" cy="49834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For a resistor: </a:t>
                </a:r>
                <a14:m>
                  <m:oMath xmlns:m="http://schemas.openxmlformats.org/officeDocument/2006/math">
                    <m:sSub>
                      <m:sSub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ctrlPr>
                      </m:sSubPr>
                      <m:e>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v</m:t>
                        </m:r>
                      </m:e>
                      <m:sub>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R</m:t>
                        </m:r>
                      </m:sub>
                    </m:sSub>
                    <m:d>
                      <m:d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ctrlPr>
                      </m:dPr>
                      <m:e>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t</m:t>
                        </m:r>
                      </m:e>
                    </m:d>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m:t>
                    </m:r>
                    <m:sSub>
                      <m:sSub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ctrlPr>
                      </m:sSubPr>
                      <m:e>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i</m:t>
                        </m:r>
                      </m:e>
                      <m:sub>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R</m:t>
                        </m:r>
                      </m:sub>
                    </m:sSub>
                    <m:d>
                      <m:d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ctrlPr>
                      </m:dPr>
                      <m:e>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t</m:t>
                        </m:r>
                      </m:e>
                    </m:d>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R</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For </a:t>
                </a:r>
                <a14:m>
                  <m:oMath xmlns:m="http://schemas.openxmlformats.org/officeDocument/2006/math">
                    <m:sSub>
                      <m:sSub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ctrlPr>
                      </m:sSubPr>
                      <m:e>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v</m:t>
                        </m:r>
                      </m:e>
                      <m:sub>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R</m:t>
                        </m:r>
                      </m:sub>
                    </m:sSub>
                    <m:d>
                      <m:d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ctrlPr>
                      </m:dPr>
                      <m:e>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t</m:t>
                        </m:r>
                      </m:e>
                    </m:d>
                    <m: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m:t>
                    </m:r>
                    <m:func>
                      <m:func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Arial" charset="0"/>
                            <a:cs typeface="Arial" charset="0"/>
                          </a:rPr>
                        </m:ctrlPr>
                      </m:funcPr>
                      <m:fNa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Arial" charset="0"/>
                                <a:cs typeface="Arial" charset="0"/>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Arial" charset="0"/>
                                <a:cs typeface="Arial" charset="0"/>
                              </a:rPr>
                              <m:t>V</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Arial" charset="0"/>
                                <a:cs typeface="Arial" charset="0"/>
                              </a:rPr>
                              <m:t>m</m:t>
                            </m:r>
                          </m:sub>
                        </m:s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Arial" charset="0"/>
                            <a:cs typeface="Arial" charset="0"/>
                          </a:rPr>
                          <m:t>cos</m:t>
                        </m:r>
                      </m:fName>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Arial" charset="0"/>
                                <a:cs typeface="Arial" charset="0"/>
                              </a:rPr>
                            </m:ctrlPr>
                          </m:d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Arial" charset="0"/>
                                <a:cs typeface="Arial" charset="0"/>
                              </a:rPr>
                              <m:t>2</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Arial" charset="0"/>
                                <a:cs typeface="Arial" charset="0"/>
                              </a:rPr>
                              <m:t>πft</m:t>
                            </m:r>
                          </m:e>
                        </m:d>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Arial" charset="0"/>
                            <a:cs typeface="Arial" charset="0"/>
                          </a:rPr>
                          <m:t>,</m:t>
                        </m:r>
                        <m: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 </m:t>
                        </m:r>
                      </m:e>
                    </m:func>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where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V</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m</a:t>
                </a:r>
                <a:r>
                  <a:rPr kumimoji="0" lang="en-US" sz="1800" b="0" i="0" u="none" strike="noStrike" kern="1200" cap="none" spc="0" normalizeH="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is the peak amplitude of the cosine wave.</a:t>
                </a: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457200" marR="0" lvl="1" indent="0" algn="l" defTabSz="914400" rtl="0" eaLnBrk="1" fontAlgn="base" latinLnBrk="0" hangingPunct="1">
                  <a:lnSpc>
                    <a:spcPct val="100000"/>
                  </a:lnSpc>
                  <a:spcBef>
                    <a:spcPct val="0"/>
                  </a:spcBef>
                  <a:spcAft>
                    <a:spcPct val="0"/>
                  </a:spcAft>
                  <a:buClrTx/>
                  <a:buSzTx/>
                  <a:buFontTx/>
                  <a:buNone/>
                  <a:tabLst/>
                  <a:defRPr/>
                </a:pPr>
                <a14:m>
                  <m:oMath xmlns:m="http://schemas.openxmlformats.org/officeDocument/2006/math">
                    <m:sSub>
                      <m:sSub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ctrlPr>
                      </m:sSubPr>
                      <m:e>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i</m:t>
                        </m:r>
                      </m:e>
                      <m:sub>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R</m:t>
                        </m:r>
                      </m:sub>
                    </m:sSub>
                    <m:d>
                      <m:d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ctrlPr>
                      </m:dPr>
                      <m:e>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t</m:t>
                        </m:r>
                      </m:e>
                    </m:d>
                    <m:func>
                      <m:func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Arial" charset="0"/>
                            <a:cs typeface="Arial" charset="0"/>
                          </a:rPr>
                        </m:ctrlPr>
                      </m:funcPr>
                      <m:fNa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Arial" charset="0"/>
                            <a:cs typeface="Arial" charset="0"/>
                          </a:rPr>
                          <m:t>=</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ctrlPr>
                          </m:dPr>
                          <m:e>
                            <m:f>
                              <m:fPr>
                                <m:type m:val="li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ctrlPr>
                              </m:fPr>
                              <m:num>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Arial" charset="0"/>
                                        <a:cs typeface="Arial" charset="0"/>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Arial" charset="0"/>
                                        <a:cs typeface="Arial" charset="0"/>
                                      </a:rPr>
                                      <m:t>V</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Arial" charset="0"/>
                                        <a:cs typeface="Arial" charset="0"/>
                                      </a:rPr>
                                      <m:t>m</m:t>
                                    </m:r>
                                  </m:sub>
                                </m:sSub>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R</m:t>
                                </m:r>
                              </m:den>
                            </m:f>
                          </m:e>
                        </m:d>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Arial" charset="0"/>
                            <a:cs typeface="Arial" charset="0"/>
                          </a:rPr>
                          <m:t>cos</m:t>
                        </m:r>
                      </m:fName>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Arial" charset="0"/>
                                <a:cs typeface="Arial" charset="0"/>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Arial" charset="0"/>
                                <a:cs typeface="Arial" charset="0"/>
                              </a:rPr>
                              <m:t>ωt</m:t>
                            </m:r>
                          </m:e>
                        </m: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Arial" charset="0"/>
                            <a:cs typeface="Arial" charset="0"/>
                          </a:rPr>
                          <m:t>=</m:t>
                        </m:r>
                      </m:e>
                    </m:func>
                    <m:func>
                      <m:func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Arial" charset="0"/>
                            <a:cs typeface="Arial" charset="0"/>
                          </a:rPr>
                        </m:ctrlPr>
                      </m:funcPr>
                      <m:fNa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Arial" charset="0"/>
                                <a:cs typeface="Arial" charset="0"/>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Arial" charset="0"/>
                              </a:rPr>
                              <m:t>I</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Arial" charset="0"/>
                                <a:cs typeface="Arial" charset="0"/>
                              </a:rPr>
                              <m:t>m</m:t>
                            </m:r>
                          </m:sub>
                        </m:s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Arial" charset="0"/>
                            <a:cs typeface="Arial" charset="0"/>
                          </a:rPr>
                          <m:t>cos</m:t>
                        </m:r>
                      </m:fName>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Arial" charset="0"/>
                                <a:cs typeface="Arial" charset="0"/>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Arial" charset="0"/>
                                <a:cs typeface="Arial" charset="0"/>
                              </a:rPr>
                              <m:t>ωt</m:t>
                            </m:r>
                          </m:e>
                        </m:d>
                      </m:e>
                    </m:func>
                    <m:r>
                      <a:rPr kumimoji="0" lang="en-US"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where</a:t>
                </a:r>
                <a:r>
                  <a:rPr kumimoji="0" lang="en-US" sz="1800" b="0" i="0" u="none" strike="noStrike" kern="1200" cap="none" spc="0" normalizeH="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r>
                  <a:rPr kumimoji="0" lang="en-US" sz="1800" b="0" i="0" u="none" strike="noStrike" kern="1200" cap="none" spc="0" normalizeH="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I</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m</a:t>
                </a:r>
                <a:r>
                  <a:rPr kumimoji="0" lang="en-US" sz="1800" b="0" i="0" u="none" strike="noStrike" kern="1200" cap="none" spc="0" normalizeH="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is the peak amplitude of the cosine wave.</a:t>
                </a: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In terms of phasors,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ctrlPr>
                      </m:sSubPr>
                      <m:e>
                        <m:acc>
                          <m:accPr>
                            <m:chr m:val="̃"/>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Arial" charset="0"/>
                              </a:rPr>
                            </m:ctrlPr>
                          </m:acc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Arial" charset="0"/>
                              </a:rPr>
                              <m:t>V</m:t>
                            </m:r>
                          </m:e>
                        </m:acc>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Arial" charset="0"/>
                          </a:rPr>
                          <m:t>R</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Arial" charset="0"/>
                            <a:cs typeface="Arial" charset="0"/>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Arial" charset="0"/>
                            <a:cs typeface="Arial" charset="0"/>
                          </a:rPr>
                          <m:t>V</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Arial" charset="0"/>
                            <a:cs typeface="Arial" charset="0"/>
                          </a:rPr>
                          <m:t>m</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Arial" charset="0"/>
                        <a:cs typeface="Arial" charset="0"/>
                      </a:rPr>
                      <m:t>0˚</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Arial" charset="0"/>
                        <a:cs typeface="Arial" charset="0"/>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and</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ctrlPr>
                      </m:sSubPr>
                      <m:e>
                        <m:acc>
                          <m:accPr>
                            <m:chr m:val="̃"/>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Arial" charset="0"/>
                              </a:rPr>
                            </m:ctrlPr>
                          </m:acc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Arial" charset="0"/>
                              </a:rPr>
                              <m:t>I</m:t>
                            </m:r>
                          </m:e>
                        </m:acc>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Arial" charset="0"/>
                          </a:rPr>
                          <m:t>R</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Arial" charset="0"/>
                            <a:cs typeface="Arial" charset="0"/>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I</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Arial" charset="0"/>
                            <a:cs typeface="Arial" charset="0"/>
                          </a:rPr>
                          <m:t>m</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Arial" charset="0"/>
                        <a:cs typeface="Arial" charset="0"/>
                      </a:rPr>
                      <m:t>0˚</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oMath>
                </a14:m>
                <a:endParaRPr kumimoji="0" lang="en-US" sz="1350" b="0" i="0" u="none" strike="noStrike" kern="1200" cap="none" spc="0" normalizeH="0" baseline="0" noProof="0" dirty="0">
                  <a:ln>
                    <a:noFill/>
                  </a:ln>
                  <a:solidFill>
                    <a:srgbClr val="000000"/>
                  </a:solidFill>
                  <a:effectLst/>
                  <a:uLnTx/>
                  <a:uFillTx/>
                  <a:latin typeface="Arial" panose="020B0604020202020204" pitchFamily="34" charset="0"/>
                  <a:ea typeface="Cambria Math" panose="02040503050406030204" pitchFamily="18" charset="0"/>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350" b="0" i="0" u="none" strike="noStrike" kern="1200" cap="none" spc="0" normalizeH="0" baseline="0" noProof="0" dirty="0">
                  <a:ln>
                    <a:noFill/>
                  </a:ln>
                  <a:solidFill>
                    <a:srgbClr val="000000"/>
                  </a:solidFill>
                  <a:effectLst/>
                  <a:uLnTx/>
                  <a:uFillTx/>
                  <a:latin typeface="Arial" panose="020B0604020202020204" pitchFamily="34" charset="0"/>
                  <a:ea typeface="Cambria Math" panose="02040503050406030204" pitchFamily="18" charset="0"/>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350" b="0" i="0" u="none" strike="noStrike" kern="1200" cap="none" spc="0" normalizeH="0" baseline="0" noProof="0" dirty="0">
                  <a:ln>
                    <a:noFill/>
                  </a:ln>
                  <a:solidFill>
                    <a:srgbClr val="000000"/>
                  </a:solidFill>
                  <a:effectLst/>
                  <a:uLnTx/>
                  <a:uFillTx/>
                  <a:latin typeface="Arial" panose="020B0604020202020204" pitchFamily="34" charset="0"/>
                  <a:ea typeface="Cambria Math" panose="02040503050406030204" pitchFamily="18" charset="0"/>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350" b="0" i="0" u="none" strike="noStrike" kern="1200" cap="none" spc="0" normalizeH="0" baseline="0" noProof="0" dirty="0">
                  <a:ln>
                    <a:noFill/>
                  </a:ln>
                  <a:solidFill>
                    <a:srgbClr val="000000"/>
                  </a:solidFill>
                  <a:effectLst/>
                  <a:uLnTx/>
                  <a:uFillTx/>
                  <a:latin typeface="Arial" panose="020B0604020202020204" pitchFamily="34" charset="0"/>
                  <a:ea typeface="Cambria Math" panose="02040503050406030204" pitchFamily="18" charset="0"/>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350" b="0" i="0" u="none" strike="noStrike" kern="1200" cap="none" spc="0" normalizeH="0" baseline="0" noProof="0" dirty="0">
                  <a:ln>
                    <a:noFill/>
                  </a:ln>
                  <a:solidFill>
                    <a:srgbClr val="000000"/>
                  </a:solidFill>
                  <a:effectLst/>
                  <a:uLnTx/>
                  <a:uFillTx/>
                  <a:latin typeface="Arial" panose="020B0604020202020204" pitchFamily="34" charset="0"/>
                  <a:ea typeface="Cambria Math" panose="02040503050406030204" pitchFamily="18" charset="0"/>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350" b="0" i="0" u="none" strike="noStrike" kern="1200" cap="none" spc="0" normalizeH="0" baseline="0" noProof="0" dirty="0">
                  <a:ln>
                    <a:noFill/>
                  </a:ln>
                  <a:solidFill>
                    <a:srgbClr val="000000"/>
                  </a:solidFill>
                  <a:effectLst/>
                  <a:uLnTx/>
                  <a:uFillTx/>
                  <a:latin typeface="Arial" panose="020B0604020202020204" pitchFamily="34" charset="0"/>
                  <a:ea typeface="Cambria Math" panose="02040503050406030204" pitchFamily="18" charset="0"/>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350" b="0" i="0" u="none" strike="noStrike" kern="1200" cap="none" spc="0" normalizeH="0" baseline="0" noProof="0" dirty="0">
                  <a:ln>
                    <a:noFill/>
                  </a:ln>
                  <a:solidFill>
                    <a:srgbClr val="000000"/>
                  </a:solidFill>
                  <a:effectLst/>
                  <a:uLnTx/>
                  <a:uFillTx/>
                  <a:latin typeface="Arial" panose="020B0604020202020204" pitchFamily="34" charset="0"/>
                  <a:ea typeface="Cambria Math" panose="02040503050406030204" pitchFamily="18" charset="0"/>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350" b="0" i="0" u="none" strike="noStrike" kern="1200" cap="none" spc="0" normalizeH="0" baseline="0" noProof="0" dirty="0">
                  <a:ln>
                    <a:noFill/>
                  </a:ln>
                  <a:solidFill>
                    <a:srgbClr val="000000"/>
                  </a:solidFill>
                  <a:effectLst/>
                  <a:uLnTx/>
                  <a:uFillTx/>
                  <a:latin typeface="Arial" panose="020B0604020202020204" pitchFamily="34" charset="0"/>
                  <a:ea typeface="Cambria Math" panose="02040503050406030204" pitchFamily="18" charset="0"/>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350" b="0" i="0" u="none" strike="noStrike" kern="1200" cap="none" spc="0" normalizeH="0" baseline="0" noProof="0" dirty="0">
                  <a:ln>
                    <a:noFill/>
                  </a:ln>
                  <a:solidFill>
                    <a:srgbClr val="000000"/>
                  </a:solidFill>
                  <a:effectLst/>
                  <a:uLnTx/>
                  <a:uFillTx/>
                  <a:latin typeface="Arial" panose="020B0604020202020204" pitchFamily="34" charset="0"/>
                  <a:ea typeface="Cambria Math" panose="02040503050406030204" pitchFamily="18" charset="0"/>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350" b="0" i="0" u="none" strike="noStrike" kern="1200" cap="none" spc="0" normalizeH="0" baseline="0" noProof="0" dirty="0">
                  <a:ln>
                    <a:noFill/>
                  </a:ln>
                  <a:solidFill>
                    <a:srgbClr val="000000"/>
                  </a:solidFill>
                  <a:effectLst/>
                  <a:uLnTx/>
                  <a:uFillTx/>
                  <a:latin typeface="Arial" panose="020B0604020202020204" pitchFamily="34" charset="0"/>
                  <a:ea typeface="Cambria Math" panose="02040503050406030204" pitchFamily="18" charset="0"/>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350" b="0" i="0" u="none" strike="noStrike" kern="1200" cap="none" spc="0" normalizeH="0" baseline="0" noProof="0" dirty="0">
                  <a:ln>
                    <a:noFill/>
                  </a:ln>
                  <a:solidFill>
                    <a:srgbClr val="000000"/>
                  </a:solidFill>
                  <a:effectLst/>
                  <a:uLnTx/>
                  <a:uFillTx/>
                  <a:latin typeface="Arial" panose="020B0604020202020204" pitchFamily="34" charset="0"/>
                  <a:ea typeface="Cambria Math" panose="02040503050406030204" pitchFamily="18" charset="0"/>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350" b="0" i="0" u="none" strike="noStrike" kern="1200" cap="none" spc="0" normalizeH="0" baseline="0" noProof="0" dirty="0">
                  <a:ln>
                    <a:noFill/>
                  </a:ln>
                  <a:solidFill>
                    <a:srgbClr val="000000"/>
                  </a:solidFill>
                  <a:effectLst/>
                  <a:uLnTx/>
                  <a:uFillTx/>
                  <a:latin typeface="Arial" panose="020B0604020202020204" pitchFamily="34" charset="0"/>
                  <a:ea typeface="Cambria Math" panose="02040503050406030204" pitchFamily="18" charset="0"/>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350" b="0" i="0" u="none" strike="noStrike" kern="1200" cap="none" spc="0" normalizeH="0" baseline="0" noProof="0" dirty="0">
                  <a:ln>
                    <a:noFill/>
                  </a:ln>
                  <a:solidFill>
                    <a:srgbClr val="000000"/>
                  </a:solidFill>
                  <a:effectLst/>
                  <a:uLnTx/>
                  <a:uFillTx/>
                  <a:latin typeface="Arial" panose="020B0604020202020204" pitchFamily="34" charset="0"/>
                  <a:ea typeface="Cambria Math" panose="02040503050406030204" pitchFamily="18" charset="0"/>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350" b="0" i="0" u="none" strike="noStrike" kern="1200" cap="none" spc="0" normalizeH="0" baseline="0" noProof="0" dirty="0">
                  <a:ln>
                    <a:noFill/>
                  </a:ln>
                  <a:solidFill>
                    <a:srgbClr val="000000"/>
                  </a:solidFill>
                  <a:effectLst/>
                  <a:uLnTx/>
                  <a:uFillTx/>
                  <a:latin typeface="Arial" panose="020B0604020202020204" pitchFamily="34" charset="0"/>
                  <a:ea typeface="Cambria Math" panose="02040503050406030204" pitchFamily="18" charset="0"/>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350" b="0" i="0" u="none" strike="noStrike" kern="1200" cap="none" spc="0" normalizeH="0" baseline="0" noProof="0" dirty="0">
                  <a:ln>
                    <a:noFill/>
                  </a:ln>
                  <a:solidFill>
                    <a:srgbClr val="000000"/>
                  </a:solidFill>
                  <a:effectLst/>
                  <a:uLnTx/>
                  <a:uFillTx/>
                  <a:latin typeface="Arial" panose="020B0604020202020204" pitchFamily="34" charset="0"/>
                  <a:ea typeface="Cambria Math" panose="02040503050406030204" pitchFamily="18" charset="0"/>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350" b="0" i="0" u="none" strike="noStrike" kern="1200" cap="none" spc="0" normalizeH="0" baseline="0" noProof="0" dirty="0">
                  <a:ln>
                    <a:noFill/>
                  </a:ln>
                  <a:solidFill>
                    <a:srgbClr val="000000"/>
                  </a:solidFill>
                  <a:effectLst/>
                  <a:uLnTx/>
                  <a:uFillTx/>
                  <a:latin typeface="Arial" panose="020B0604020202020204" pitchFamily="34" charset="0"/>
                  <a:ea typeface="Cambria Math" panose="02040503050406030204" pitchFamily="18" charset="0"/>
                  <a:cs typeface="Arial" panose="020B0604020202020204" pitchFamily="34" charset="0"/>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For a circuit having pure resistance the voltage and current have the same phase.</a:t>
                </a:r>
              </a:p>
            </p:txBody>
          </p:sp>
        </mc:Choice>
        <mc:Fallback xmlns="">
          <p:sp>
            <p:nvSpPr>
              <p:cNvPr id="5" name="TextBox 4"/>
              <p:cNvSpPr txBox="1">
                <a:spLocks noRot="1" noChangeAspect="1" noMove="1" noResize="1" noEditPoints="1" noAdjustHandles="1" noChangeArrowheads="1" noChangeShapeType="1" noTextEdit="1"/>
              </p:cNvSpPr>
              <p:nvPr/>
            </p:nvSpPr>
            <p:spPr>
              <a:xfrm>
                <a:off x="451556" y="934246"/>
                <a:ext cx="11446933" cy="4983480"/>
              </a:xfrm>
              <a:prstGeom prst="rect">
                <a:avLst/>
              </a:prstGeom>
              <a:blipFill>
                <a:blip r:embed="rId2"/>
                <a:stretch>
                  <a:fillRect l="-106" t="-242"/>
                </a:stretch>
              </a:blipFill>
            </p:spPr>
            <p:txBody>
              <a:bodyPr/>
              <a:lstStyle/>
              <a:p>
                <a:r>
                  <a:rPr lang="en-US">
                    <a:noFill/>
                  </a:rPr>
                  <a:t> </a:t>
                </a:r>
              </a:p>
            </p:txBody>
          </p:sp>
        </mc:Fallback>
      </mc:AlternateContent>
      <p:pic>
        <p:nvPicPr>
          <p:cNvPr id="16" name="Picture 15">
            <a:extLst>
              <a:ext uri="{FF2B5EF4-FFF2-40B4-BE49-F238E27FC236}">
                <a16:creationId xmlns:a16="http://schemas.microsoft.com/office/drawing/2014/main" id="{D3E23D23-00E0-7891-4BB9-4E904F9EEE87}"/>
              </a:ext>
            </a:extLst>
          </p:cNvPr>
          <p:cNvPicPr>
            <a:picLocks noChangeAspect="1"/>
          </p:cNvPicPr>
          <p:nvPr/>
        </p:nvPicPr>
        <p:blipFill>
          <a:blip r:embed="rId3"/>
          <a:stretch>
            <a:fillRect/>
          </a:stretch>
        </p:blipFill>
        <p:spPr>
          <a:xfrm>
            <a:off x="887474" y="2728771"/>
            <a:ext cx="3043906" cy="2451391"/>
          </a:xfrm>
          <a:prstGeom prst="rect">
            <a:avLst/>
          </a:prstGeom>
        </p:spPr>
      </p:pic>
      <p:pic>
        <p:nvPicPr>
          <p:cNvPr id="18" name="Picture 17">
            <a:extLst>
              <a:ext uri="{FF2B5EF4-FFF2-40B4-BE49-F238E27FC236}">
                <a16:creationId xmlns:a16="http://schemas.microsoft.com/office/drawing/2014/main" id="{A0249DD6-716F-6393-FBBA-7F9B1E1DAD8B}"/>
              </a:ext>
            </a:extLst>
          </p:cNvPr>
          <p:cNvPicPr>
            <a:picLocks noChangeAspect="1"/>
          </p:cNvPicPr>
          <p:nvPr/>
        </p:nvPicPr>
        <p:blipFill>
          <a:blip r:embed="rId4"/>
          <a:stretch>
            <a:fillRect/>
          </a:stretch>
        </p:blipFill>
        <p:spPr>
          <a:xfrm>
            <a:off x="6807234" y="2429563"/>
            <a:ext cx="3639058" cy="2553056"/>
          </a:xfrm>
          <a:prstGeom prst="rect">
            <a:avLst/>
          </a:prstGeom>
        </p:spPr>
      </p:pic>
    </p:spTree>
    <p:extLst>
      <p:ext uri="{BB962C8B-B14F-4D97-AF65-F5344CB8AC3E}">
        <p14:creationId xmlns:p14="http://schemas.microsoft.com/office/powerpoint/2010/main" val="37317492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8131" y="-36573"/>
            <a:ext cx="7139940" cy="498585"/>
          </a:xfrm>
        </p:spPr>
        <p:txBody>
          <a:bodyPr>
            <a:noAutofit/>
          </a:bodyPr>
          <a:lstStyle/>
          <a:p>
            <a:r>
              <a:rPr lang="en-US" sz="4000" dirty="0"/>
              <a:t>Phasor Relationship for Inductors</a:t>
            </a:r>
          </a:p>
        </p:txBody>
      </p:sp>
      <mc:AlternateContent xmlns:mc="http://schemas.openxmlformats.org/markup-compatibility/2006" xmlns:a14="http://schemas.microsoft.com/office/drawing/2010/main">
        <mc:Choice Requires="a14">
          <p:sp>
            <p:nvSpPr>
              <p:cNvPr id="5" name="TextBox 4"/>
              <p:cNvSpPr txBox="1"/>
              <p:nvPr/>
            </p:nvSpPr>
            <p:spPr>
              <a:xfrm>
                <a:off x="201168" y="548078"/>
                <a:ext cx="11411712" cy="617342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marR="0" lvl="0" indent="-285750" algn="l" defTabSz="914400" rtl="0" eaLnBrk="1" fontAlgn="base" latinLnBrk="0" hangingPunct="1">
                  <a:lnSpc>
                    <a:spcPct val="100000"/>
                  </a:lnSpc>
                  <a:spcBef>
                    <a:spcPct val="0"/>
                  </a:spcBef>
                  <a:spcAft>
                    <a:spcPts val="12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Inductors oppose a change in current.</a:t>
                </a:r>
              </a:p>
              <a:p>
                <a:pPr lvl="0" fontAlgn="base">
                  <a:spcBef>
                    <a:spcPct val="0"/>
                  </a:spcBef>
                  <a:spcAft>
                    <a:spcPts val="1800"/>
                  </a:spcAft>
                  <a:defRPr/>
                </a:pPr>
                <a14:m>
                  <m:oMathPara xmlns:m="http://schemas.openxmlformats.org/officeDocument/2006/math">
                    <m:oMathParaPr>
                      <m:jc m:val="centerGroup"/>
                    </m:oMathParaPr>
                    <m:oMath xmlns:m="http://schemas.openxmlformats.org/officeDocument/2006/math">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For</m:t>
                      </m:r>
                      <m: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 </m:t>
                      </m:r>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an</m:t>
                      </m:r>
                      <m: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 </m:t>
                      </m:r>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inductor</m:t>
                      </m:r>
                      <m: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m:t>
                      </m:r>
                      <m:sSub>
                        <m:sSub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ctrlPr>
                        </m:sSubPr>
                        <m:e>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V</m:t>
                          </m:r>
                        </m:e>
                        <m:sub>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L</m:t>
                          </m:r>
                        </m:sub>
                      </m:sSub>
                      <m:d>
                        <m:d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ctrlPr>
                        </m:dPr>
                        <m:e>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t</m:t>
                          </m:r>
                        </m:e>
                      </m:d>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m:t>
                      </m:r>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L</m:t>
                      </m:r>
                      <m:f>
                        <m:f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b>
                            <m:sSub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m:t>
                              </m:r>
                            </m:e>
                            <m:sub>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
                            <m:d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m:t>
                              </m:r>
                            </m:e>
                          </m:d>
                        </m:num>
                        <m:den>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dt</m:t>
                          </m:r>
                        </m:den>
                      </m:f>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dt</m:t>
                          </m:r>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sSub>
                        <m:sSubPr>
                          <m:ctrlPr>
                            <a:rPr lang="en-US" i="1">
                              <a:solidFill>
                                <a:srgbClr val="000000"/>
                              </a:solidFill>
                              <a:latin typeface="Cambria Math" panose="02040503050406030204" pitchFamily="18" charset="0"/>
                              <a:cs typeface="Arial"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b="0" i="1">
                                  <a:solidFill>
                                    <a:srgbClr val="000000"/>
                                  </a:solidFill>
                                  <a:latin typeface="Cambria Math" panose="02040503050406030204" pitchFamily="18" charset="0"/>
                                  <a:ea typeface="Cambria Math" panose="02040503050406030204" pitchFamily="18" charset="0"/>
                                </a:rPr>
                                <m:t>I</m:t>
                              </m:r>
                            </m:e>
                          </m:acc>
                        </m:e>
                        <m:sub>
                          <m:r>
                            <m:rPr>
                              <m:sty m:val="p"/>
                            </m:rPr>
                            <a:rPr lang="en-US" b="0" i="1">
                              <a:solidFill>
                                <a:srgbClr val="000000"/>
                              </a:solidFill>
                              <a:latin typeface="Cambria Math" panose="02040503050406030204" pitchFamily="18" charset="0"/>
                              <a:cs typeface="Arial" charset="0"/>
                            </a:rPr>
                            <m:t>L</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In</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terms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of</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phasors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lang="en-US" i="1">
                              <a:solidFill>
                                <a:srgbClr val="000000"/>
                              </a:solidFill>
                              <a:latin typeface="Cambria Math" panose="02040503050406030204" pitchFamily="18" charset="0"/>
                              <a:cs typeface="Arial"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i="1">
                                  <a:solidFill>
                                    <a:srgbClr val="000000"/>
                                  </a:solidFill>
                                  <a:latin typeface="Cambria Math" panose="02040503050406030204" pitchFamily="18" charset="0"/>
                                  <a:ea typeface="Cambria Math" panose="02040503050406030204" pitchFamily="18" charset="0"/>
                                </a:rPr>
                                <m:t>V</m:t>
                              </m:r>
                            </m:e>
                          </m:acc>
                        </m:e>
                        <m:sub>
                          <m:r>
                            <m:rPr>
                              <m:sty m:val="p"/>
                            </m:rPr>
                            <a:rPr lang="en-US" i="1">
                              <a:solidFill>
                                <a:srgbClr val="000000"/>
                              </a:solidFill>
                              <a:latin typeface="Cambria Math" panose="02040503050406030204" pitchFamily="18" charset="0"/>
                              <a:cs typeface="Arial" charset="0"/>
                            </a:rPr>
                            <m:t>L</m:t>
                          </m:r>
                        </m:sub>
                      </m:sSub>
                      <m:r>
                        <a:rPr lang="en-US">
                          <a:solidFill>
                            <a:srgbClr val="000000"/>
                          </a:solidFill>
                          <a:latin typeface="Cambria Math" panose="02040503050406030204" pitchFamily="18" charset="0"/>
                        </a:rPr>
                        <m:t>=</m:t>
                      </m:r>
                      <m:r>
                        <m:rPr>
                          <m:sty m:val="p"/>
                        </m:rPr>
                        <a:rPr lang="en-US">
                          <a:solidFill>
                            <a:srgbClr val="000000"/>
                          </a:solidFill>
                          <a:latin typeface="Cambria Math" panose="02040503050406030204" pitchFamily="18" charset="0"/>
                          <a:ea typeface="Arial" charset="0"/>
                          <a:cs typeface="Arial" charset="0"/>
                        </a:rPr>
                        <m:t>j</m:t>
                      </m:r>
                      <m:r>
                        <m:rPr>
                          <m:sty m:val="p"/>
                        </m:rPr>
                        <a:rPr lang="el-GR" altLang="en-US" i="1">
                          <a:solidFill>
                            <a:srgbClr val="000000"/>
                          </a:solidFill>
                          <a:latin typeface="Cambria Math" panose="02040503050406030204" pitchFamily="18" charset="0"/>
                          <a:ea typeface="Cambria Math" panose="02040503050406030204" pitchFamily="18" charset="0"/>
                        </a:rPr>
                        <m:t>ω</m:t>
                      </m:r>
                      <m:r>
                        <m:rPr>
                          <m:sty m:val="p"/>
                        </m:rPr>
                        <a:rPr lang="en-US" altLang="en-US">
                          <a:solidFill>
                            <a:srgbClr val="000000"/>
                          </a:solidFill>
                          <a:latin typeface="Cambria Math" panose="02040503050406030204" pitchFamily="18" charset="0"/>
                          <a:ea typeface="Cambria Math" panose="02040503050406030204" pitchFamily="18" charset="0"/>
                        </a:rPr>
                        <m:t>L</m:t>
                      </m:r>
                      <m:sSub>
                        <m:sSubPr>
                          <m:ctrlPr>
                            <a:rPr lang="en-US" i="1">
                              <a:solidFill>
                                <a:srgbClr val="000000"/>
                              </a:solidFill>
                              <a:latin typeface="Cambria Math" panose="02040503050406030204" pitchFamily="18" charset="0"/>
                              <a:cs typeface="Arial"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i="1">
                                  <a:solidFill>
                                    <a:srgbClr val="000000"/>
                                  </a:solidFill>
                                  <a:latin typeface="Cambria Math" panose="02040503050406030204" pitchFamily="18" charset="0"/>
                                  <a:ea typeface="Cambria Math" panose="02040503050406030204" pitchFamily="18" charset="0"/>
                                </a:rPr>
                                <m:t>I</m:t>
                              </m:r>
                            </m:e>
                          </m:acc>
                        </m:e>
                        <m:sub>
                          <m:r>
                            <m:rPr>
                              <m:sty m:val="p"/>
                            </m:rPr>
                            <a:rPr lang="en-US" i="1">
                              <a:solidFill>
                                <a:srgbClr val="000000"/>
                              </a:solidFill>
                              <a:latin typeface="Cambria Math" panose="02040503050406030204" pitchFamily="18" charset="0"/>
                              <a:cs typeface="Arial" charset="0"/>
                            </a:rPr>
                            <m:t>L</m:t>
                          </m:r>
                        </m:sub>
                      </m:sSub>
                      <m:r>
                        <a:rPr lang="en-US" b="0" i="1" smtClean="0">
                          <a:solidFill>
                            <a:srgbClr val="000000"/>
                          </a:solidFill>
                          <a:latin typeface="Cambria Math" panose="02040503050406030204" pitchFamily="18" charset="0"/>
                          <a:cs typeface="Arial" charset="0"/>
                        </a:rPr>
                        <m:t>.</m:t>
                      </m:r>
                    </m:oMath>
                  </m:oMathPara>
                </a14:m>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Arial" charset="0"/>
                  <a:cs typeface="Arial" charset="0"/>
                </a:endParaRPr>
              </a:p>
              <a:p>
                <a:pPr marL="0" marR="0" lvl="0" indent="0" algn="l" defTabSz="914400" rtl="0" eaLnBrk="1" fontAlgn="auto" latinLnBrk="0" hangingPunct="1">
                  <a:lnSpc>
                    <a:spcPct val="100000"/>
                  </a:lnSpc>
                  <a:spcBef>
                    <a:spcPts val="0"/>
                  </a:spcBef>
                  <a:spcAft>
                    <a:spcPts val="1800"/>
                  </a:spcAft>
                  <a:buClrTx/>
                  <a:buSzTx/>
                  <a:buFontTx/>
                  <a:buNone/>
                  <a:tabLst/>
                  <a:defRPr/>
                </a:pPr>
                <a14:m>
                  <m:oMath xmlns:m="http://schemas.openxmlformats.org/officeDocument/2006/math">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e</m:t>
                        </m:r>
                      </m:e>
                      <m:sup>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j</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90˚</m:t>
                        </m:r>
                      </m:sup>
                    </m:s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m:t>
                    </m:r>
                    <m:func>
                      <m:func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uncPr>
                      <m:fNa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cos</m:t>
                        </m:r>
                      </m:fName>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90˚</m:t>
                            </m:r>
                          </m:e>
                        </m:d>
                      </m:e>
                    </m:func>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unc>
                      <m:func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uncPr>
                      <m:fNa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jsin</m:t>
                        </m:r>
                      </m:fName>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90˚</m:t>
                            </m:r>
                          </m:e>
                        </m:d>
                      </m:e>
                    </m:func>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rPr>
                  <a:t> = 0 + j = j. So </a:t>
                </a:r>
                <a14:m>
                  <m:oMath xmlns:m="http://schemas.openxmlformats.org/officeDocument/2006/math">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j</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e</m:t>
                        </m:r>
                      </m:e>
                      <m:sup>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j</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90˚</m:t>
                        </m:r>
                      </m:sup>
                    </m:sSup>
                  </m:oMath>
                </a14:m>
                <a:r>
                  <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Arial" charset="0"/>
                    <a:cs typeface="Arial" charset="0"/>
                  </a:rPr>
                  <a:t>. </a:t>
                </a:r>
              </a:p>
              <a:p>
                <a:pPr lvl="0">
                  <a:spcAft>
                    <a:spcPts val="1800"/>
                  </a:spcAf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rPr>
                  <a:t>Multiplying by j results in +90˚ phase shift, meaning </a:t>
                </a:r>
                <a14:m>
                  <m:oMath xmlns:m="http://schemas.openxmlformats.org/officeDocument/2006/math">
                    <m:sSub>
                      <m:sSubPr>
                        <m:ctrlPr>
                          <a:rPr lang="en-US" i="1">
                            <a:solidFill>
                              <a:srgbClr val="000000"/>
                            </a:solidFill>
                            <a:latin typeface="Cambria Math" panose="02040503050406030204" pitchFamily="18" charset="0"/>
                            <a:cs typeface="Arial"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b="0" i="1">
                                <a:solidFill>
                                  <a:srgbClr val="000000"/>
                                </a:solidFill>
                                <a:latin typeface="Cambria Math" panose="02040503050406030204" pitchFamily="18" charset="0"/>
                                <a:ea typeface="Cambria Math" panose="02040503050406030204" pitchFamily="18" charset="0"/>
                              </a:rPr>
                              <m:t>V</m:t>
                            </m:r>
                          </m:e>
                        </m:acc>
                      </m:e>
                      <m:sub>
                        <m:r>
                          <m:rPr>
                            <m:sty m:val="p"/>
                          </m:rPr>
                          <a:rPr lang="en-US" b="0" i="1">
                            <a:solidFill>
                              <a:srgbClr val="000000"/>
                            </a:solidFill>
                            <a:latin typeface="Cambria Math" panose="02040503050406030204" pitchFamily="18" charset="0"/>
                            <a:cs typeface="Arial" charset="0"/>
                          </a:rPr>
                          <m:t>L</m:t>
                        </m:r>
                      </m:sub>
                    </m:sSub>
                    <m:r>
                      <a:rPr lang="en-US" b="0" i="0" smtClean="0">
                        <a:solidFill>
                          <a:srgbClr val="000000"/>
                        </a:solidFill>
                        <a:latin typeface="Cambria Math" panose="02040503050406030204" pitchFamily="18" charset="0"/>
                        <a:cs typeface="Arial"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leads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sSub>
                      <m:sSubPr>
                        <m:ctrlPr>
                          <a:rPr lang="en-US" i="1">
                            <a:solidFill>
                              <a:srgbClr val="000000"/>
                            </a:solidFill>
                            <a:latin typeface="Cambria Math" panose="02040503050406030204" pitchFamily="18" charset="0"/>
                            <a:cs typeface="Arial"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b="0" i="1">
                                <a:solidFill>
                                  <a:srgbClr val="000000"/>
                                </a:solidFill>
                                <a:latin typeface="Cambria Math" panose="02040503050406030204" pitchFamily="18" charset="0"/>
                                <a:ea typeface="Cambria Math" panose="02040503050406030204" pitchFamily="18" charset="0"/>
                              </a:rPr>
                              <m:t>I</m:t>
                            </m:r>
                          </m:e>
                        </m:acc>
                      </m:e>
                      <m:sub>
                        <m:r>
                          <m:rPr>
                            <m:sty m:val="p"/>
                          </m:rPr>
                          <a:rPr lang="en-US" b="0" i="1">
                            <a:solidFill>
                              <a:srgbClr val="000000"/>
                            </a:solidFill>
                            <a:latin typeface="Cambria Math" panose="02040503050406030204" pitchFamily="18" charset="0"/>
                            <a:cs typeface="Arial" charset="0"/>
                          </a:rPr>
                          <m:t>L</m:t>
                        </m:r>
                      </m:sub>
                    </m:sSub>
                    <m:r>
                      <a:rPr lang="en-US" b="0">
                        <a:solidFill>
                          <a:srgbClr val="000000"/>
                        </a:solidFill>
                        <a:latin typeface="Cambria Math" panose="02040503050406030204" pitchFamily="18" charset="0"/>
                        <a:cs typeface="Arial" charset="0"/>
                      </a:rPr>
                      <m:t> </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Arial" charset="0"/>
                    <a:cs typeface="Arial" charset="0"/>
                  </a:rPr>
                  <a:t>by </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rPr>
                  <a:t>90˚</a:t>
                </a:r>
                <a:r>
                  <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Arial" charset="0"/>
                    <a:cs typeface="Arial" charset="0"/>
                  </a:rPr>
                  <a:t>.</a:t>
                </a:r>
              </a:p>
              <a:p>
                <a:pPr marL="0" marR="0" lvl="0" indent="0" algn="l" defTabSz="914400" rtl="0" eaLnBrk="1" fontAlgn="auto" latinLnBrk="0" hangingPunct="1">
                  <a:lnSpc>
                    <a:spcPct val="100000"/>
                  </a:lnSpc>
                  <a:spcBef>
                    <a:spcPts val="0"/>
                  </a:spcBef>
                  <a:spcAft>
                    <a:spcPts val="180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Arial" charset="0"/>
                          <a:cs typeface="Arial" charset="0"/>
                        </a:rPr>
                        <m:t>So</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Arial" charset="0"/>
                          <a:cs typeface="Arial" charset="0"/>
                        </a:rPr>
                        <m:t> </m:t>
                      </m:r>
                      <m:sSub>
                        <m:sSubPr>
                          <m:ctrlPr>
                            <a:rPr kumimoji="0" lang="en-US" sz="1800" i="1" u="none" strike="noStrike" kern="1200" cap="none" spc="0" normalizeH="0" baseline="0" noProof="0" smtClean="0">
                              <a:ln>
                                <a:noFill/>
                              </a:ln>
                              <a:solidFill>
                                <a:srgbClr val="000000"/>
                              </a:solidFill>
                              <a:effectLst/>
                              <a:uLnTx/>
                              <a:uFillTx/>
                              <a:latin typeface="Cambria Math" panose="02040503050406030204" pitchFamily="18" charset="0"/>
                              <a:cs typeface="Arial" charset="0"/>
                            </a:rPr>
                          </m:ctrlPr>
                        </m:sSubPr>
                        <m:e>
                          <m:acc>
                            <m:accPr>
                              <m:chr m:val="̃"/>
                              <m:ctrlPr>
                                <a:rPr kumimoji="0" lang="en-US" sz="180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rPr>
                              </m:ctrlPr>
                            </m:acc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rPr>
                                <m:t>V</m:t>
                              </m:r>
                            </m:e>
                          </m:acc>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cs typeface="Arial" charset="0"/>
                            </a:rPr>
                            <m:t>L</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cs typeface="Arial"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leads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 </m:t>
                      </m:r>
                      <m:sSub>
                        <m:sSubPr>
                          <m:ctrlPr>
                            <a:rPr kumimoji="0" lang="en-US" sz="1800" i="1" u="none" strike="noStrike" kern="1200" cap="none" spc="0" normalizeH="0" baseline="0" noProof="0">
                              <a:ln>
                                <a:noFill/>
                              </a:ln>
                              <a:solidFill>
                                <a:srgbClr val="000000"/>
                              </a:solidFill>
                              <a:effectLst/>
                              <a:uLnTx/>
                              <a:uFillTx/>
                              <a:latin typeface="Cambria Math" panose="02040503050406030204" pitchFamily="18" charset="0"/>
                              <a:cs typeface="Arial" charset="0"/>
                            </a:rPr>
                          </m:ctrlPr>
                        </m:sSubPr>
                        <m:e>
                          <m:acc>
                            <m:accPr>
                              <m:chr m:val="̃"/>
                              <m:ctrlPr>
                                <a:rPr kumimoji="0" lang="en-US" sz="180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rPr>
                              </m:ctrlPr>
                            </m:acc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I</m:t>
                              </m:r>
                            </m:e>
                          </m:acc>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cs typeface="Arial" charset="0"/>
                            </a:rPr>
                            <m:t>L</m:t>
                          </m:r>
                        </m:sub>
                      </m:sSub>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by</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 90˚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in</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the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circuit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below</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 </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Arial" charset="0"/>
                </a:endParaRPr>
              </a:p>
              <a:p>
                <a:pPr marL="0" marR="0" lvl="0" indent="0" algn="l" defTabSz="914400" rtl="0" eaLnBrk="1" fontAlgn="auto" latinLnBrk="0" hangingPunct="1">
                  <a:lnSpc>
                    <a:spcPct val="100000"/>
                  </a:lnSpc>
                  <a:spcBef>
                    <a:spcPts val="0"/>
                  </a:spcBef>
                  <a:spcAft>
                    <a:spcPts val="180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Inductor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voltage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is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in</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phase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with</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the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signal</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generator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voltage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in</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circuit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below</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 </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Arial" charset="0"/>
                </a:endParaRPr>
              </a:p>
              <a:p>
                <a:pPr marL="0" marR="0" lvl="0" indent="0" algn="l" defTabSz="914400" rtl="0" eaLnBrk="1" fontAlgn="auto" latinLnBrk="0" hangingPunct="1">
                  <a:lnSpc>
                    <a:spcPct val="100000"/>
                  </a:lnSpc>
                  <a:spcBef>
                    <a:spcPts val="0"/>
                  </a:spcBef>
                  <a:spcAft>
                    <a:spcPts val="180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i="1" u="none" strike="noStrike" kern="1200" cap="none" spc="0" normalizeH="0" baseline="0" noProof="0">
                              <a:ln>
                                <a:noFill/>
                              </a:ln>
                              <a:solidFill>
                                <a:srgbClr val="000000"/>
                              </a:solidFill>
                              <a:effectLst/>
                              <a:uLnTx/>
                              <a:uFillTx/>
                              <a:latin typeface="Cambria Math" panose="02040503050406030204" pitchFamily="18" charset="0"/>
                              <a:cs typeface="Arial" charset="0"/>
                            </a:rPr>
                          </m:ctrlPr>
                        </m:sSubPr>
                        <m:e>
                          <m:acc>
                            <m:accPr>
                              <m:chr m:val="̃"/>
                              <m:ctrlPr>
                                <a:rPr kumimoji="0" lang="en-US" sz="180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rPr>
                              </m:ctrlPr>
                            </m:acc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rPr>
                                <m:t>V</m:t>
                              </m:r>
                            </m:e>
                          </m:acc>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cs typeface="Arial" charset="0"/>
                            </a:rPr>
                            <m:t>L</m:t>
                          </m:r>
                        </m:sub>
                      </m:sSub>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 </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0˚</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m:t>
                      </m:r>
                      <m:sSub>
                        <m:sSubPr>
                          <m:ctrlPr>
                            <a:rPr kumimoji="0" lang="en-US" sz="1800" i="1" u="none" strike="noStrike" kern="1200" cap="none" spc="0" normalizeH="0" baseline="0" noProof="0">
                              <a:ln>
                                <a:noFill/>
                              </a:ln>
                              <a:solidFill>
                                <a:srgbClr val="000000"/>
                              </a:solidFill>
                              <a:effectLst/>
                              <a:uLnTx/>
                              <a:uFillTx/>
                              <a:latin typeface="Cambria Math" panose="02040503050406030204" pitchFamily="18" charset="0"/>
                              <a:cs typeface="Arial" charset="0"/>
                            </a:rPr>
                          </m:ctrlPr>
                        </m:sSubPr>
                        <m:e>
                          <m:acc>
                            <m:accPr>
                              <m:chr m:val="̃"/>
                              <m:ctrlPr>
                                <a:rPr kumimoji="0" lang="en-US" sz="180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rPr>
                              </m:ctrlPr>
                            </m:acc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rPr>
                                <m:t>I</m:t>
                              </m:r>
                            </m:e>
                          </m:acc>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cs typeface="Arial" charset="0"/>
                            </a:rPr>
                            <m:t>L</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I</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charset="0"/>
                            </a:rPr>
                            <m:t>90˚</m:t>
                          </m:r>
                        </m:e>
                      </m:d>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where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V</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and</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I</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are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peak</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values</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of</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the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corresponding</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sinusoids</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endParaRPr>
              </a:p>
              <a:p>
                <a:pPr marL="0" marR="0" lvl="0" indent="0" algn="l" defTabSz="914400" rtl="0" eaLnBrk="1" fontAlgn="auto" latinLnBrk="0" hangingPunct="1">
                  <a:lnSpc>
                    <a:spcPct val="100000"/>
                  </a:lnSpc>
                  <a:spcBef>
                    <a:spcPts val="0"/>
                  </a:spcBef>
                  <a:spcAft>
                    <a:spcPts val="180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endParaRPr>
              </a:p>
              <a:p>
                <a:pPr marL="0" marR="0" lvl="0" indent="0" algn="l" defTabSz="914400" rtl="0" eaLnBrk="1" fontAlgn="base" latinLnBrk="0" hangingPunct="1">
                  <a:lnSpc>
                    <a:spcPct val="100000"/>
                  </a:lnSpc>
                  <a:spcBef>
                    <a:spcPct val="0"/>
                  </a:spcBef>
                  <a:spcAft>
                    <a:spcPts val="180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Arial" charset="0"/>
                  <a:cs typeface="Arial" charset="0"/>
                </a:endParaRPr>
              </a:p>
              <a:p>
                <a:pPr marL="0" marR="0" lvl="0" indent="0" algn="l" defTabSz="914400" rtl="0" eaLnBrk="1" fontAlgn="base" latinLnBrk="0" hangingPunct="1">
                  <a:lnSpc>
                    <a:spcPct val="100000"/>
                  </a:lnSpc>
                  <a:spcBef>
                    <a:spcPct val="0"/>
                  </a:spcBef>
                  <a:spcAft>
                    <a:spcPts val="180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Arial" charset="0"/>
                  <a:cs typeface="Arial" charset="0"/>
                </a:endParaRPr>
              </a:p>
              <a:p>
                <a:pPr marL="0" marR="0" lvl="0" indent="0" algn="l" defTabSz="914400" rtl="0" eaLnBrk="1" fontAlgn="base" latinLnBrk="0" hangingPunct="1">
                  <a:lnSpc>
                    <a:spcPct val="100000"/>
                  </a:lnSpc>
                  <a:spcBef>
                    <a:spcPct val="0"/>
                  </a:spcBef>
                  <a:spcAft>
                    <a:spcPts val="1800"/>
                  </a:spcAft>
                  <a:buClrTx/>
                  <a:buSzTx/>
                  <a:buFontTx/>
                  <a:buNone/>
                  <a:tabLst/>
                  <a:defRPr/>
                </a:pPr>
                <a:endParaRPr lang="en-US" dirty="0">
                  <a:solidFill>
                    <a:srgbClr val="000000"/>
                  </a:solidFill>
                  <a:latin typeface="Cambria Math" panose="02040503050406030204" pitchFamily="18" charset="0"/>
                  <a:ea typeface="Arial" charset="0"/>
                  <a:cs typeface="Arial" charset="0"/>
                </a:endParaRPr>
              </a:p>
              <a:p>
                <a:pPr marL="0" marR="0" lvl="0" indent="0" algn="l" defTabSz="914400" rtl="0" eaLnBrk="1" fontAlgn="base" latinLnBrk="0" hangingPunct="1">
                  <a:lnSpc>
                    <a:spcPct val="100000"/>
                  </a:lnSpc>
                  <a:spcBef>
                    <a:spcPct val="0"/>
                  </a:spcBef>
                  <a:spcAft>
                    <a:spcPts val="180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Arial" charset="0"/>
                  <a:cs typeface="Arial"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201168" y="548078"/>
                <a:ext cx="11411712" cy="6173421"/>
              </a:xfrm>
              <a:prstGeom prst="rect">
                <a:avLst/>
              </a:prstGeom>
              <a:blipFill>
                <a:blip r:embed="rId2"/>
                <a:stretch>
                  <a:fillRect l="-213" t="-294"/>
                </a:stretch>
              </a:blipFill>
            </p:spPr>
            <p:txBody>
              <a:bodyPr/>
              <a:lstStyle/>
              <a:p>
                <a:r>
                  <a:rPr lang="en-US">
                    <a:noFill/>
                  </a:rPr>
                  <a:t> </a:t>
                </a:r>
              </a:p>
            </p:txBody>
          </p:sp>
        </mc:Fallback>
      </mc:AlternateContent>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34046" y="4490349"/>
            <a:ext cx="2588586" cy="2105742"/>
          </a:xfrm>
          <a:prstGeom prst="rect">
            <a:avLst/>
          </a:prstGeom>
        </p:spPr>
      </p:pic>
      <p:grpSp>
        <p:nvGrpSpPr>
          <p:cNvPr id="18" name="Group 17"/>
          <p:cNvGrpSpPr/>
          <p:nvPr/>
        </p:nvGrpSpPr>
        <p:grpSpPr>
          <a:xfrm>
            <a:off x="6483724" y="4331776"/>
            <a:ext cx="3585067" cy="2187593"/>
            <a:chOff x="4980903" y="3851665"/>
            <a:chExt cx="3585067" cy="2187593"/>
          </a:xfrm>
        </p:grpSpPr>
        <p:cxnSp>
          <p:nvCxnSpPr>
            <p:cNvPr id="19" name="Straight Arrow Connector 18"/>
            <p:cNvCxnSpPr/>
            <p:nvPr/>
          </p:nvCxnSpPr>
          <p:spPr>
            <a:xfrm>
              <a:off x="4980903" y="5127647"/>
              <a:ext cx="2293906" cy="3609"/>
            </a:xfrm>
            <a:prstGeom prst="straightConnector1">
              <a:avLst/>
            </a:prstGeom>
            <a:ln w="19050">
              <a:solidFill>
                <a:schemeClr val="bg1"/>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p:cNvCxnSpPr/>
            <p:nvPr/>
          </p:nvCxnSpPr>
          <p:spPr>
            <a:xfrm flipV="1">
              <a:off x="6130105" y="4213393"/>
              <a:ext cx="6478" cy="1825865"/>
            </a:xfrm>
            <a:prstGeom prst="straightConnector1">
              <a:avLst/>
            </a:prstGeom>
            <a:ln w="19050">
              <a:solidFill>
                <a:schemeClr val="bg1"/>
              </a:solidFill>
              <a:headEnd type="triangle"/>
              <a:tailEnd type="triangle"/>
            </a:ln>
          </p:spPr>
          <p:style>
            <a:lnRef idx="1">
              <a:schemeClr val="dk1"/>
            </a:lnRef>
            <a:fillRef idx="0">
              <a:schemeClr val="dk1"/>
            </a:fillRef>
            <a:effectRef idx="0">
              <a:schemeClr val="dk1"/>
            </a:effectRef>
            <a:fontRef idx="minor">
              <a:schemeClr val="tx1"/>
            </a:fontRef>
          </p:style>
        </p:cxnSp>
        <p:sp>
          <p:nvSpPr>
            <p:cNvPr id="33" name="TextBox 32"/>
            <p:cNvSpPr txBox="1"/>
            <p:nvPr/>
          </p:nvSpPr>
          <p:spPr>
            <a:xfrm>
              <a:off x="7238823" y="4988069"/>
              <a:ext cx="470450"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Cambria" panose="02040503050406030204"/>
                  <a:ea typeface="+mn-ea"/>
                  <a:cs typeface="+mn-cs"/>
                </a:rPr>
                <a:t>Real</a:t>
              </a:r>
            </a:p>
          </p:txBody>
        </p:sp>
        <p:sp>
          <p:nvSpPr>
            <p:cNvPr id="34" name="TextBox 33"/>
            <p:cNvSpPr txBox="1"/>
            <p:nvPr/>
          </p:nvSpPr>
          <p:spPr>
            <a:xfrm>
              <a:off x="5771409" y="3974206"/>
              <a:ext cx="859531"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Cambria" panose="02040503050406030204"/>
                  <a:ea typeface="+mn-ea"/>
                  <a:cs typeface="+mn-cs"/>
                </a:rPr>
                <a:t>Imaginary</a:t>
              </a:r>
            </a:p>
          </p:txBody>
        </p:sp>
        <mc:AlternateContent xmlns:mc="http://schemas.openxmlformats.org/markup-compatibility/2006" xmlns:a14="http://schemas.microsoft.com/office/drawing/2010/main">
          <mc:Choice Requires="a14">
            <p:sp>
              <p:nvSpPr>
                <p:cNvPr id="35" name="TextBox 34"/>
                <p:cNvSpPr txBox="1"/>
                <p:nvPr/>
              </p:nvSpPr>
              <p:spPr>
                <a:xfrm>
                  <a:off x="5771409" y="5348126"/>
                  <a:ext cx="414869" cy="34201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600" i="1" u="none" strike="noStrike" kern="1200" cap="none" spc="0" normalizeH="0" baseline="0" noProof="0" smtClean="0">
                                <a:ln>
                                  <a:noFill/>
                                </a:ln>
                                <a:solidFill>
                                  <a:srgbClr val="0033CC"/>
                                </a:solidFill>
                                <a:effectLst/>
                                <a:uLnTx/>
                                <a:uFillTx/>
                                <a:latin typeface="Cambria Math" panose="02040503050406030204" pitchFamily="18" charset="0"/>
                                <a:cs typeface="Arial" charset="0"/>
                              </a:rPr>
                            </m:ctrlPr>
                          </m:sSubPr>
                          <m:e>
                            <m:acc>
                              <m:accPr>
                                <m:chr m:val="̃"/>
                                <m:ctrlPr>
                                  <a:rPr kumimoji="0" lang="en-US" sz="1600" i="1" u="none" strike="noStrike" kern="1200" cap="none" spc="0" normalizeH="0" baseline="0" noProof="0">
                                    <a:ln>
                                      <a:noFill/>
                                    </a:ln>
                                    <a:solidFill>
                                      <a:srgbClr val="0033CC"/>
                                    </a:solidFill>
                                    <a:effectLst/>
                                    <a:uLnTx/>
                                    <a:uFillTx/>
                                    <a:latin typeface="Cambria Math" panose="02040503050406030204" pitchFamily="18" charset="0"/>
                                    <a:ea typeface="Cambria Math" panose="02040503050406030204" pitchFamily="18" charset="0"/>
                                  </a:rPr>
                                </m:ctrlPr>
                              </m:accPr>
                              <m:e>
                                <m:r>
                                  <m:rPr>
                                    <m:sty m:val="p"/>
                                  </m:rPr>
                                  <a:rPr kumimoji="0" lang="en-US" sz="1600" b="0" i="0" u="none" strike="noStrike" kern="1200" cap="none" spc="0" normalizeH="0" baseline="0" noProof="0">
                                    <a:ln>
                                      <a:noFill/>
                                    </a:ln>
                                    <a:solidFill>
                                      <a:srgbClr val="0033CC"/>
                                    </a:solidFill>
                                    <a:effectLst/>
                                    <a:uLnTx/>
                                    <a:uFillTx/>
                                    <a:latin typeface="Cambria Math" panose="02040503050406030204" pitchFamily="18" charset="0"/>
                                    <a:ea typeface="Cambria Math" panose="02040503050406030204" pitchFamily="18" charset="0"/>
                                  </a:rPr>
                                  <m:t>I</m:t>
                                </m:r>
                              </m:e>
                            </m:acc>
                          </m:e>
                          <m:sub>
                            <m:r>
                              <m:rPr>
                                <m:sty m:val="p"/>
                              </m:rPr>
                              <a:rPr kumimoji="0" lang="en-US" sz="1600" b="0" i="0" u="none" strike="noStrike" kern="1200" cap="none" spc="0" normalizeH="0" baseline="0" noProof="0">
                                <a:ln>
                                  <a:noFill/>
                                </a:ln>
                                <a:solidFill>
                                  <a:srgbClr val="0033CC"/>
                                </a:solidFill>
                                <a:effectLst/>
                                <a:uLnTx/>
                                <a:uFillTx/>
                                <a:latin typeface="Cambria Math" panose="02040503050406030204" pitchFamily="18" charset="0"/>
                                <a:cs typeface="Arial" charset="0"/>
                              </a:rPr>
                              <m:t>L</m:t>
                            </m:r>
                          </m:sub>
                        </m:sSub>
                      </m:oMath>
                    </m:oMathPara>
                  </a14:m>
                  <a:endParaRPr kumimoji="0" lang="en-US" sz="1600" i="0" u="none" strike="noStrike" kern="1200" cap="none" spc="0" normalizeH="0" baseline="0" noProof="0" dirty="0">
                    <a:ln>
                      <a:noFill/>
                    </a:ln>
                    <a:solidFill>
                      <a:srgbClr val="004BE2"/>
                    </a:solidFill>
                    <a:effectLst/>
                    <a:uLnTx/>
                    <a:uFillTx/>
                    <a:latin typeface="Cambria" panose="02040503050406030204"/>
                    <a:ea typeface="Cambria Math" panose="02040503050406030204" pitchFamily="18" charset="0"/>
                  </a:endParaRPr>
                </a:p>
              </p:txBody>
            </p:sp>
          </mc:Choice>
          <mc:Fallback xmlns="">
            <p:sp>
              <p:nvSpPr>
                <p:cNvPr id="35" name="TextBox 34"/>
                <p:cNvSpPr txBox="1">
                  <a:spLocks noRot="1" noChangeAspect="1" noMove="1" noResize="1" noEditPoints="1" noAdjustHandles="1" noChangeArrowheads="1" noChangeShapeType="1" noTextEdit="1"/>
                </p:cNvSpPr>
                <p:nvPr/>
              </p:nvSpPr>
              <p:spPr>
                <a:xfrm>
                  <a:off x="5771409" y="5348126"/>
                  <a:ext cx="414869" cy="342017"/>
                </a:xfrm>
                <a:prstGeom prst="rect">
                  <a:avLst/>
                </a:prstGeom>
                <a:blipFill>
                  <a:blip r:embed="rId4"/>
                  <a:stretch>
                    <a:fillRect t="-1786" r="-2941"/>
                  </a:stretch>
                </a:blipFill>
              </p:spPr>
              <p:txBody>
                <a:bodyPr/>
                <a:lstStyle/>
                <a:p>
                  <a:r>
                    <a:rPr lang="en-US">
                      <a:noFill/>
                    </a:rPr>
                    <a:t> </a:t>
                  </a:r>
                </a:p>
              </p:txBody>
            </p:sp>
          </mc:Fallback>
        </mc:AlternateContent>
        <p:cxnSp>
          <p:nvCxnSpPr>
            <p:cNvPr id="36" name="Straight Arrow Connector 35"/>
            <p:cNvCxnSpPr/>
            <p:nvPr/>
          </p:nvCxnSpPr>
          <p:spPr>
            <a:xfrm>
              <a:off x="6138863" y="5133975"/>
              <a:ext cx="800100" cy="0"/>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p:cNvSpPr txBox="1"/>
                <p:nvPr/>
              </p:nvSpPr>
              <p:spPr>
                <a:xfrm>
                  <a:off x="6573990" y="4755801"/>
                  <a:ext cx="438069" cy="3447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600" i="1" u="none" strike="noStrike" kern="1200" cap="none" spc="0" normalizeH="0" baseline="0" noProof="0" smtClean="0">
                                <a:ln>
                                  <a:noFill/>
                                </a:ln>
                                <a:solidFill>
                                  <a:srgbClr val="C00000"/>
                                </a:solidFill>
                                <a:effectLst/>
                                <a:uLnTx/>
                                <a:uFillTx/>
                                <a:latin typeface="Cambria Math" panose="02040503050406030204" pitchFamily="18" charset="0"/>
                                <a:cs typeface="Arial" charset="0"/>
                              </a:rPr>
                            </m:ctrlPr>
                          </m:sSubPr>
                          <m:e>
                            <m:acc>
                              <m:accPr>
                                <m:chr m:val="̃"/>
                                <m:ctrlPr>
                                  <a:rPr kumimoji="0" lang="en-US" sz="1600"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rPr>
                                </m:ctrlPr>
                              </m:accPr>
                              <m:e>
                                <m:r>
                                  <m:rPr>
                                    <m:sty m:val="p"/>
                                  </m:rPr>
                                  <a:rPr kumimoji="0" lang="en-US" sz="1600" b="0" i="0"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rPr>
                                  <m:t>V</m:t>
                                </m:r>
                              </m:e>
                            </m:acc>
                          </m:e>
                          <m:sub>
                            <m:r>
                              <m:rPr>
                                <m:sty m:val="p"/>
                              </m:rPr>
                              <a:rPr kumimoji="0" lang="en-US" sz="1600" b="0" i="0" u="none" strike="noStrike" kern="1200" cap="none" spc="0" normalizeH="0" baseline="0" noProof="0">
                                <a:ln>
                                  <a:noFill/>
                                </a:ln>
                                <a:solidFill>
                                  <a:srgbClr val="C00000"/>
                                </a:solidFill>
                                <a:effectLst/>
                                <a:uLnTx/>
                                <a:uFillTx/>
                                <a:latin typeface="Cambria Math" panose="02040503050406030204" pitchFamily="18" charset="0"/>
                                <a:cs typeface="Arial" charset="0"/>
                              </a:rPr>
                              <m:t>L</m:t>
                            </m:r>
                          </m:sub>
                        </m:sSub>
                      </m:oMath>
                    </m:oMathPara>
                  </a14:m>
                  <a:endParaRPr kumimoji="0" lang="en-US" sz="1600" i="0" u="none" strike="noStrike" kern="1200" cap="none" spc="0" normalizeH="0" baseline="0" noProof="0" dirty="0">
                    <a:ln>
                      <a:noFill/>
                    </a:ln>
                    <a:solidFill>
                      <a:srgbClr val="C00000"/>
                    </a:solidFill>
                    <a:effectLst/>
                    <a:uLnTx/>
                    <a:uFillTx/>
                    <a:latin typeface="Cambria" panose="02040503050406030204"/>
                    <a:ea typeface="Cambria Math" panose="02040503050406030204" pitchFamily="18" charset="0"/>
                  </a:endParaRPr>
                </a:p>
              </p:txBody>
            </p:sp>
          </mc:Choice>
          <mc:Fallback xmlns="">
            <p:sp>
              <p:nvSpPr>
                <p:cNvPr id="37" name="TextBox 36"/>
                <p:cNvSpPr txBox="1">
                  <a:spLocks noRot="1" noChangeAspect="1" noMove="1" noResize="1" noEditPoints="1" noAdjustHandles="1" noChangeArrowheads="1" noChangeShapeType="1" noTextEdit="1"/>
                </p:cNvSpPr>
                <p:nvPr/>
              </p:nvSpPr>
              <p:spPr>
                <a:xfrm>
                  <a:off x="6573990" y="4755801"/>
                  <a:ext cx="438069" cy="344710"/>
                </a:xfrm>
                <a:prstGeom prst="rect">
                  <a:avLst/>
                </a:prstGeom>
                <a:blipFill>
                  <a:blip r:embed="rId5"/>
                  <a:stretch>
                    <a:fillRect/>
                  </a:stretch>
                </a:blipFill>
              </p:spPr>
              <p:txBody>
                <a:bodyPr/>
                <a:lstStyle/>
                <a:p>
                  <a:r>
                    <a:rPr lang="en-US">
                      <a:noFill/>
                    </a:rPr>
                    <a:t> </a:t>
                  </a:r>
                </a:p>
              </p:txBody>
            </p:sp>
          </mc:Fallback>
        </mc:AlternateContent>
        <p:cxnSp>
          <p:nvCxnSpPr>
            <p:cNvPr id="38" name="Straight Arrow Connector 37"/>
            <p:cNvCxnSpPr/>
            <p:nvPr/>
          </p:nvCxnSpPr>
          <p:spPr>
            <a:xfrm flipH="1">
              <a:off x="6127856" y="5128512"/>
              <a:ext cx="7729" cy="496001"/>
            </a:xfrm>
            <a:prstGeom prst="straightConnector1">
              <a:avLst/>
            </a:prstGeom>
            <a:ln w="25400">
              <a:solidFill>
                <a:srgbClr val="004BE2"/>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6734223" y="3851665"/>
              <a:ext cx="1831747"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a:t>Inductor Voltage Always Leads Inductor Current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a:t>               by 90˚.</a:t>
              </a:r>
            </a:p>
          </p:txBody>
        </p:sp>
        <p:sp>
          <p:nvSpPr>
            <p:cNvPr id="40" name="TextBox 39"/>
            <p:cNvSpPr txBox="1"/>
            <p:nvPr/>
          </p:nvSpPr>
          <p:spPr>
            <a:xfrm>
              <a:off x="6257638" y="5207980"/>
              <a:ext cx="449162"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Cambria" panose="02040503050406030204"/>
                  <a:ea typeface="+mn-ea"/>
                  <a:cs typeface="Arial" panose="020B0604020202020204" pitchFamily="34" charset="0"/>
                </a:rPr>
                <a:t>-90˚</a:t>
              </a:r>
              <a:endParaRPr kumimoji="0" lang="en-US" sz="1200" b="0" i="0" u="none" strike="noStrike" kern="1200" cap="none" spc="0" normalizeH="0" baseline="0" noProof="0">
                <a:ln>
                  <a:noFill/>
                </a:ln>
                <a:solidFill>
                  <a:srgbClr val="000000"/>
                </a:solidFill>
                <a:effectLst/>
                <a:uLnTx/>
                <a:uFillTx/>
                <a:latin typeface="Cambria" panose="02040503050406030204"/>
                <a:ea typeface="+mn-ea"/>
                <a:cs typeface="+mn-cs"/>
              </a:endParaRPr>
            </a:p>
          </p:txBody>
        </p:sp>
        <p:sp>
          <p:nvSpPr>
            <p:cNvPr id="41" name="Arc 40"/>
            <p:cNvSpPr/>
            <p:nvPr/>
          </p:nvSpPr>
          <p:spPr>
            <a:xfrm rot="5101246">
              <a:off x="5901509" y="4935580"/>
              <a:ext cx="444468" cy="464135"/>
            </a:xfrm>
            <a:prstGeom prst="arc">
              <a:avLst/>
            </a:prstGeom>
            <a:ln>
              <a:solidFill>
                <a:schemeClr val="accent1">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mbria" panose="02040503050406030204"/>
                <a:ea typeface="+mn-ea"/>
                <a:cs typeface="+mn-cs"/>
              </a:endParaRPr>
            </a:p>
          </p:txBody>
        </p:sp>
      </p:grpSp>
    </p:spTree>
    <p:extLst>
      <p:ext uri="{BB962C8B-B14F-4D97-AF65-F5344CB8AC3E}">
        <p14:creationId xmlns:p14="http://schemas.microsoft.com/office/powerpoint/2010/main" val="3981189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3163" y="-44403"/>
            <a:ext cx="7558291" cy="498585"/>
          </a:xfrm>
        </p:spPr>
        <p:txBody>
          <a:bodyPr>
            <a:noAutofit/>
          </a:bodyPr>
          <a:lstStyle/>
          <a:p>
            <a:r>
              <a:rPr lang="en-US" sz="4000" dirty="0"/>
              <a:t>Phasor Relationship for Capacitors</a:t>
            </a:r>
          </a:p>
        </p:txBody>
      </p:sp>
      <mc:AlternateContent xmlns:mc="http://schemas.openxmlformats.org/markup-compatibility/2006" xmlns:a14="http://schemas.microsoft.com/office/drawing/2010/main">
        <mc:Choice Requires="a14">
          <p:sp>
            <p:nvSpPr>
              <p:cNvPr id="5" name="TextBox 4"/>
              <p:cNvSpPr txBox="1"/>
              <p:nvPr/>
            </p:nvSpPr>
            <p:spPr>
              <a:xfrm>
                <a:off x="247650" y="566000"/>
                <a:ext cx="11639549" cy="617342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fontAlgn="base">
                  <a:spcBef>
                    <a:spcPct val="0"/>
                  </a:spcBef>
                  <a:spcAft>
                    <a:spcPts val="1200"/>
                  </a:spcAft>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Capacitors oppose a change in voltage.</a:t>
                </a:r>
              </a:p>
              <a:p>
                <a:pPr fontAlgn="base">
                  <a:spcBef>
                    <a:spcPct val="0"/>
                  </a:spcBef>
                  <a:spcAft>
                    <a:spcPts val="1800"/>
                  </a:spcAft>
                </a:pPr>
                <a14:m>
                  <m:oMathPara xmlns:m="http://schemas.openxmlformats.org/officeDocument/2006/math">
                    <m:oMathParaPr>
                      <m:jc m:val="centerGroup"/>
                    </m:oMathParaPr>
                    <m:oMath xmlns:m="http://schemas.openxmlformats.org/officeDocument/2006/math">
                      <m:r>
                        <m:rPr>
                          <m:sty m:val="p"/>
                        </m:rPr>
                        <a:rPr lang="en-US" altLang="en-US" b="0" i="0" smtClean="0">
                          <a:solidFill>
                            <a:srgbClr val="000000"/>
                          </a:solidFill>
                          <a:latin typeface="Cambria Math" panose="02040503050406030204" pitchFamily="18" charset="0"/>
                          <a:ea typeface="ＭＳ Ｐゴシック" pitchFamily="34" charset="-128"/>
                        </a:rPr>
                        <m:t>For</m:t>
                      </m:r>
                      <m:r>
                        <a:rPr lang="en-US" altLang="en-US" b="0" i="0" smtClean="0">
                          <a:solidFill>
                            <a:srgbClr val="000000"/>
                          </a:solidFill>
                          <a:latin typeface="Cambria Math" panose="02040503050406030204" pitchFamily="18" charset="0"/>
                          <a:ea typeface="ＭＳ Ｐゴシック" pitchFamily="34" charset="-128"/>
                        </a:rPr>
                        <m:t> </m:t>
                      </m:r>
                      <m:r>
                        <m:rPr>
                          <m:sty m:val="p"/>
                        </m:rPr>
                        <a:rPr lang="en-US" altLang="en-US" b="0" i="0" smtClean="0">
                          <a:solidFill>
                            <a:srgbClr val="000000"/>
                          </a:solidFill>
                          <a:latin typeface="Cambria Math" panose="02040503050406030204" pitchFamily="18" charset="0"/>
                          <a:ea typeface="ＭＳ Ｐゴシック" pitchFamily="34" charset="-128"/>
                        </a:rPr>
                        <m:t>a</m:t>
                      </m:r>
                      <m:r>
                        <a:rPr lang="en-US" altLang="en-US" b="0" i="0" smtClean="0">
                          <a:solidFill>
                            <a:srgbClr val="000000"/>
                          </a:solidFill>
                          <a:latin typeface="Cambria Math" panose="02040503050406030204" pitchFamily="18" charset="0"/>
                          <a:ea typeface="ＭＳ Ｐゴシック" pitchFamily="34" charset="-128"/>
                        </a:rPr>
                        <m:t> </m:t>
                      </m:r>
                      <m:r>
                        <m:rPr>
                          <m:sty m:val="p"/>
                        </m:rPr>
                        <a:rPr lang="en-US" altLang="en-US" b="0" i="0" smtClean="0">
                          <a:solidFill>
                            <a:srgbClr val="000000"/>
                          </a:solidFill>
                          <a:latin typeface="Cambria Math" panose="02040503050406030204" pitchFamily="18" charset="0"/>
                          <a:ea typeface="ＭＳ Ｐゴシック" pitchFamily="34" charset="-128"/>
                        </a:rPr>
                        <m:t>capacitor</m:t>
                      </m:r>
                      <m:r>
                        <a:rPr lang="en-US" altLang="en-US" b="0" i="1" smtClean="0">
                          <a:solidFill>
                            <a:srgbClr val="000000"/>
                          </a:solidFill>
                          <a:latin typeface="Cambria Math" panose="02040503050406030204" pitchFamily="18" charset="0"/>
                          <a:ea typeface="ＭＳ Ｐゴシック" pitchFamily="34" charset="-128"/>
                        </a:rPr>
                        <m:t>: </m:t>
                      </m:r>
                      <m:sSub>
                        <m:sSubPr>
                          <m:ctrlPr>
                            <a:rPr lang="en-US" altLang="en-US" i="1">
                              <a:solidFill>
                                <a:srgbClr val="000000"/>
                              </a:solidFill>
                              <a:latin typeface="Cambria Math" panose="02040503050406030204" pitchFamily="18" charset="0"/>
                              <a:ea typeface="ＭＳ Ｐゴシック" pitchFamily="34" charset="-128"/>
                            </a:rPr>
                          </m:ctrlPr>
                        </m:sSubPr>
                        <m:e>
                          <m:r>
                            <m:rPr>
                              <m:sty m:val="p"/>
                            </m:rPr>
                            <a:rPr lang="en-US" altLang="en-US" b="0" i="0" smtClean="0">
                              <a:solidFill>
                                <a:srgbClr val="000000"/>
                              </a:solidFill>
                              <a:latin typeface="Cambria Math" panose="02040503050406030204" pitchFamily="18" charset="0"/>
                              <a:ea typeface="ＭＳ Ｐゴシック" pitchFamily="34" charset="-128"/>
                            </a:rPr>
                            <m:t>I</m:t>
                          </m:r>
                        </m:e>
                        <m:sub>
                          <m:r>
                            <m:rPr>
                              <m:sty m:val="p"/>
                            </m:rPr>
                            <a:rPr lang="en-US" altLang="en-US">
                              <a:solidFill>
                                <a:srgbClr val="000000"/>
                              </a:solidFill>
                              <a:latin typeface="Cambria Math" panose="02040503050406030204" pitchFamily="18" charset="0"/>
                              <a:ea typeface="ＭＳ Ｐゴシック" pitchFamily="34" charset="-128"/>
                            </a:rPr>
                            <m:t>C</m:t>
                          </m:r>
                        </m:sub>
                      </m:sSub>
                      <m:d>
                        <m:dPr>
                          <m:ctrlPr>
                            <a:rPr lang="en-US" altLang="en-US" i="1">
                              <a:solidFill>
                                <a:srgbClr val="000000"/>
                              </a:solidFill>
                              <a:latin typeface="Cambria Math" panose="02040503050406030204" pitchFamily="18" charset="0"/>
                              <a:ea typeface="ＭＳ Ｐゴシック" pitchFamily="34" charset="-128"/>
                            </a:rPr>
                          </m:ctrlPr>
                        </m:dPr>
                        <m:e>
                          <m:r>
                            <m:rPr>
                              <m:sty m:val="p"/>
                            </m:rPr>
                            <a:rPr lang="en-US" altLang="en-US">
                              <a:solidFill>
                                <a:srgbClr val="000000"/>
                              </a:solidFill>
                              <a:latin typeface="Cambria Math" panose="02040503050406030204" pitchFamily="18" charset="0"/>
                              <a:ea typeface="ＭＳ Ｐゴシック" pitchFamily="34" charset="-128"/>
                            </a:rPr>
                            <m:t>t</m:t>
                          </m:r>
                        </m:e>
                      </m:d>
                      <m:r>
                        <a:rPr lang="en-US" altLang="en-US">
                          <a:solidFill>
                            <a:srgbClr val="000000"/>
                          </a:solidFill>
                          <a:latin typeface="Cambria Math" panose="02040503050406030204" pitchFamily="18" charset="0"/>
                          <a:ea typeface="ＭＳ Ｐゴシック" pitchFamily="34" charset="-128"/>
                        </a:rPr>
                        <m:t>=</m:t>
                      </m:r>
                      <m:r>
                        <m:rPr>
                          <m:sty m:val="p"/>
                        </m:rPr>
                        <a:rPr lang="en-US" altLang="en-US">
                          <a:solidFill>
                            <a:srgbClr val="000000"/>
                          </a:solidFill>
                          <a:latin typeface="Cambria Math" panose="02040503050406030204" pitchFamily="18" charset="0"/>
                          <a:ea typeface="ＭＳ Ｐゴシック" pitchFamily="34" charset="-128"/>
                        </a:rPr>
                        <m:t>C</m:t>
                      </m:r>
                      <m:f>
                        <m:fPr>
                          <m:ctrlPr>
                            <a:rPr lang="en-US" altLang="en-US" i="1">
                              <a:solidFill>
                                <a:srgbClr val="000000"/>
                              </a:solidFill>
                              <a:latin typeface="Cambria Math" panose="02040503050406030204" pitchFamily="18" charset="0"/>
                              <a:ea typeface="Cambria Math" panose="02040503050406030204" pitchFamily="18" charset="0"/>
                            </a:rPr>
                          </m:ctrlPr>
                        </m:fPr>
                        <m:num>
                          <m:sSub>
                            <m:sSubPr>
                              <m:ctrlPr>
                                <a:rPr lang="en-US" altLang="en-US" i="1">
                                  <a:solidFill>
                                    <a:srgbClr val="000000"/>
                                  </a:solidFill>
                                  <a:latin typeface="Cambria Math" panose="02040503050406030204" pitchFamily="18" charset="0"/>
                                  <a:ea typeface="Cambria Math" panose="02040503050406030204" pitchFamily="18" charset="0"/>
                                </a:rPr>
                              </m:ctrlPr>
                            </m:sSubPr>
                            <m:e>
                              <m:r>
                                <m:rPr>
                                  <m:sty m:val="p"/>
                                </m:rPr>
                                <a:rPr lang="en-US" altLang="en-US">
                                  <a:solidFill>
                                    <a:srgbClr val="000000"/>
                                  </a:solidFill>
                                  <a:latin typeface="Cambria Math" panose="02040503050406030204" pitchFamily="18" charset="0"/>
                                  <a:ea typeface="Cambria Math" panose="02040503050406030204" pitchFamily="18" charset="0"/>
                                </a:rPr>
                                <m:t>d</m:t>
                              </m:r>
                              <m:r>
                                <m:rPr>
                                  <m:sty m:val="p"/>
                                </m:rPr>
                                <a:rPr lang="en-US" altLang="en-US" b="0" i="0" smtClean="0">
                                  <a:solidFill>
                                    <a:srgbClr val="000000"/>
                                  </a:solidFill>
                                  <a:latin typeface="Cambria Math" panose="02040503050406030204" pitchFamily="18" charset="0"/>
                                  <a:ea typeface="Cambria Math" panose="02040503050406030204" pitchFamily="18" charset="0"/>
                                </a:rPr>
                                <m:t>V</m:t>
                              </m:r>
                            </m:e>
                            <m:sub>
                              <m:r>
                                <m:rPr>
                                  <m:sty m:val="p"/>
                                </m:rPr>
                                <a:rPr lang="en-US" altLang="en-US">
                                  <a:solidFill>
                                    <a:srgbClr val="000000"/>
                                  </a:solidFill>
                                  <a:latin typeface="Cambria Math" panose="02040503050406030204" pitchFamily="18" charset="0"/>
                                  <a:ea typeface="Cambria Math" panose="02040503050406030204" pitchFamily="18" charset="0"/>
                                </a:rPr>
                                <m:t>C</m:t>
                              </m:r>
                            </m:sub>
                          </m:sSub>
                          <m:d>
                            <m:dPr>
                              <m:ctrlPr>
                                <a:rPr lang="en-US" altLang="en-US" i="1">
                                  <a:solidFill>
                                    <a:srgbClr val="000000"/>
                                  </a:solidFill>
                                  <a:latin typeface="Cambria Math" panose="02040503050406030204" pitchFamily="18" charset="0"/>
                                  <a:ea typeface="Cambria Math" panose="02040503050406030204" pitchFamily="18" charset="0"/>
                                </a:rPr>
                              </m:ctrlPr>
                            </m:dPr>
                            <m:e>
                              <m:r>
                                <m:rPr>
                                  <m:sty m:val="p"/>
                                </m:rPr>
                                <a:rPr lang="en-US" altLang="en-US">
                                  <a:solidFill>
                                    <a:srgbClr val="000000"/>
                                  </a:solidFill>
                                  <a:latin typeface="Cambria Math" panose="02040503050406030204" pitchFamily="18" charset="0"/>
                                  <a:ea typeface="Cambria Math" panose="02040503050406030204" pitchFamily="18" charset="0"/>
                                </a:rPr>
                                <m:t>t</m:t>
                              </m:r>
                            </m:e>
                          </m:d>
                        </m:num>
                        <m:den>
                          <m:r>
                            <m:rPr>
                              <m:sty m:val="p"/>
                            </m:rPr>
                            <a:rPr lang="en-US" altLang="en-US">
                              <a:solidFill>
                                <a:srgbClr val="000000"/>
                              </a:solidFill>
                              <a:latin typeface="Cambria Math" panose="02040503050406030204" pitchFamily="18" charset="0"/>
                              <a:ea typeface="Cambria Math" panose="02040503050406030204" pitchFamily="18" charset="0"/>
                            </a:rPr>
                            <m:t>dt</m:t>
                          </m:r>
                        </m:den>
                      </m:f>
                      <m:r>
                        <a:rPr lang="en-US" altLang="en-US" b="0" i="0" smtClean="0">
                          <a:solidFill>
                            <a:srgbClr val="000000"/>
                          </a:solidFill>
                          <a:latin typeface="Cambria Math" panose="02040503050406030204" pitchFamily="18" charset="0"/>
                          <a:ea typeface="Cambria Math" panose="02040503050406030204" pitchFamily="18" charset="0"/>
                        </a:rPr>
                        <m:t>.  </m:t>
                      </m:r>
                      <m:f>
                        <m:fPr>
                          <m:ctrlPr>
                            <a:rPr lang="en-US" i="1">
                              <a:solidFill>
                                <a:srgbClr val="000000"/>
                              </a:solidFill>
                              <a:latin typeface="Cambria Math" panose="02040503050406030204" pitchFamily="18" charset="0"/>
                              <a:ea typeface="Cambria Math" panose="02040503050406030204" pitchFamily="18" charset="0"/>
                            </a:rPr>
                          </m:ctrlPr>
                        </m:fPr>
                        <m:num>
                          <m:r>
                            <m:rPr>
                              <m:sty m:val="p"/>
                            </m:rPr>
                            <a:rPr lang="en-US">
                              <a:solidFill>
                                <a:srgbClr val="000000"/>
                              </a:solidFill>
                              <a:latin typeface="Cambria Math" panose="02040503050406030204" pitchFamily="18" charset="0"/>
                              <a:ea typeface="Cambria Math" panose="02040503050406030204" pitchFamily="18" charset="0"/>
                            </a:rPr>
                            <m:t>d</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b="0" i="0" smtClean="0">
                                  <a:solidFill>
                                    <a:srgbClr val="000000"/>
                                  </a:solidFill>
                                  <a:latin typeface="Cambria Math" panose="02040503050406030204" pitchFamily="18" charset="0"/>
                                  <a:ea typeface="Cambria Math" panose="02040503050406030204" pitchFamily="18" charset="0"/>
                                </a:rPr>
                                <m:t>V</m:t>
                              </m:r>
                            </m:e>
                            <m:sub>
                              <m:r>
                                <m:rPr>
                                  <m:sty m:val="p"/>
                                </m:rPr>
                                <a:rPr lang="en-US">
                                  <a:solidFill>
                                    <a:srgbClr val="000000"/>
                                  </a:solidFill>
                                  <a:latin typeface="Cambria Math" panose="02040503050406030204" pitchFamily="18" charset="0"/>
                                  <a:ea typeface="Cambria Math" panose="02040503050406030204" pitchFamily="18" charset="0"/>
                                </a:rPr>
                                <m:t>C</m:t>
                              </m:r>
                            </m:sub>
                          </m:sSub>
                          <m:r>
                            <a:rPr lang="en-US">
                              <a:solidFill>
                                <a:srgbClr val="000000"/>
                              </a:solidFill>
                              <a:latin typeface="Cambria Math" panose="02040503050406030204" pitchFamily="18" charset="0"/>
                              <a:ea typeface="Cambria Math" panose="02040503050406030204" pitchFamily="18" charset="0"/>
                            </a:rPr>
                            <m:t>(</m:t>
                          </m:r>
                          <m:r>
                            <m:rPr>
                              <m:sty m:val="p"/>
                            </m:rPr>
                            <a:rPr lang="en-US">
                              <a:solidFill>
                                <a:srgbClr val="000000"/>
                              </a:solidFill>
                              <a:latin typeface="Cambria Math" panose="02040503050406030204" pitchFamily="18" charset="0"/>
                              <a:ea typeface="Cambria Math" panose="02040503050406030204" pitchFamily="18" charset="0"/>
                            </a:rPr>
                            <m:t>t</m:t>
                          </m:r>
                          <m:r>
                            <a:rPr lang="en-US">
                              <a:solidFill>
                                <a:srgbClr val="000000"/>
                              </a:solidFill>
                              <a:latin typeface="Cambria Math" panose="02040503050406030204" pitchFamily="18" charset="0"/>
                              <a:ea typeface="Cambria Math" panose="02040503050406030204" pitchFamily="18" charset="0"/>
                            </a:rPr>
                            <m:t>)</m:t>
                          </m:r>
                        </m:num>
                        <m:den>
                          <m:r>
                            <m:rPr>
                              <m:sty m:val="p"/>
                            </m:rPr>
                            <a:rPr lang="en-US">
                              <a:solidFill>
                                <a:srgbClr val="000000"/>
                              </a:solidFill>
                              <a:latin typeface="Cambria Math" panose="02040503050406030204" pitchFamily="18" charset="0"/>
                              <a:ea typeface="Cambria Math" panose="02040503050406030204" pitchFamily="18" charset="0"/>
                            </a:rPr>
                            <m:t>dt</m:t>
                          </m:r>
                        </m:den>
                      </m:f>
                      <m:r>
                        <a:rPr lang="en-US">
                          <a:solidFill>
                            <a:srgbClr val="000000"/>
                          </a:solidFill>
                          <a:latin typeface="Cambria Math" panose="02040503050406030204" pitchFamily="18" charset="0"/>
                          <a:ea typeface="Cambria Math" panose="02040503050406030204" pitchFamily="18" charset="0"/>
                        </a:rPr>
                        <m:t>↔</m:t>
                      </m:r>
                      <m:r>
                        <m:rPr>
                          <m:sty m:val="p"/>
                        </m:rPr>
                        <a:rPr lang="en-US">
                          <a:solidFill>
                            <a:srgbClr val="000000"/>
                          </a:solidFill>
                          <a:latin typeface="Cambria Math" panose="02040503050406030204" pitchFamily="18" charset="0"/>
                          <a:ea typeface="Cambria Math" panose="02040503050406030204" pitchFamily="18" charset="0"/>
                        </a:rPr>
                        <m:t>j</m:t>
                      </m:r>
                      <m:r>
                        <m:rPr>
                          <m:sty m:val="p"/>
                        </m:rPr>
                        <a:rPr lang="el-GR" i="1">
                          <a:solidFill>
                            <a:srgbClr val="000000"/>
                          </a:solidFill>
                          <a:latin typeface="Cambria Math" panose="02040503050406030204" pitchFamily="18" charset="0"/>
                          <a:ea typeface="Cambria Math" panose="02040503050406030204" pitchFamily="18" charset="0"/>
                        </a:rPr>
                        <m:t>ω</m:t>
                      </m:r>
                      <m:sSub>
                        <m:sSubPr>
                          <m:ctrlPr>
                            <a:rPr lang="en-US" i="1">
                              <a:solidFill>
                                <a:srgbClr val="000000"/>
                              </a:solidFill>
                              <a:latin typeface="Cambria Math" panose="02040503050406030204" pitchFamily="18" charset="0"/>
                              <a:cs typeface="Arial"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b="0" i="1">
                                  <a:solidFill>
                                    <a:srgbClr val="000000"/>
                                  </a:solidFill>
                                  <a:latin typeface="Cambria Math" panose="02040503050406030204" pitchFamily="18" charset="0"/>
                                  <a:ea typeface="Cambria Math" panose="02040503050406030204" pitchFamily="18" charset="0"/>
                                </a:rPr>
                                <m:t>V</m:t>
                              </m:r>
                            </m:e>
                          </m:acc>
                        </m:e>
                        <m:sub>
                          <m:r>
                            <m:rPr>
                              <m:sty m:val="p"/>
                            </m:rPr>
                            <a:rPr lang="en-US" b="0" i="1">
                              <a:solidFill>
                                <a:srgbClr val="000000"/>
                              </a:solidFill>
                              <a:latin typeface="Cambria Math" panose="02040503050406030204" pitchFamily="18" charset="0"/>
                              <a:cs typeface="Arial" charset="0"/>
                            </a:rPr>
                            <m:t>C</m:t>
                          </m:r>
                        </m:sub>
                      </m:sSub>
                      <m:r>
                        <a:rPr lang="en-US">
                          <a:solidFill>
                            <a:srgbClr val="000000"/>
                          </a:solidFill>
                          <a:latin typeface="Cambria Math" panose="02040503050406030204" pitchFamily="18" charset="0"/>
                          <a:ea typeface="Cambria Math" panose="02040503050406030204" pitchFamily="18" charset="0"/>
                        </a:rPr>
                        <m:t>.</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In</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terms</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of</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phasors</m:t>
                      </m:r>
                      <m:r>
                        <a:rPr lang="en-US" b="0" i="0" smtClean="0">
                          <a:solidFill>
                            <a:srgbClr val="000000"/>
                          </a:solidFill>
                          <a:latin typeface="Cambria Math" panose="02040503050406030204" pitchFamily="18" charset="0"/>
                          <a:ea typeface="Cambria Math" panose="02040503050406030204" pitchFamily="18" charset="0"/>
                        </a:rPr>
                        <m:t>,</m:t>
                      </m:r>
                      <m:sSub>
                        <m:sSubPr>
                          <m:ctrlPr>
                            <a:rPr lang="en-US" i="1">
                              <a:solidFill>
                                <a:srgbClr val="000000"/>
                              </a:solidFill>
                              <a:latin typeface="Cambria Math" panose="02040503050406030204" pitchFamily="18" charset="0"/>
                              <a:cs typeface="Arial"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i="1">
                                  <a:solidFill>
                                    <a:srgbClr val="000000"/>
                                  </a:solidFill>
                                  <a:latin typeface="Cambria Math" panose="02040503050406030204" pitchFamily="18" charset="0"/>
                                  <a:ea typeface="Cambria Math" panose="02040503050406030204" pitchFamily="18" charset="0"/>
                                </a:rPr>
                                <m:t>I</m:t>
                              </m:r>
                            </m:e>
                          </m:acc>
                        </m:e>
                        <m:sub>
                          <m:r>
                            <m:rPr>
                              <m:sty m:val="p"/>
                            </m:rPr>
                            <a:rPr lang="en-US" i="1">
                              <a:solidFill>
                                <a:srgbClr val="000000"/>
                              </a:solidFill>
                              <a:latin typeface="Cambria Math" panose="02040503050406030204" pitchFamily="18" charset="0"/>
                              <a:cs typeface="Arial" charset="0"/>
                            </a:rPr>
                            <m:t>C</m:t>
                          </m:r>
                        </m:sub>
                      </m:sSub>
                      <m:r>
                        <a:rPr lang="en-US">
                          <a:solidFill>
                            <a:srgbClr val="000000"/>
                          </a:solidFill>
                          <a:latin typeface="Cambria Math" panose="02040503050406030204" pitchFamily="18" charset="0"/>
                        </a:rPr>
                        <m:t>=</m:t>
                      </m:r>
                      <m:r>
                        <m:rPr>
                          <m:sty m:val="p"/>
                        </m:rPr>
                        <a:rPr lang="en-US">
                          <a:solidFill>
                            <a:srgbClr val="000000"/>
                          </a:solidFill>
                          <a:latin typeface="Cambria Math" panose="02040503050406030204" pitchFamily="18" charset="0"/>
                          <a:ea typeface="Cambria Math" panose="02040503050406030204" pitchFamily="18" charset="0"/>
                        </a:rPr>
                        <m:t>j</m:t>
                      </m:r>
                      <m:r>
                        <m:rPr>
                          <m:sty m:val="p"/>
                        </m:rPr>
                        <a:rPr lang="el-GR" i="1">
                          <a:solidFill>
                            <a:srgbClr val="000000"/>
                          </a:solidFill>
                          <a:latin typeface="Cambria Math" panose="02040503050406030204" pitchFamily="18" charset="0"/>
                          <a:ea typeface="Cambria Math" panose="02040503050406030204" pitchFamily="18" charset="0"/>
                        </a:rPr>
                        <m:t>ω</m:t>
                      </m:r>
                      <m:r>
                        <m:rPr>
                          <m:sty m:val="p"/>
                        </m:rPr>
                        <a:rPr lang="en-US">
                          <a:solidFill>
                            <a:srgbClr val="000000"/>
                          </a:solidFill>
                          <a:latin typeface="Cambria Math" panose="02040503050406030204" pitchFamily="18" charset="0"/>
                          <a:ea typeface="Cambria Math" panose="02040503050406030204" pitchFamily="18" charset="0"/>
                        </a:rPr>
                        <m:t>C</m:t>
                      </m:r>
                      <m:sSub>
                        <m:sSubPr>
                          <m:ctrlPr>
                            <a:rPr lang="en-US" i="1">
                              <a:solidFill>
                                <a:srgbClr val="000000"/>
                              </a:solidFill>
                              <a:latin typeface="Cambria Math" panose="02040503050406030204" pitchFamily="18" charset="0"/>
                              <a:cs typeface="Arial"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i="1">
                                  <a:solidFill>
                                    <a:srgbClr val="000000"/>
                                  </a:solidFill>
                                  <a:latin typeface="Cambria Math" panose="02040503050406030204" pitchFamily="18" charset="0"/>
                                  <a:ea typeface="Cambria Math" panose="02040503050406030204" pitchFamily="18" charset="0"/>
                                </a:rPr>
                                <m:t>V</m:t>
                              </m:r>
                            </m:e>
                          </m:acc>
                        </m:e>
                        <m:sub>
                          <m:r>
                            <m:rPr>
                              <m:sty m:val="p"/>
                            </m:rPr>
                            <a:rPr lang="en-US" i="1">
                              <a:solidFill>
                                <a:srgbClr val="000000"/>
                              </a:solidFill>
                              <a:latin typeface="Cambria Math" panose="02040503050406030204" pitchFamily="18" charset="0"/>
                              <a:cs typeface="Arial" charset="0"/>
                            </a:rPr>
                            <m:t>C</m:t>
                          </m:r>
                        </m:sub>
                      </m:sSub>
                      <m:r>
                        <a:rPr lang="en-US" b="0" i="1" smtClean="0">
                          <a:solidFill>
                            <a:srgbClr val="000000"/>
                          </a:solidFill>
                          <a:latin typeface="Cambria Math" panose="02040503050406030204" pitchFamily="18" charset="0"/>
                          <a:cs typeface="Arial" charset="0"/>
                        </a:rPr>
                        <m:t>.</m:t>
                      </m:r>
                    </m:oMath>
                  </m:oMathPara>
                </a14:m>
                <a:endParaRPr lang="en-US" i="1" dirty="0">
                  <a:solidFill>
                    <a:srgbClr val="000000"/>
                  </a:solidFill>
                  <a:latin typeface="Cambria Math" panose="02040503050406030204" pitchFamily="18" charset="0"/>
                  <a:ea typeface="Arial" charset="0"/>
                  <a:cs typeface="Arial" charset="0"/>
                </a:endParaRPr>
              </a:p>
              <a:p>
                <a:pPr>
                  <a:spcAft>
                    <a:spcPts val="1800"/>
                  </a:spcAft>
                </a:pPr>
                <a14:m>
                  <m:oMath xmlns:m="http://schemas.openxmlformats.org/officeDocument/2006/math">
                    <m:sSup>
                      <m:sSupPr>
                        <m:ctrlPr>
                          <a:rPr lang="en-US" i="1">
                            <a:solidFill>
                              <a:srgbClr val="000000"/>
                            </a:solidFill>
                            <a:latin typeface="Cambria Math" panose="02040503050406030204" pitchFamily="18" charset="0"/>
                            <a:cs typeface="Arial" charset="0"/>
                          </a:rPr>
                        </m:ctrlPr>
                      </m:sSupPr>
                      <m:e>
                        <m:r>
                          <m:rPr>
                            <m:sty m:val="p"/>
                          </m:rPr>
                          <a:rPr lang="en-US">
                            <a:solidFill>
                              <a:srgbClr val="000000"/>
                            </a:solidFill>
                            <a:latin typeface="Cambria Math" panose="02040503050406030204" pitchFamily="18" charset="0"/>
                            <a:cs typeface="Arial" charset="0"/>
                          </a:rPr>
                          <m:t>e</m:t>
                        </m:r>
                      </m:e>
                      <m:sup>
                        <m:r>
                          <m:rPr>
                            <m:sty m:val="p"/>
                          </m:rPr>
                          <a:rPr lang="en-US">
                            <a:solidFill>
                              <a:srgbClr val="000000"/>
                            </a:solidFill>
                            <a:latin typeface="Cambria Math" panose="02040503050406030204" pitchFamily="18" charset="0"/>
                            <a:cs typeface="Arial" charset="0"/>
                          </a:rPr>
                          <m:t>j</m:t>
                        </m:r>
                        <m:r>
                          <a:rPr lang="en-US">
                            <a:solidFill>
                              <a:srgbClr val="000000"/>
                            </a:solidFill>
                            <a:latin typeface="Cambria Math" panose="02040503050406030204" pitchFamily="18" charset="0"/>
                            <a:cs typeface="Arial" charset="0"/>
                          </a:rPr>
                          <m:t>90˚</m:t>
                        </m:r>
                      </m:sup>
                    </m:sSup>
                    <m:r>
                      <a:rPr lang="en-US" i="1">
                        <a:solidFill>
                          <a:srgbClr val="000000"/>
                        </a:solidFill>
                        <a:latin typeface="Cambria Math" panose="02040503050406030204" pitchFamily="18" charset="0"/>
                        <a:cs typeface="Arial" charset="0"/>
                      </a:rPr>
                      <m:t>=</m:t>
                    </m:r>
                    <m:func>
                      <m:funcPr>
                        <m:ctrlPr>
                          <a:rPr lang="en-US" i="1">
                            <a:solidFill>
                              <a:srgbClr val="000000"/>
                            </a:solidFill>
                            <a:latin typeface="Cambria Math" panose="02040503050406030204" pitchFamily="18" charset="0"/>
                            <a:ea typeface="Cambria Math" panose="02040503050406030204" pitchFamily="18" charset="0"/>
                          </a:rPr>
                        </m:ctrlPr>
                      </m:funcPr>
                      <m:fName>
                        <m:r>
                          <m:rPr>
                            <m:sty m:val="p"/>
                          </m:rPr>
                          <a:rPr lang="en-US">
                            <a:solidFill>
                              <a:srgbClr val="000000"/>
                            </a:solidFill>
                            <a:latin typeface="Cambria Math" panose="02040503050406030204" pitchFamily="18" charset="0"/>
                            <a:ea typeface="Cambria Math" panose="02040503050406030204" pitchFamily="18" charset="0"/>
                          </a:rPr>
                          <m:t>cos</m:t>
                        </m:r>
                      </m:fName>
                      <m:e>
                        <m:d>
                          <m:dPr>
                            <m:ctrlPr>
                              <a:rPr lang="en-US" i="1">
                                <a:solidFill>
                                  <a:srgbClr val="000000"/>
                                </a:solidFill>
                                <a:latin typeface="Cambria Math" panose="02040503050406030204" pitchFamily="18" charset="0"/>
                                <a:ea typeface="Cambria Math" panose="02040503050406030204" pitchFamily="18" charset="0"/>
                              </a:rPr>
                            </m:ctrlPr>
                          </m:dPr>
                          <m:e>
                            <m:r>
                              <a:rPr lang="en-US">
                                <a:solidFill>
                                  <a:srgbClr val="000000"/>
                                </a:solidFill>
                                <a:latin typeface="Cambria Math" panose="02040503050406030204" pitchFamily="18" charset="0"/>
                                <a:cs typeface="Arial" charset="0"/>
                              </a:rPr>
                              <m:t>90˚</m:t>
                            </m:r>
                          </m:e>
                        </m:d>
                      </m:e>
                    </m:func>
                    <m:r>
                      <a:rPr lang="en-US">
                        <a:solidFill>
                          <a:srgbClr val="000000"/>
                        </a:solidFill>
                        <a:latin typeface="Cambria Math" panose="02040503050406030204" pitchFamily="18" charset="0"/>
                        <a:ea typeface="Cambria Math" panose="02040503050406030204" pitchFamily="18" charset="0"/>
                      </a:rPr>
                      <m:t>+</m:t>
                    </m:r>
                    <m:func>
                      <m:funcPr>
                        <m:ctrlPr>
                          <a:rPr lang="en-US" i="1">
                            <a:solidFill>
                              <a:srgbClr val="000000"/>
                            </a:solidFill>
                            <a:latin typeface="Cambria Math" panose="02040503050406030204" pitchFamily="18" charset="0"/>
                            <a:ea typeface="Cambria Math" panose="02040503050406030204" pitchFamily="18" charset="0"/>
                          </a:rPr>
                        </m:ctrlPr>
                      </m:funcPr>
                      <m:fName>
                        <m:r>
                          <m:rPr>
                            <m:sty m:val="p"/>
                          </m:rPr>
                          <a:rPr lang="en-US">
                            <a:solidFill>
                              <a:srgbClr val="000000"/>
                            </a:solidFill>
                            <a:latin typeface="Cambria Math" panose="02040503050406030204" pitchFamily="18" charset="0"/>
                            <a:ea typeface="Cambria Math" panose="02040503050406030204" pitchFamily="18" charset="0"/>
                          </a:rPr>
                          <m:t>jsin</m:t>
                        </m:r>
                      </m:fName>
                      <m:e>
                        <m:d>
                          <m:dPr>
                            <m:ctrlPr>
                              <a:rPr lang="en-US" i="1">
                                <a:solidFill>
                                  <a:srgbClr val="000000"/>
                                </a:solidFill>
                                <a:latin typeface="Cambria Math" panose="02040503050406030204" pitchFamily="18" charset="0"/>
                                <a:ea typeface="Cambria Math" panose="02040503050406030204" pitchFamily="18" charset="0"/>
                              </a:rPr>
                            </m:ctrlPr>
                          </m:dPr>
                          <m:e>
                            <m:r>
                              <a:rPr lang="en-US">
                                <a:solidFill>
                                  <a:srgbClr val="000000"/>
                                </a:solidFill>
                                <a:latin typeface="Cambria Math" panose="02040503050406030204" pitchFamily="18" charset="0"/>
                                <a:cs typeface="Arial" charset="0"/>
                              </a:rPr>
                              <m:t>90˚</m:t>
                            </m:r>
                          </m:e>
                        </m:d>
                      </m:e>
                    </m:func>
                  </m:oMath>
                </a14:m>
                <a:r>
                  <a:rPr lang="en-US" dirty="0">
                    <a:solidFill>
                      <a:srgbClr val="000000"/>
                    </a:solidFill>
                    <a:latin typeface="Cambria Math" panose="02040503050406030204" pitchFamily="18" charset="0"/>
                  </a:rPr>
                  <a:t> = 0 + j = j. So </a:t>
                </a:r>
                <a14:m>
                  <m:oMath xmlns:m="http://schemas.openxmlformats.org/officeDocument/2006/math">
                    <m:sSup>
                      <m:sSupPr>
                        <m:ctrlPr>
                          <a:rPr lang="en-US" i="1">
                            <a:solidFill>
                              <a:srgbClr val="000000"/>
                            </a:solidFill>
                            <a:latin typeface="Cambria Math" panose="02040503050406030204" pitchFamily="18" charset="0"/>
                            <a:cs typeface="Arial" charset="0"/>
                          </a:rPr>
                        </m:ctrlPr>
                      </m:sSupPr>
                      <m:e>
                        <m:r>
                          <m:rPr>
                            <m:sty m:val="p"/>
                          </m:rPr>
                          <a:rPr lang="en-US">
                            <a:solidFill>
                              <a:srgbClr val="000000"/>
                            </a:solidFill>
                            <a:latin typeface="Cambria Math" panose="02040503050406030204" pitchFamily="18" charset="0"/>
                            <a:cs typeface="Arial" charset="0"/>
                          </a:rPr>
                          <m:t>j</m:t>
                        </m:r>
                        <m:r>
                          <a:rPr lang="en-US">
                            <a:solidFill>
                              <a:srgbClr val="000000"/>
                            </a:solidFill>
                            <a:latin typeface="Cambria Math" panose="02040503050406030204" pitchFamily="18" charset="0"/>
                            <a:cs typeface="Arial" charset="0"/>
                          </a:rPr>
                          <m:t>=</m:t>
                        </m:r>
                        <m:r>
                          <m:rPr>
                            <m:sty m:val="p"/>
                          </m:rPr>
                          <a:rPr lang="en-US">
                            <a:solidFill>
                              <a:srgbClr val="000000"/>
                            </a:solidFill>
                            <a:latin typeface="Cambria Math" panose="02040503050406030204" pitchFamily="18" charset="0"/>
                            <a:cs typeface="Arial" charset="0"/>
                          </a:rPr>
                          <m:t>e</m:t>
                        </m:r>
                      </m:e>
                      <m:sup>
                        <m:r>
                          <m:rPr>
                            <m:sty m:val="p"/>
                          </m:rPr>
                          <a:rPr lang="en-US">
                            <a:solidFill>
                              <a:srgbClr val="000000"/>
                            </a:solidFill>
                            <a:latin typeface="Cambria Math" panose="02040503050406030204" pitchFamily="18" charset="0"/>
                            <a:cs typeface="Arial" charset="0"/>
                          </a:rPr>
                          <m:t>j</m:t>
                        </m:r>
                        <m:r>
                          <a:rPr lang="en-US">
                            <a:solidFill>
                              <a:srgbClr val="000000"/>
                            </a:solidFill>
                            <a:latin typeface="Cambria Math" panose="02040503050406030204" pitchFamily="18" charset="0"/>
                            <a:cs typeface="Arial" charset="0"/>
                          </a:rPr>
                          <m:t>90˚</m:t>
                        </m:r>
                      </m:sup>
                    </m:sSup>
                  </m:oMath>
                </a14:m>
                <a:r>
                  <a:rPr lang="en-US" i="1" dirty="0">
                    <a:solidFill>
                      <a:srgbClr val="000000"/>
                    </a:solidFill>
                    <a:latin typeface="Cambria Math" panose="02040503050406030204" pitchFamily="18" charset="0"/>
                    <a:ea typeface="Arial" charset="0"/>
                    <a:cs typeface="Arial" charset="0"/>
                  </a:rPr>
                  <a:t>. </a:t>
                </a:r>
              </a:p>
              <a:p>
                <a:pPr>
                  <a:spcAft>
                    <a:spcPts val="1800"/>
                  </a:spcAft>
                </a:pPr>
                <a:r>
                  <a:rPr lang="en-US" dirty="0">
                    <a:solidFill>
                      <a:srgbClr val="000000"/>
                    </a:solidFill>
                    <a:latin typeface="Cambria Math" panose="02040503050406030204" pitchFamily="18" charset="0"/>
                  </a:rPr>
                  <a:t>Multiplying by j results in +90˚ phase shift, meaning </a:t>
                </a:r>
                <a14:m>
                  <m:oMath xmlns:m="http://schemas.openxmlformats.org/officeDocument/2006/math">
                    <m:sSub>
                      <m:sSubPr>
                        <m:ctrlPr>
                          <a:rPr lang="en-US" i="1">
                            <a:solidFill>
                              <a:srgbClr val="000000"/>
                            </a:solidFill>
                            <a:latin typeface="Cambria Math" panose="02040503050406030204" pitchFamily="18" charset="0"/>
                            <a:cs typeface="Arial"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b="0" i="1">
                                <a:solidFill>
                                  <a:srgbClr val="000000"/>
                                </a:solidFill>
                                <a:latin typeface="Cambria Math" panose="02040503050406030204" pitchFamily="18" charset="0"/>
                                <a:ea typeface="Cambria Math" panose="02040503050406030204" pitchFamily="18" charset="0"/>
                              </a:rPr>
                              <m:t>I</m:t>
                            </m:r>
                          </m:e>
                        </m:acc>
                      </m:e>
                      <m:sub>
                        <m:r>
                          <m:rPr>
                            <m:sty m:val="p"/>
                          </m:rPr>
                          <a:rPr lang="en-US" b="0" i="1">
                            <a:solidFill>
                              <a:srgbClr val="000000"/>
                            </a:solidFill>
                            <a:latin typeface="Cambria Math" panose="02040503050406030204" pitchFamily="18" charset="0"/>
                            <a:cs typeface="Arial" charset="0"/>
                          </a:rPr>
                          <m:t>C</m:t>
                        </m:r>
                      </m:sub>
                    </m:sSub>
                    <m:r>
                      <a:rPr lang="en-US" b="0" i="0" smtClean="0">
                        <a:solidFill>
                          <a:srgbClr val="000000"/>
                        </a:solidFill>
                        <a:latin typeface="Cambria Math" panose="02040503050406030204" pitchFamily="18" charset="0"/>
                        <a:cs typeface="Arial" charset="0"/>
                      </a:rPr>
                      <m:t> </m:t>
                    </m:r>
                    <m:r>
                      <m:rPr>
                        <m:sty m:val="p"/>
                      </m:rPr>
                      <a:rPr lang="en-US">
                        <a:solidFill>
                          <a:srgbClr val="000000"/>
                        </a:solidFill>
                        <a:latin typeface="Cambria Math" panose="02040503050406030204" pitchFamily="18" charset="0"/>
                      </a:rPr>
                      <m:t>leads</m:t>
                    </m:r>
                    <m:r>
                      <a:rPr lang="en-US" b="0" i="0" smtClean="0">
                        <a:solidFill>
                          <a:srgbClr val="000000"/>
                        </a:solidFill>
                        <a:latin typeface="Cambria Math" panose="02040503050406030204" pitchFamily="18" charset="0"/>
                      </a:rPr>
                      <m:t> </m:t>
                    </m:r>
                    <m:sSub>
                      <m:sSubPr>
                        <m:ctrlPr>
                          <a:rPr lang="en-US" i="1">
                            <a:solidFill>
                              <a:srgbClr val="000000"/>
                            </a:solidFill>
                            <a:latin typeface="Cambria Math" panose="02040503050406030204" pitchFamily="18" charset="0"/>
                            <a:cs typeface="Arial"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b="0" i="1">
                                <a:solidFill>
                                  <a:srgbClr val="000000"/>
                                </a:solidFill>
                                <a:latin typeface="Cambria Math" panose="02040503050406030204" pitchFamily="18" charset="0"/>
                                <a:ea typeface="Cambria Math" panose="02040503050406030204" pitchFamily="18" charset="0"/>
                              </a:rPr>
                              <m:t>V</m:t>
                            </m:r>
                          </m:e>
                        </m:acc>
                      </m:e>
                      <m:sub>
                        <m:r>
                          <m:rPr>
                            <m:sty m:val="p"/>
                          </m:rPr>
                          <a:rPr lang="en-US" b="0" i="1">
                            <a:solidFill>
                              <a:srgbClr val="000000"/>
                            </a:solidFill>
                            <a:latin typeface="Cambria Math" panose="02040503050406030204" pitchFamily="18" charset="0"/>
                            <a:cs typeface="Arial" charset="0"/>
                          </a:rPr>
                          <m:t>C</m:t>
                        </m:r>
                      </m:sub>
                    </m:sSub>
                    <m:r>
                      <a:rPr lang="en-US">
                        <a:solidFill>
                          <a:srgbClr val="000000"/>
                        </a:solidFill>
                        <a:latin typeface="Cambria Math" panose="02040503050406030204" pitchFamily="18" charset="0"/>
                      </a:rPr>
                      <m:t> </m:t>
                    </m:r>
                  </m:oMath>
                </a14:m>
                <a:r>
                  <a:rPr lang="en-US" dirty="0">
                    <a:solidFill>
                      <a:srgbClr val="000000"/>
                    </a:solidFill>
                    <a:latin typeface="Cambria Math" panose="02040503050406030204" pitchFamily="18" charset="0"/>
                    <a:ea typeface="Arial" charset="0"/>
                    <a:cs typeface="Arial" charset="0"/>
                  </a:rPr>
                  <a:t>by </a:t>
                </a:r>
                <a:r>
                  <a:rPr lang="en-US" dirty="0">
                    <a:solidFill>
                      <a:srgbClr val="000000"/>
                    </a:solidFill>
                    <a:latin typeface="Cambria Math" panose="02040503050406030204" pitchFamily="18" charset="0"/>
                  </a:rPr>
                  <a:t>90˚</a:t>
                </a:r>
                <a:r>
                  <a:rPr lang="en-US" i="1" dirty="0">
                    <a:solidFill>
                      <a:srgbClr val="000000"/>
                    </a:solidFill>
                    <a:latin typeface="Cambria Math" panose="02040503050406030204" pitchFamily="18" charset="0"/>
                    <a:ea typeface="Arial" charset="0"/>
                    <a:cs typeface="Arial" charset="0"/>
                  </a:rPr>
                  <a:t>.</a:t>
                </a:r>
              </a:p>
              <a:p>
                <a:pPr fontAlgn="base">
                  <a:spcBef>
                    <a:spcPct val="0"/>
                  </a:spcBef>
                  <a:spcAft>
                    <a:spcPts val="1800"/>
                  </a:spcAft>
                </a:pPr>
                <a14:m>
                  <m:oMathPara xmlns:m="http://schemas.openxmlformats.org/officeDocument/2006/math">
                    <m:oMathParaPr>
                      <m:jc m:val="left"/>
                    </m:oMathParaPr>
                    <m:oMath xmlns:m="http://schemas.openxmlformats.org/officeDocument/2006/math">
                      <m:r>
                        <m:rPr>
                          <m:sty m:val="p"/>
                        </m:rPr>
                        <a:rPr lang="en-US">
                          <a:solidFill>
                            <a:srgbClr val="000000"/>
                          </a:solidFill>
                          <a:latin typeface="Cambria Math" panose="02040503050406030204" pitchFamily="18" charset="0"/>
                          <a:ea typeface="Arial" charset="0"/>
                          <a:cs typeface="Arial" charset="0"/>
                        </a:rPr>
                        <m:t>So</m:t>
                      </m:r>
                      <m:r>
                        <a:rPr lang="en-US">
                          <a:solidFill>
                            <a:srgbClr val="000000"/>
                          </a:solidFill>
                          <a:latin typeface="Cambria Math" panose="02040503050406030204" pitchFamily="18" charset="0"/>
                          <a:ea typeface="Arial" charset="0"/>
                          <a:cs typeface="Arial" charset="0"/>
                        </a:rPr>
                        <m:t> </m:t>
                      </m:r>
                      <m:sSub>
                        <m:sSubPr>
                          <m:ctrlPr>
                            <a:rPr lang="en-US" i="1">
                              <a:solidFill>
                                <a:srgbClr val="000000"/>
                              </a:solidFill>
                              <a:latin typeface="Cambria Math" panose="02040503050406030204" pitchFamily="18" charset="0"/>
                              <a:cs typeface="Arial"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b="0" i="1">
                                  <a:solidFill>
                                    <a:srgbClr val="000000"/>
                                  </a:solidFill>
                                  <a:latin typeface="Cambria Math" panose="02040503050406030204" pitchFamily="18" charset="0"/>
                                  <a:ea typeface="Cambria Math" panose="02040503050406030204" pitchFamily="18" charset="0"/>
                                </a:rPr>
                                <m:t>I</m:t>
                              </m:r>
                            </m:e>
                          </m:acc>
                        </m:e>
                        <m:sub>
                          <m:r>
                            <m:rPr>
                              <m:sty m:val="p"/>
                            </m:rPr>
                            <a:rPr lang="en-US" b="0" i="1">
                              <a:solidFill>
                                <a:srgbClr val="000000"/>
                              </a:solidFill>
                              <a:latin typeface="Cambria Math" panose="02040503050406030204" pitchFamily="18" charset="0"/>
                              <a:cs typeface="Arial" charset="0"/>
                            </a:rPr>
                            <m:t>C</m:t>
                          </m:r>
                        </m:sub>
                      </m:sSub>
                      <m:r>
                        <a:rPr lang="en-US" b="0" i="0" smtClean="0">
                          <a:solidFill>
                            <a:srgbClr val="000000"/>
                          </a:solidFill>
                          <a:latin typeface="Cambria Math" panose="02040503050406030204" pitchFamily="18" charset="0"/>
                          <a:cs typeface="Arial" charset="0"/>
                        </a:rPr>
                        <m:t> </m:t>
                      </m:r>
                      <m:r>
                        <m:rPr>
                          <m:sty m:val="p"/>
                        </m:rPr>
                        <a:rPr lang="en-US">
                          <a:solidFill>
                            <a:srgbClr val="000000"/>
                          </a:solidFill>
                          <a:latin typeface="Cambria Math" panose="02040503050406030204" pitchFamily="18" charset="0"/>
                          <a:cs typeface="Arial" charset="0"/>
                        </a:rPr>
                        <m:t>leads</m:t>
                      </m:r>
                      <m:r>
                        <a:rPr lang="en-US" b="0" i="0" smtClean="0">
                          <a:solidFill>
                            <a:srgbClr val="000000"/>
                          </a:solidFill>
                          <a:latin typeface="Cambria Math" panose="02040503050406030204" pitchFamily="18" charset="0"/>
                          <a:cs typeface="Arial" charset="0"/>
                        </a:rPr>
                        <m:t> </m:t>
                      </m:r>
                      <m:sSub>
                        <m:sSubPr>
                          <m:ctrlPr>
                            <a:rPr lang="en-US" i="1">
                              <a:solidFill>
                                <a:srgbClr val="000000"/>
                              </a:solidFill>
                              <a:latin typeface="Cambria Math" panose="02040503050406030204" pitchFamily="18" charset="0"/>
                              <a:cs typeface="Arial"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b="0" i="1">
                                  <a:solidFill>
                                    <a:srgbClr val="000000"/>
                                  </a:solidFill>
                                  <a:latin typeface="Cambria Math" panose="02040503050406030204" pitchFamily="18" charset="0"/>
                                  <a:ea typeface="Cambria Math" panose="02040503050406030204" pitchFamily="18" charset="0"/>
                                </a:rPr>
                                <m:t>V</m:t>
                              </m:r>
                            </m:e>
                          </m:acc>
                        </m:e>
                        <m:sub>
                          <m:r>
                            <m:rPr>
                              <m:sty m:val="p"/>
                            </m:rPr>
                            <a:rPr lang="en-US" b="0" i="1">
                              <a:solidFill>
                                <a:srgbClr val="000000"/>
                              </a:solidFill>
                              <a:latin typeface="Cambria Math" panose="02040503050406030204" pitchFamily="18" charset="0"/>
                              <a:cs typeface="Arial" charset="0"/>
                            </a:rPr>
                            <m:t>C</m:t>
                          </m:r>
                        </m:sub>
                      </m:sSub>
                      <m:r>
                        <a:rPr lang="en-US">
                          <a:solidFill>
                            <a:srgbClr val="000000"/>
                          </a:solidFill>
                          <a:latin typeface="Cambria Math" panose="02040503050406030204" pitchFamily="18" charset="0"/>
                          <a:cs typeface="Arial" charset="0"/>
                        </a:rPr>
                        <m:t> </m:t>
                      </m:r>
                      <m:r>
                        <m:rPr>
                          <m:sty m:val="p"/>
                        </m:rPr>
                        <a:rPr lang="en-US">
                          <a:solidFill>
                            <a:srgbClr val="000000"/>
                          </a:solidFill>
                          <a:latin typeface="Cambria Math" panose="02040503050406030204" pitchFamily="18" charset="0"/>
                          <a:cs typeface="Arial" charset="0"/>
                        </a:rPr>
                        <m:t>by</m:t>
                      </m:r>
                      <m:r>
                        <a:rPr lang="en-US">
                          <a:solidFill>
                            <a:srgbClr val="000000"/>
                          </a:solidFill>
                          <a:latin typeface="Cambria Math" panose="02040503050406030204" pitchFamily="18" charset="0"/>
                          <a:cs typeface="Arial" charset="0"/>
                        </a:rPr>
                        <m:t> 90˚ </m:t>
                      </m:r>
                      <m:r>
                        <m:rPr>
                          <m:sty m:val="p"/>
                        </m:rPr>
                        <a:rPr lang="en-US">
                          <a:solidFill>
                            <a:srgbClr val="000000"/>
                          </a:solidFill>
                          <a:latin typeface="Cambria Math" panose="02040503050406030204" pitchFamily="18" charset="0"/>
                          <a:cs typeface="Arial" charset="0"/>
                        </a:rPr>
                        <m:t>in</m:t>
                      </m:r>
                      <m:r>
                        <a:rPr lang="en-US">
                          <a:solidFill>
                            <a:srgbClr val="000000"/>
                          </a:solidFill>
                          <a:latin typeface="Cambria Math" panose="02040503050406030204" pitchFamily="18" charset="0"/>
                          <a:cs typeface="Arial" charset="0"/>
                        </a:rPr>
                        <m:t> </m:t>
                      </m:r>
                      <m:r>
                        <m:rPr>
                          <m:sty m:val="p"/>
                        </m:rPr>
                        <a:rPr lang="en-US">
                          <a:solidFill>
                            <a:srgbClr val="000000"/>
                          </a:solidFill>
                          <a:latin typeface="Cambria Math" panose="02040503050406030204" pitchFamily="18" charset="0"/>
                          <a:cs typeface="Arial" charset="0"/>
                        </a:rPr>
                        <m:t>the</m:t>
                      </m:r>
                      <m:r>
                        <a:rPr lang="en-US">
                          <a:solidFill>
                            <a:srgbClr val="000000"/>
                          </a:solidFill>
                          <a:latin typeface="Cambria Math" panose="02040503050406030204" pitchFamily="18" charset="0"/>
                          <a:cs typeface="Arial" charset="0"/>
                        </a:rPr>
                        <m:t> </m:t>
                      </m:r>
                      <m:r>
                        <m:rPr>
                          <m:sty m:val="p"/>
                        </m:rPr>
                        <a:rPr lang="en-US">
                          <a:solidFill>
                            <a:srgbClr val="000000"/>
                          </a:solidFill>
                          <a:latin typeface="Cambria Math" panose="02040503050406030204" pitchFamily="18" charset="0"/>
                          <a:cs typeface="Arial" charset="0"/>
                        </a:rPr>
                        <m:t>circuit</m:t>
                      </m:r>
                      <m:r>
                        <a:rPr lang="en-US">
                          <a:solidFill>
                            <a:srgbClr val="000000"/>
                          </a:solidFill>
                          <a:latin typeface="Cambria Math" panose="02040503050406030204" pitchFamily="18" charset="0"/>
                          <a:cs typeface="Arial" charset="0"/>
                        </a:rPr>
                        <m:t> </m:t>
                      </m:r>
                      <m:r>
                        <m:rPr>
                          <m:sty m:val="p"/>
                        </m:rPr>
                        <a:rPr lang="en-US">
                          <a:solidFill>
                            <a:srgbClr val="000000"/>
                          </a:solidFill>
                          <a:latin typeface="Cambria Math" panose="02040503050406030204" pitchFamily="18" charset="0"/>
                          <a:cs typeface="Arial" charset="0"/>
                        </a:rPr>
                        <m:t>below</m:t>
                      </m:r>
                      <m:r>
                        <a:rPr lang="en-US">
                          <a:solidFill>
                            <a:srgbClr val="000000"/>
                          </a:solidFill>
                          <a:latin typeface="Cambria Math" panose="02040503050406030204" pitchFamily="18" charset="0"/>
                          <a:cs typeface="Arial" charset="0"/>
                        </a:rPr>
                        <m:t>. </m:t>
                      </m:r>
                    </m:oMath>
                  </m:oMathPara>
                </a14:m>
                <a:endParaRPr lang="en-US" dirty="0">
                  <a:solidFill>
                    <a:srgbClr val="000000"/>
                  </a:solidFill>
                  <a:latin typeface="Cambria Math" panose="02040503050406030204" pitchFamily="18" charset="0"/>
                  <a:cs typeface="Arial" charset="0"/>
                </a:endParaRPr>
              </a:p>
              <a:p>
                <a:pPr>
                  <a:spcAft>
                    <a:spcPts val="1800"/>
                  </a:spcAft>
                </a:pPr>
                <a14:m>
                  <m:oMathPara xmlns:m="http://schemas.openxmlformats.org/officeDocument/2006/math">
                    <m:oMathParaPr>
                      <m:jc m:val="left"/>
                    </m:oMathParaPr>
                    <m:oMath xmlns:m="http://schemas.openxmlformats.org/officeDocument/2006/math">
                      <m:r>
                        <m:rPr>
                          <m:sty m:val="p"/>
                        </m:rPr>
                        <a:rPr lang="en-US">
                          <a:solidFill>
                            <a:srgbClr val="000000"/>
                          </a:solidFill>
                          <a:latin typeface="Cambria Math" panose="02040503050406030204" pitchFamily="18" charset="0"/>
                          <a:cs typeface="Arial" charset="0"/>
                        </a:rPr>
                        <m:t>Capacitor</m:t>
                      </m:r>
                      <m:r>
                        <a:rPr lang="en-US">
                          <a:solidFill>
                            <a:srgbClr val="000000"/>
                          </a:solidFill>
                          <a:latin typeface="Cambria Math" panose="02040503050406030204" pitchFamily="18" charset="0"/>
                          <a:cs typeface="Arial" charset="0"/>
                        </a:rPr>
                        <m:t> </m:t>
                      </m:r>
                      <m:r>
                        <m:rPr>
                          <m:sty m:val="p"/>
                        </m:rPr>
                        <a:rPr lang="en-US">
                          <a:solidFill>
                            <a:srgbClr val="000000"/>
                          </a:solidFill>
                          <a:latin typeface="Cambria Math" panose="02040503050406030204" pitchFamily="18" charset="0"/>
                          <a:cs typeface="Arial" charset="0"/>
                        </a:rPr>
                        <m:t>voltage</m:t>
                      </m:r>
                      <m:r>
                        <a:rPr lang="en-US">
                          <a:solidFill>
                            <a:srgbClr val="000000"/>
                          </a:solidFill>
                          <a:latin typeface="Cambria Math" panose="02040503050406030204" pitchFamily="18" charset="0"/>
                          <a:cs typeface="Arial" charset="0"/>
                        </a:rPr>
                        <m:t> </m:t>
                      </m:r>
                      <m:r>
                        <m:rPr>
                          <m:sty m:val="p"/>
                        </m:rPr>
                        <a:rPr lang="en-US">
                          <a:solidFill>
                            <a:srgbClr val="000000"/>
                          </a:solidFill>
                          <a:latin typeface="Cambria Math" panose="02040503050406030204" pitchFamily="18" charset="0"/>
                          <a:cs typeface="Arial" charset="0"/>
                        </a:rPr>
                        <m:t>is</m:t>
                      </m:r>
                      <m:r>
                        <a:rPr lang="en-US">
                          <a:solidFill>
                            <a:srgbClr val="000000"/>
                          </a:solidFill>
                          <a:latin typeface="Cambria Math" panose="02040503050406030204" pitchFamily="18" charset="0"/>
                          <a:cs typeface="Arial" charset="0"/>
                        </a:rPr>
                        <m:t> </m:t>
                      </m:r>
                      <m:r>
                        <m:rPr>
                          <m:sty m:val="p"/>
                        </m:rPr>
                        <a:rPr lang="en-US">
                          <a:solidFill>
                            <a:srgbClr val="000000"/>
                          </a:solidFill>
                          <a:latin typeface="Cambria Math" panose="02040503050406030204" pitchFamily="18" charset="0"/>
                          <a:cs typeface="Arial" charset="0"/>
                        </a:rPr>
                        <m:t>in</m:t>
                      </m:r>
                      <m:r>
                        <a:rPr lang="en-US">
                          <a:solidFill>
                            <a:srgbClr val="000000"/>
                          </a:solidFill>
                          <a:latin typeface="Cambria Math" panose="02040503050406030204" pitchFamily="18" charset="0"/>
                          <a:cs typeface="Arial" charset="0"/>
                        </a:rPr>
                        <m:t> </m:t>
                      </m:r>
                      <m:r>
                        <m:rPr>
                          <m:sty m:val="p"/>
                        </m:rPr>
                        <a:rPr lang="en-US">
                          <a:solidFill>
                            <a:srgbClr val="000000"/>
                          </a:solidFill>
                          <a:latin typeface="Cambria Math" panose="02040503050406030204" pitchFamily="18" charset="0"/>
                          <a:cs typeface="Arial" charset="0"/>
                        </a:rPr>
                        <m:t>phase</m:t>
                      </m:r>
                      <m:r>
                        <a:rPr lang="en-US">
                          <a:solidFill>
                            <a:srgbClr val="000000"/>
                          </a:solidFill>
                          <a:latin typeface="Cambria Math" panose="02040503050406030204" pitchFamily="18" charset="0"/>
                          <a:cs typeface="Arial" charset="0"/>
                        </a:rPr>
                        <m:t> </m:t>
                      </m:r>
                      <m:r>
                        <m:rPr>
                          <m:sty m:val="p"/>
                        </m:rPr>
                        <a:rPr lang="en-US">
                          <a:solidFill>
                            <a:srgbClr val="000000"/>
                          </a:solidFill>
                          <a:latin typeface="Cambria Math" panose="02040503050406030204" pitchFamily="18" charset="0"/>
                          <a:cs typeface="Arial" charset="0"/>
                        </a:rPr>
                        <m:t>with</m:t>
                      </m:r>
                      <m:r>
                        <a:rPr lang="en-US">
                          <a:solidFill>
                            <a:srgbClr val="000000"/>
                          </a:solidFill>
                          <a:latin typeface="Cambria Math" panose="02040503050406030204" pitchFamily="18" charset="0"/>
                          <a:cs typeface="Arial" charset="0"/>
                        </a:rPr>
                        <m:t> </m:t>
                      </m:r>
                      <m:r>
                        <m:rPr>
                          <m:sty m:val="p"/>
                        </m:rPr>
                        <a:rPr lang="en-US">
                          <a:solidFill>
                            <a:srgbClr val="000000"/>
                          </a:solidFill>
                          <a:latin typeface="Cambria Math" panose="02040503050406030204" pitchFamily="18" charset="0"/>
                          <a:cs typeface="Arial" charset="0"/>
                        </a:rPr>
                        <m:t>signal</m:t>
                      </m:r>
                      <m:r>
                        <a:rPr lang="en-US">
                          <a:solidFill>
                            <a:srgbClr val="000000"/>
                          </a:solidFill>
                          <a:latin typeface="Cambria Math" panose="02040503050406030204" pitchFamily="18" charset="0"/>
                          <a:cs typeface="Arial" charset="0"/>
                        </a:rPr>
                        <m:t> </m:t>
                      </m:r>
                      <m:r>
                        <m:rPr>
                          <m:sty m:val="p"/>
                        </m:rPr>
                        <a:rPr lang="en-US">
                          <a:solidFill>
                            <a:srgbClr val="000000"/>
                          </a:solidFill>
                          <a:latin typeface="Cambria Math" panose="02040503050406030204" pitchFamily="18" charset="0"/>
                          <a:cs typeface="Arial" charset="0"/>
                        </a:rPr>
                        <m:t>generator</m:t>
                      </m:r>
                      <m:r>
                        <a:rPr lang="en-US">
                          <a:solidFill>
                            <a:srgbClr val="000000"/>
                          </a:solidFill>
                          <a:latin typeface="Cambria Math" panose="02040503050406030204" pitchFamily="18" charset="0"/>
                          <a:cs typeface="Arial" charset="0"/>
                        </a:rPr>
                        <m:t> </m:t>
                      </m:r>
                      <m:r>
                        <m:rPr>
                          <m:sty m:val="p"/>
                        </m:rPr>
                        <a:rPr lang="en-US">
                          <a:solidFill>
                            <a:srgbClr val="000000"/>
                          </a:solidFill>
                          <a:latin typeface="Cambria Math" panose="02040503050406030204" pitchFamily="18" charset="0"/>
                          <a:cs typeface="Arial" charset="0"/>
                        </a:rPr>
                        <m:t>voltage</m:t>
                      </m:r>
                      <m:r>
                        <a:rPr lang="en-US">
                          <a:solidFill>
                            <a:srgbClr val="000000"/>
                          </a:solidFill>
                          <a:latin typeface="Cambria Math" panose="02040503050406030204" pitchFamily="18" charset="0"/>
                          <a:cs typeface="Arial" charset="0"/>
                        </a:rPr>
                        <m:t> </m:t>
                      </m:r>
                      <m:r>
                        <m:rPr>
                          <m:sty m:val="p"/>
                        </m:rPr>
                        <a:rPr lang="en-US">
                          <a:solidFill>
                            <a:srgbClr val="000000"/>
                          </a:solidFill>
                          <a:latin typeface="Cambria Math" panose="02040503050406030204" pitchFamily="18" charset="0"/>
                          <a:cs typeface="Arial" charset="0"/>
                        </a:rPr>
                        <m:t>in</m:t>
                      </m:r>
                      <m:r>
                        <a:rPr lang="en-US">
                          <a:solidFill>
                            <a:srgbClr val="000000"/>
                          </a:solidFill>
                          <a:latin typeface="Cambria Math" panose="02040503050406030204" pitchFamily="18" charset="0"/>
                          <a:cs typeface="Arial" charset="0"/>
                        </a:rPr>
                        <m:t> </m:t>
                      </m:r>
                      <m:r>
                        <m:rPr>
                          <m:sty m:val="p"/>
                        </m:rPr>
                        <a:rPr lang="en-US">
                          <a:solidFill>
                            <a:srgbClr val="000000"/>
                          </a:solidFill>
                          <a:latin typeface="Cambria Math" panose="02040503050406030204" pitchFamily="18" charset="0"/>
                          <a:cs typeface="Arial" charset="0"/>
                        </a:rPr>
                        <m:t>the</m:t>
                      </m:r>
                      <m:r>
                        <a:rPr lang="en-US">
                          <a:solidFill>
                            <a:srgbClr val="000000"/>
                          </a:solidFill>
                          <a:latin typeface="Cambria Math" panose="02040503050406030204" pitchFamily="18" charset="0"/>
                          <a:cs typeface="Arial" charset="0"/>
                        </a:rPr>
                        <m:t> </m:t>
                      </m:r>
                      <m:r>
                        <m:rPr>
                          <m:sty m:val="p"/>
                        </m:rPr>
                        <a:rPr lang="en-US">
                          <a:solidFill>
                            <a:srgbClr val="000000"/>
                          </a:solidFill>
                          <a:latin typeface="Cambria Math" panose="02040503050406030204" pitchFamily="18" charset="0"/>
                          <a:cs typeface="Arial" charset="0"/>
                        </a:rPr>
                        <m:t>circuit</m:t>
                      </m:r>
                      <m:r>
                        <a:rPr lang="en-US">
                          <a:solidFill>
                            <a:srgbClr val="000000"/>
                          </a:solidFill>
                          <a:latin typeface="Cambria Math" panose="02040503050406030204" pitchFamily="18" charset="0"/>
                          <a:cs typeface="Arial" charset="0"/>
                        </a:rPr>
                        <m:t> </m:t>
                      </m:r>
                      <m:r>
                        <m:rPr>
                          <m:sty m:val="p"/>
                        </m:rPr>
                        <a:rPr lang="en-US">
                          <a:solidFill>
                            <a:srgbClr val="000000"/>
                          </a:solidFill>
                          <a:latin typeface="Cambria Math" panose="02040503050406030204" pitchFamily="18" charset="0"/>
                          <a:cs typeface="Arial" charset="0"/>
                        </a:rPr>
                        <m:t>below</m:t>
                      </m:r>
                      <m:r>
                        <a:rPr lang="en-US">
                          <a:solidFill>
                            <a:srgbClr val="000000"/>
                          </a:solidFill>
                          <a:latin typeface="Cambria Math" panose="02040503050406030204" pitchFamily="18" charset="0"/>
                          <a:cs typeface="Arial" charset="0"/>
                        </a:rPr>
                        <m:t>. </m:t>
                      </m:r>
                    </m:oMath>
                  </m:oMathPara>
                </a14:m>
                <a:endParaRPr lang="en-US" dirty="0">
                  <a:solidFill>
                    <a:srgbClr val="000000"/>
                  </a:solidFill>
                  <a:latin typeface="Cambria Math" panose="02040503050406030204" pitchFamily="18" charset="0"/>
                  <a:cs typeface="Arial" charset="0"/>
                </a:endParaRPr>
              </a:p>
              <a:p>
                <a:pPr fontAlgn="base">
                  <a:spcBef>
                    <a:spcPct val="0"/>
                  </a:spcBef>
                  <a:spcAft>
                    <a:spcPts val="1800"/>
                  </a:spcAft>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cs typeface="Arial"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b="0" i="1">
                                  <a:solidFill>
                                    <a:srgbClr val="000000"/>
                                  </a:solidFill>
                                  <a:latin typeface="Cambria Math" panose="02040503050406030204" pitchFamily="18" charset="0"/>
                                  <a:ea typeface="Cambria Math" panose="02040503050406030204" pitchFamily="18" charset="0"/>
                                </a:rPr>
                                <m:t>V</m:t>
                              </m:r>
                            </m:e>
                          </m:acc>
                        </m:e>
                        <m:sub>
                          <m:r>
                            <m:rPr>
                              <m:sty m:val="p"/>
                            </m:rPr>
                            <a:rPr lang="en-US" b="0" i="0" smtClean="0">
                              <a:solidFill>
                                <a:srgbClr val="000000"/>
                              </a:solidFill>
                              <a:latin typeface="Cambria Math" panose="02040503050406030204" pitchFamily="18" charset="0"/>
                              <a:cs typeface="Arial" charset="0"/>
                            </a:rPr>
                            <m:t>C</m:t>
                          </m:r>
                        </m:sub>
                      </m:sSub>
                      <m:r>
                        <a:rPr lang="en-US">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m:rPr>
                              <m:sty m:val="p"/>
                            </m:rPr>
                            <a:rPr lang="en-US">
                              <a:solidFill>
                                <a:srgbClr val="000000"/>
                              </a:solidFill>
                              <a:latin typeface="Cambria Math" panose="02040503050406030204" pitchFamily="18" charset="0"/>
                            </a:rPr>
                            <m:t>V</m:t>
                          </m:r>
                        </m:e>
                        <m:sub>
                          <m:r>
                            <m:rPr>
                              <m:sty m:val="p"/>
                            </m:rPr>
                            <a:rPr lang="en-US">
                              <a:solidFill>
                                <a:srgbClr val="000000"/>
                              </a:solidFill>
                              <a:latin typeface="Cambria Math" panose="02040503050406030204" pitchFamily="18" charset="0"/>
                            </a:rPr>
                            <m:t>m</m:t>
                          </m:r>
                        </m:sub>
                      </m:sSub>
                      <m:r>
                        <a:rPr lang="en-US" i="1">
                          <a:solidFill>
                            <a:srgbClr val="000000"/>
                          </a:solidFill>
                          <a:latin typeface="Cambria Math" panose="02040503050406030204" pitchFamily="18" charset="0"/>
                        </a:rPr>
                        <m:t>∠</m:t>
                      </m:r>
                      <m:r>
                        <a:rPr lang="en-US">
                          <a:solidFill>
                            <a:srgbClr val="000000"/>
                          </a:solidFill>
                          <a:latin typeface="Cambria Math" panose="02040503050406030204" pitchFamily="18" charset="0"/>
                          <a:cs typeface="Arial" charset="0"/>
                        </a:rPr>
                        <m:t>0˚</m:t>
                      </m:r>
                      <m:r>
                        <a:rPr lang="en-US" i="1">
                          <a:solidFill>
                            <a:srgbClr val="000000"/>
                          </a:solidFill>
                          <a:latin typeface="Cambria Math" panose="02040503050406030204" pitchFamily="18" charset="0"/>
                          <a:cs typeface="Arial" charset="0"/>
                        </a:rPr>
                        <m:t>.</m:t>
                      </m:r>
                      <m:sSub>
                        <m:sSubPr>
                          <m:ctrlPr>
                            <a:rPr lang="en-US" i="1">
                              <a:solidFill>
                                <a:srgbClr val="000000"/>
                              </a:solidFill>
                              <a:latin typeface="Cambria Math" panose="02040503050406030204" pitchFamily="18" charset="0"/>
                              <a:cs typeface="Arial"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b="0" i="1">
                                  <a:solidFill>
                                    <a:srgbClr val="000000"/>
                                  </a:solidFill>
                                  <a:latin typeface="Cambria Math" panose="02040503050406030204" pitchFamily="18" charset="0"/>
                                  <a:ea typeface="Cambria Math" panose="02040503050406030204" pitchFamily="18" charset="0"/>
                                </a:rPr>
                                <m:t>I</m:t>
                              </m:r>
                            </m:e>
                          </m:acc>
                        </m:e>
                        <m:sub>
                          <m:r>
                            <m:rPr>
                              <m:sty m:val="p"/>
                            </m:rPr>
                            <a:rPr lang="en-US" b="0" i="0" smtClean="0">
                              <a:solidFill>
                                <a:srgbClr val="000000"/>
                              </a:solidFill>
                              <a:latin typeface="Cambria Math" panose="02040503050406030204" pitchFamily="18" charset="0"/>
                              <a:cs typeface="Arial" charset="0"/>
                            </a:rPr>
                            <m:t>C</m:t>
                          </m:r>
                        </m:sub>
                      </m:sSub>
                      <m:r>
                        <a:rPr lang="en-US">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m:rPr>
                              <m:sty m:val="p"/>
                            </m:rPr>
                            <a:rPr lang="en-US">
                              <a:solidFill>
                                <a:srgbClr val="000000"/>
                              </a:solidFill>
                              <a:latin typeface="Cambria Math" panose="02040503050406030204" pitchFamily="18" charset="0"/>
                            </a:rPr>
                            <m:t>I</m:t>
                          </m:r>
                        </m:e>
                        <m:sub>
                          <m:r>
                            <m:rPr>
                              <m:sty m:val="p"/>
                            </m:rPr>
                            <a:rPr lang="en-US">
                              <a:solidFill>
                                <a:srgbClr val="000000"/>
                              </a:solidFill>
                              <a:latin typeface="Cambria Math" panose="02040503050406030204" pitchFamily="18" charset="0"/>
                            </a:rPr>
                            <m:t>m</m:t>
                          </m:r>
                        </m:sub>
                      </m:sSub>
                      <m:r>
                        <a:rPr lang="en-US" i="1">
                          <a:solidFill>
                            <a:srgbClr val="000000"/>
                          </a:solidFill>
                          <a:latin typeface="Cambria Math" panose="02040503050406030204" pitchFamily="18" charset="0"/>
                        </a:rPr>
                        <m:t>∠</m:t>
                      </m:r>
                      <m:r>
                        <a:rPr lang="en-US">
                          <a:solidFill>
                            <a:srgbClr val="000000"/>
                          </a:solidFill>
                          <a:latin typeface="Cambria Math" panose="02040503050406030204" pitchFamily="18" charset="0"/>
                          <a:cs typeface="Arial" charset="0"/>
                        </a:rPr>
                        <m:t>90˚</m:t>
                      </m:r>
                      <m:r>
                        <a:rPr lang="en-US" b="0" i="0" smtClean="0">
                          <a:solidFill>
                            <a:srgbClr val="000000"/>
                          </a:solidFill>
                          <a:latin typeface="Cambria Math" panose="02040503050406030204" pitchFamily="18" charset="0"/>
                          <a:cs typeface="Arial" charset="0"/>
                        </a:rPr>
                        <m:t>, </m:t>
                      </m:r>
                      <m:r>
                        <m:rPr>
                          <m:sty m:val="p"/>
                        </m:rPr>
                        <a:rPr lang="en-US">
                          <a:solidFill>
                            <a:srgbClr val="000000"/>
                          </a:solidFill>
                          <a:latin typeface="Cambria Math" panose="02040503050406030204" pitchFamily="18" charset="0"/>
                        </a:rPr>
                        <m:t>where</m:t>
                      </m:r>
                      <m:r>
                        <a:rPr lang="en-US">
                          <a:solidFill>
                            <a:srgbClr val="000000"/>
                          </a:solidFill>
                          <a:latin typeface="Cambria Math" panose="02040503050406030204" pitchFamily="18" charset="0"/>
                        </a:rPr>
                        <m:t> </m:t>
                      </m:r>
                      <m:sSub>
                        <m:sSubPr>
                          <m:ctrlPr>
                            <a:rPr lang="en-US" i="1">
                              <a:solidFill>
                                <a:srgbClr val="000000"/>
                              </a:solidFill>
                              <a:latin typeface="Cambria Math" panose="02040503050406030204" pitchFamily="18" charset="0"/>
                            </a:rPr>
                          </m:ctrlPr>
                        </m:sSubPr>
                        <m:e>
                          <m:r>
                            <m:rPr>
                              <m:sty m:val="p"/>
                            </m:rPr>
                            <a:rPr lang="en-US">
                              <a:solidFill>
                                <a:srgbClr val="000000"/>
                              </a:solidFill>
                              <a:latin typeface="Cambria Math" panose="02040503050406030204" pitchFamily="18" charset="0"/>
                            </a:rPr>
                            <m:t>V</m:t>
                          </m:r>
                        </m:e>
                        <m:sub>
                          <m:r>
                            <m:rPr>
                              <m:sty m:val="p"/>
                            </m:rPr>
                            <a:rPr lang="en-US">
                              <a:solidFill>
                                <a:srgbClr val="000000"/>
                              </a:solidFill>
                              <a:latin typeface="Cambria Math" panose="02040503050406030204" pitchFamily="18" charset="0"/>
                            </a:rPr>
                            <m:t>m</m:t>
                          </m:r>
                        </m:sub>
                      </m:sSub>
                      <m:r>
                        <a:rPr lang="en-US">
                          <a:solidFill>
                            <a:srgbClr val="000000"/>
                          </a:solidFill>
                          <a:latin typeface="Cambria Math" panose="02040503050406030204" pitchFamily="18" charset="0"/>
                        </a:rPr>
                        <m:t> </m:t>
                      </m:r>
                      <m:r>
                        <m:rPr>
                          <m:sty m:val="p"/>
                        </m:rPr>
                        <a:rPr lang="en-US">
                          <a:solidFill>
                            <a:srgbClr val="000000"/>
                          </a:solidFill>
                          <a:latin typeface="Cambria Math" panose="02040503050406030204" pitchFamily="18" charset="0"/>
                        </a:rPr>
                        <m:t>and</m:t>
                      </m:r>
                      <m:r>
                        <a:rPr lang="en-US">
                          <a:solidFill>
                            <a:srgbClr val="000000"/>
                          </a:solidFill>
                          <a:latin typeface="Cambria Math" panose="02040503050406030204" pitchFamily="18" charset="0"/>
                        </a:rPr>
                        <m:t> </m:t>
                      </m:r>
                      <m:sSub>
                        <m:sSubPr>
                          <m:ctrlPr>
                            <a:rPr lang="en-US" i="1">
                              <a:solidFill>
                                <a:srgbClr val="000000"/>
                              </a:solidFill>
                              <a:latin typeface="Cambria Math" panose="02040503050406030204" pitchFamily="18" charset="0"/>
                            </a:rPr>
                          </m:ctrlPr>
                        </m:sSubPr>
                        <m:e>
                          <m:r>
                            <m:rPr>
                              <m:sty m:val="p"/>
                            </m:rPr>
                            <a:rPr lang="en-US">
                              <a:solidFill>
                                <a:srgbClr val="000000"/>
                              </a:solidFill>
                              <a:latin typeface="Cambria Math" panose="02040503050406030204" pitchFamily="18" charset="0"/>
                            </a:rPr>
                            <m:t>I</m:t>
                          </m:r>
                        </m:e>
                        <m:sub>
                          <m:r>
                            <m:rPr>
                              <m:sty m:val="p"/>
                            </m:rPr>
                            <a:rPr lang="en-US">
                              <a:solidFill>
                                <a:srgbClr val="000000"/>
                              </a:solidFill>
                              <a:latin typeface="Cambria Math" panose="02040503050406030204" pitchFamily="18" charset="0"/>
                            </a:rPr>
                            <m:t>m</m:t>
                          </m:r>
                        </m:sub>
                      </m:sSub>
                      <m:r>
                        <a:rPr lang="en-US">
                          <a:solidFill>
                            <a:srgbClr val="000000"/>
                          </a:solidFill>
                          <a:latin typeface="Cambria Math" panose="02040503050406030204" pitchFamily="18" charset="0"/>
                        </a:rPr>
                        <m:t> </m:t>
                      </m:r>
                      <m:r>
                        <m:rPr>
                          <m:sty m:val="p"/>
                        </m:rPr>
                        <a:rPr lang="en-US">
                          <a:solidFill>
                            <a:srgbClr val="000000"/>
                          </a:solidFill>
                          <a:latin typeface="Cambria Math" panose="02040503050406030204" pitchFamily="18" charset="0"/>
                        </a:rPr>
                        <m:t>are</m:t>
                      </m:r>
                      <m:r>
                        <a:rPr lang="en-US">
                          <a:solidFill>
                            <a:srgbClr val="000000"/>
                          </a:solidFill>
                          <a:latin typeface="Cambria Math" panose="02040503050406030204" pitchFamily="18" charset="0"/>
                        </a:rPr>
                        <m:t> </m:t>
                      </m:r>
                      <m:r>
                        <m:rPr>
                          <m:sty m:val="p"/>
                        </m:rPr>
                        <a:rPr lang="en-US">
                          <a:solidFill>
                            <a:srgbClr val="000000"/>
                          </a:solidFill>
                          <a:latin typeface="Cambria Math" panose="02040503050406030204" pitchFamily="18" charset="0"/>
                        </a:rPr>
                        <m:t>peak</m:t>
                      </m:r>
                      <m:r>
                        <a:rPr lang="en-US">
                          <a:solidFill>
                            <a:srgbClr val="000000"/>
                          </a:solidFill>
                          <a:latin typeface="Cambria Math" panose="02040503050406030204" pitchFamily="18" charset="0"/>
                        </a:rPr>
                        <m:t> </m:t>
                      </m:r>
                      <m:r>
                        <m:rPr>
                          <m:sty m:val="p"/>
                        </m:rPr>
                        <a:rPr lang="en-US">
                          <a:solidFill>
                            <a:srgbClr val="000000"/>
                          </a:solidFill>
                          <a:latin typeface="Cambria Math" panose="02040503050406030204" pitchFamily="18" charset="0"/>
                        </a:rPr>
                        <m:t>values</m:t>
                      </m:r>
                      <m:r>
                        <a:rPr lang="en-US" i="1">
                          <a:solidFill>
                            <a:srgbClr val="000000"/>
                          </a:solidFill>
                          <a:latin typeface="Cambria Math" panose="02040503050406030204" pitchFamily="18" charset="0"/>
                        </a:rPr>
                        <m:t> </m:t>
                      </m:r>
                      <m:r>
                        <m:rPr>
                          <m:sty m:val="p"/>
                        </m:rPr>
                        <a:rPr lang="en-US">
                          <a:solidFill>
                            <a:srgbClr val="000000"/>
                          </a:solidFill>
                          <a:latin typeface="Cambria Math" panose="02040503050406030204" pitchFamily="18" charset="0"/>
                        </a:rPr>
                        <m:t>of</m:t>
                      </m:r>
                      <m:r>
                        <a:rPr lang="en-US">
                          <a:solidFill>
                            <a:srgbClr val="000000"/>
                          </a:solidFill>
                          <a:latin typeface="Cambria Math" panose="02040503050406030204" pitchFamily="18" charset="0"/>
                        </a:rPr>
                        <m:t> </m:t>
                      </m:r>
                      <m:r>
                        <m:rPr>
                          <m:sty m:val="p"/>
                        </m:rPr>
                        <a:rPr lang="en-US">
                          <a:solidFill>
                            <a:srgbClr val="000000"/>
                          </a:solidFill>
                          <a:latin typeface="Cambria Math" panose="02040503050406030204" pitchFamily="18" charset="0"/>
                        </a:rPr>
                        <m:t>the</m:t>
                      </m:r>
                      <m:r>
                        <a:rPr lang="en-US">
                          <a:solidFill>
                            <a:srgbClr val="000000"/>
                          </a:solidFill>
                          <a:latin typeface="Cambria Math" panose="02040503050406030204" pitchFamily="18" charset="0"/>
                        </a:rPr>
                        <m:t> </m:t>
                      </m:r>
                      <m:r>
                        <m:rPr>
                          <m:sty m:val="p"/>
                        </m:rPr>
                        <a:rPr lang="en-US">
                          <a:solidFill>
                            <a:srgbClr val="000000"/>
                          </a:solidFill>
                          <a:latin typeface="Cambria Math" panose="02040503050406030204" pitchFamily="18" charset="0"/>
                        </a:rPr>
                        <m:t>corresponding</m:t>
                      </m:r>
                      <m:r>
                        <a:rPr lang="en-US">
                          <a:solidFill>
                            <a:srgbClr val="000000"/>
                          </a:solidFill>
                          <a:latin typeface="Cambria Math" panose="02040503050406030204" pitchFamily="18" charset="0"/>
                        </a:rPr>
                        <m:t> </m:t>
                      </m:r>
                      <m:r>
                        <m:rPr>
                          <m:sty m:val="p"/>
                        </m:rPr>
                        <a:rPr lang="en-US">
                          <a:solidFill>
                            <a:srgbClr val="000000"/>
                          </a:solidFill>
                          <a:latin typeface="Cambria Math" panose="02040503050406030204" pitchFamily="18" charset="0"/>
                        </a:rPr>
                        <m:t>sinusoids</m:t>
                      </m:r>
                      <m:r>
                        <a:rPr lang="en-US" b="0" i="0" smtClean="0">
                          <a:solidFill>
                            <a:srgbClr val="000000"/>
                          </a:solidFill>
                          <a:latin typeface="Cambria Math" panose="02040503050406030204" pitchFamily="18" charset="0"/>
                        </a:rPr>
                        <m:t>.</m:t>
                      </m:r>
                    </m:oMath>
                  </m:oMathPara>
                </a14:m>
                <a:endParaRPr lang="en-US" dirty="0">
                  <a:solidFill>
                    <a:srgbClr val="000000"/>
                  </a:solidFill>
                  <a:latin typeface="Cambria Math" panose="02040503050406030204" pitchFamily="18" charset="0"/>
                </a:endParaRPr>
              </a:p>
              <a:p>
                <a:pPr fontAlgn="base">
                  <a:spcBef>
                    <a:spcPct val="0"/>
                  </a:spcBef>
                  <a:spcAft>
                    <a:spcPts val="1800"/>
                  </a:spcAft>
                </a:pPr>
                <a:endParaRPr lang="en-US" dirty="0">
                  <a:solidFill>
                    <a:srgbClr val="000000"/>
                  </a:solidFill>
                  <a:latin typeface="Arial" panose="020B0604020202020204" pitchFamily="34" charset="0"/>
                  <a:ea typeface="Cambria Math" panose="02040503050406030204" pitchFamily="18" charset="0"/>
                  <a:cs typeface="Arial" panose="020B0604020202020204" pitchFamily="34" charset="0"/>
                </a:endParaRPr>
              </a:p>
              <a:p>
                <a:pPr fontAlgn="base">
                  <a:spcBef>
                    <a:spcPct val="0"/>
                  </a:spcBef>
                  <a:spcAft>
                    <a:spcPts val="1800"/>
                  </a:spcAft>
                </a:pPr>
                <a:endParaRPr lang="en-US" dirty="0">
                  <a:solidFill>
                    <a:srgbClr val="000000"/>
                  </a:solidFill>
                  <a:latin typeface="Arial" panose="020B0604020202020204" pitchFamily="34" charset="0"/>
                  <a:ea typeface="Cambria Math" panose="02040503050406030204" pitchFamily="18" charset="0"/>
                  <a:cs typeface="Arial" panose="020B0604020202020204" pitchFamily="34" charset="0"/>
                </a:endParaRPr>
              </a:p>
              <a:p>
                <a:pPr algn="ctr" fontAlgn="base">
                  <a:spcBef>
                    <a:spcPct val="0"/>
                  </a:spcBef>
                  <a:spcAft>
                    <a:spcPts val="1800"/>
                  </a:spcAft>
                </a:pPr>
                <a:endParaRPr lang="en-US" dirty="0">
                  <a:solidFill>
                    <a:srgbClr val="000000"/>
                  </a:solidFill>
                  <a:latin typeface="Arial" panose="020B0604020202020204" pitchFamily="34" charset="0"/>
                  <a:ea typeface="Cambria Math" panose="02040503050406030204" pitchFamily="18" charset="0"/>
                  <a:cs typeface="Arial" panose="020B0604020202020204" pitchFamily="34" charset="0"/>
                </a:endParaRPr>
              </a:p>
              <a:p>
                <a:pPr algn="ctr" fontAlgn="base">
                  <a:spcBef>
                    <a:spcPct val="0"/>
                  </a:spcBef>
                  <a:spcAft>
                    <a:spcPts val="1800"/>
                  </a:spcAft>
                </a:pPr>
                <a:endParaRPr lang="en-US" dirty="0">
                  <a:solidFill>
                    <a:srgbClr val="000000"/>
                  </a:solidFill>
                  <a:latin typeface="Arial" panose="020B0604020202020204" pitchFamily="34" charset="0"/>
                  <a:ea typeface="Cambria Math" panose="02040503050406030204" pitchFamily="18" charset="0"/>
                  <a:cs typeface="Arial" panose="020B0604020202020204" pitchFamily="34" charset="0"/>
                </a:endParaRPr>
              </a:p>
              <a:p>
                <a:pPr algn="ctr" fontAlgn="base">
                  <a:spcBef>
                    <a:spcPct val="0"/>
                  </a:spcBef>
                  <a:spcAft>
                    <a:spcPts val="1800"/>
                  </a:spcAft>
                </a:pPr>
                <a:endParaRPr lang="en-US" dirty="0">
                  <a:solidFill>
                    <a:srgbClr val="000000"/>
                  </a:solidFill>
                  <a:latin typeface="Arial" panose="020B0604020202020204" pitchFamily="34" charset="0"/>
                  <a:ea typeface="Cambria Math" panose="02040503050406030204" pitchFamily="18" charset="0"/>
                  <a:cs typeface="Arial" panose="020B0604020202020204" pitchFamily="34"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247650" y="566000"/>
                <a:ext cx="11639549" cy="6173421"/>
              </a:xfrm>
              <a:prstGeom prst="rect">
                <a:avLst/>
              </a:prstGeom>
              <a:blipFill>
                <a:blip r:embed="rId2"/>
                <a:stretch>
                  <a:fillRect l="-261" t="-294"/>
                </a:stretch>
              </a:blipFill>
            </p:spPr>
            <p:txBody>
              <a:bodyPr/>
              <a:lstStyle/>
              <a:p>
                <a:r>
                  <a:rPr lang="en-US">
                    <a:noFill/>
                  </a:rPr>
                  <a:t> </a:t>
                </a:r>
              </a:p>
            </p:txBody>
          </p:sp>
        </mc:Fallback>
      </mc:AlternateContent>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1234" y="4480789"/>
            <a:ext cx="2562082" cy="1997011"/>
          </a:xfrm>
          <a:prstGeom prst="rect">
            <a:avLst/>
          </a:prstGeom>
        </p:spPr>
      </p:pic>
      <p:grpSp>
        <p:nvGrpSpPr>
          <p:cNvPr id="18" name="Group 17"/>
          <p:cNvGrpSpPr/>
          <p:nvPr/>
        </p:nvGrpSpPr>
        <p:grpSpPr>
          <a:xfrm>
            <a:off x="6096000" y="4429530"/>
            <a:ext cx="4163401" cy="2065052"/>
            <a:chOff x="4980903" y="3974206"/>
            <a:chExt cx="4163401" cy="2065052"/>
          </a:xfrm>
        </p:grpSpPr>
        <p:cxnSp>
          <p:nvCxnSpPr>
            <p:cNvPr id="19" name="Straight Arrow Connector 18"/>
            <p:cNvCxnSpPr/>
            <p:nvPr/>
          </p:nvCxnSpPr>
          <p:spPr>
            <a:xfrm>
              <a:off x="4980903" y="5127647"/>
              <a:ext cx="2293906" cy="3609"/>
            </a:xfrm>
            <a:prstGeom prst="straightConnector1">
              <a:avLst/>
            </a:prstGeom>
            <a:ln w="19050">
              <a:solidFill>
                <a:schemeClr val="bg1"/>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p:cNvCxnSpPr/>
            <p:nvPr/>
          </p:nvCxnSpPr>
          <p:spPr>
            <a:xfrm flipV="1">
              <a:off x="6130105" y="4213393"/>
              <a:ext cx="6478" cy="1825865"/>
            </a:xfrm>
            <a:prstGeom prst="straightConnector1">
              <a:avLst/>
            </a:prstGeom>
            <a:ln w="19050">
              <a:solidFill>
                <a:schemeClr val="bg1"/>
              </a:solidFill>
              <a:headEnd type="triangle"/>
              <a:tailEnd type="triangle"/>
            </a:ln>
          </p:spPr>
          <p:style>
            <a:lnRef idx="1">
              <a:schemeClr val="dk1"/>
            </a:lnRef>
            <a:fillRef idx="0">
              <a:schemeClr val="dk1"/>
            </a:fillRef>
            <a:effectRef idx="0">
              <a:schemeClr val="dk1"/>
            </a:effectRef>
            <a:fontRef idx="minor">
              <a:schemeClr val="tx1"/>
            </a:fontRef>
          </p:style>
        </p:cxnSp>
        <p:sp>
          <p:nvSpPr>
            <p:cNvPr id="21" name="TextBox 20"/>
            <p:cNvSpPr txBox="1"/>
            <p:nvPr/>
          </p:nvSpPr>
          <p:spPr>
            <a:xfrm>
              <a:off x="7238823" y="4988069"/>
              <a:ext cx="470450" cy="276999"/>
            </a:xfrm>
            <a:prstGeom prst="rect">
              <a:avLst/>
            </a:prstGeom>
            <a:noFill/>
          </p:spPr>
          <p:txBody>
            <a:bodyPr wrap="none" rtlCol="0">
              <a:spAutoFit/>
            </a:bodyPr>
            <a:lstStyle/>
            <a:p>
              <a:r>
                <a:rPr lang="en-US" sz="1200">
                  <a:solidFill>
                    <a:schemeClr val="bg1"/>
                  </a:solidFill>
                </a:rPr>
                <a:t>Real</a:t>
              </a:r>
            </a:p>
          </p:txBody>
        </p:sp>
        <p:sp>
          <p:nvSpPr>
            <p:cNvPr id="22" name="TextBox 21"/>
            <p:cNvSpPr txBox="1"/>
            <p:nvPr/>
          </p:nvSpPr>
          <p:spPr>
            <a:xfrm>
              <a:off x="5771409" y="3974206"/>
              <a:ext cx="859531" cy="276999"/>
            </a:xfrm>
            <a:prstGeom prst="rect">
              <a:avLst/>
            </a:prstGeom>
            <a:noFill/>
          </p:spPr>
          <p:txBody>
            <a:bodyPr wrap="none" rtlCol="0">
              <a:spAutoFit/>
            </a:bodyPr>
            <a:lstStyle/>
            <a:p>
              <a:r>
                <a:rPr lang="en-US" sz="1200">
                  <a:solidFill>
                    <a:schemeClr val="bg1"/>
                  </a:solidFill>
                </a:rPr>
                <a:t>Imaginary</a:t>
              </a:r>
            </a:p>
          </p:txBody>
        </p:sp>
        <p:sp>
          <p:nvSpPr>
            <p:cNvPr id="23" name="TextBox 22"/>
            <p:cNvSpPr txBox="1"/>
            <p:nvPr/>
          </p:nvSpPr>
          <p:spPr>
            <a:xfrm>
              <a:off x="5793336" y="4431456"/>
              <a:ext cx="184731" cy="338554"/>
            </a:xfrm>
            <a:prstGeom prst="rect">
              <a:avLst/>
            </a:prstGeom>
            <a:noFill/>
          </p:spPr>
          <p:txBody>
            <a:bodyPr wrap="none" rtlCol="0">
              <a:spAutoFit/>
            </a:bodyPr>
            <a:lstStyle/>
            <a:p>
              <a:endParaRPr lang="en-US" sz="1600" b="1" dirty="0">
                <a:solidFill>
                  <a:srgbClr val="004BE2"/>
                </a:solidFill>
                <a:ea typeface="Cambria Math" panose="02040503050406030204" pitchFamily="18" charset="0"/>
              </a:endParaRPr>
            </a:p>
          </p:txBody>
        </p:sp>
        <p:cxnSp>
          <p:nvCxnSpPr>
            <p:cNvPr id="24" name="Straight Arrow Connector 23"/>
            <p:cNvCxnSpPr/>
            <p:nvPr/>
          </p:nvCxnSpPr>
          <p:spPr>
            <a:xfrm>
              <a:off x="6138863" y="5124548"/>
              <a:ext cx="800100" cy="0"/>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Box 24"/>
                <p:cNvSpPr txBox="1"/>
                <p:nvPr/>
              </p:nvSpPr>
              <p:spPr>
                <a:xfrm>
                  <a:off x="6634828" y="4758607"/>
                  <a:ext cx="441275" cy="3447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0" lang="en-US" sz="1600" i="1" u="none" strike="noStrike" kern="1200" cap="none" spc="0" normalizeH="0" baseline="0" noProof="0" smtClean="0">
                                <a:ln>
                                  <a:noFill/>
                                </a:ln>
                                <a:solidFill>
                                  <a:srgbClr val="C00000"/>
                                </a:solidFill>
                                <a:effectLst/>
                                <a:uLnTx/>
                                <a:uFillTx/>
                                <a:latin typeface="Cambria Math" panose="02040503050406030204" pitchFamily="18" charset="0"/>
                                <a:cs typeface="Arial" charset="0"/>
                              </a:rPr>
                            </m:ctrlPr>
                          </m:sSubPr>
                          <m:e>
                            <m:acc>
                              <m:accPr>
                                <m:chr m:val="̃"/>
                                <m:ctrlPr>
                                  <a:rPr kumimoji="0" lang="en-US" sz="1600"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rPr>
                                </m:ctrlPr>
                              </m:accPr>
                              <m:e>
                                <m:r>
                                  <m:rPr>
                                    <m:sty m:val="p"/>
                                  </m:rPr>
                                  <a:rPr kumimoji="0" lang="en-US" sz="1600" b="0" i="0"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rPr>
                                  <m:t>V</m:t>
                                </m:r>
                              </m:e>
                            </m:acc>
                          </m:e>
                          <m:sub>
                            <m:r>
                              <m:rPr>
                                <m:sty m:val="p"/>
                              </m:rPr>
                              <a:rPr kumimoji="0" lang="en-US" sz="1600" b="0" i="0" u="none" strike="noStrike" kern="1200" cap="none" spc="0" normalizeH="0" baseline="0" noProof="0" smtClean="0">
                                <a:ln>
                                  <a:noFill/>
                                </a:ln>
                                <a:solidFill>
                                  <a:srgbClr val="C00000"/>
                                </a:solidFill>
                                <a:effectLst/>
                                <a:uLnTx/>
                                <a:uFillTx/>
                                <a:latin typeface="Cambria Math" panose="02040503050406030204" pitchFamily="18" charset="0"/>
                                <a:cs typeface="Arial" charset="0"/>
                              </a:rPr>
                              <m:t>C</m:t>
                            </m:r>
                          </m:sub>
                        </m:sSub>
                      </m:oMath>
                    </m:oMathPara>
                  </a14:m>
                  <a:endParaRPr lang="en-US" sz="1600" dirty="0">
                    <a:solidFill>
                      <a:srgbClr val="C00000"/>
                    </a:solidFill>
                    <a:ea typeface="Cambria Math" panose="02040503050406030204" pitchFamily="18" charset="0"/>
                  </a:endParaRPr>
                </a:p>
              </p:txBody>
            </p:sp>
          </mc:Choice>
          <mc:Fallback xmlns="">
            <p:sp>
              <p:nvSpPr>
                <p:cNvPr id="25" name="TextBox 24"/>
                <p:cNvSpPr txBox="1">
                  <a:spLocks noRot="1" noChangeAspect="1" noMove="1" noResize="1" noEditPoints="1" noAdjustHandles="1" noChangeArrowheads="1" noChangeShapeType="1" noTextEdit="1"/>
                </p:cNvSpPr>
                <p:nvPr/>
              </p:nvSpPr>
              <p:spPr>
                <a:xfrm>
                  <a:off x="6634828" y="4758607"/>
                  <a:ext cx="441275" cy="344710"/>
                </a:xfrm>
                <a:prstGeom prst="rect">
                  <a:avLst/>
                </a:prstGeom>
                <a:blipFill>
                  <a:blip r:embed="rId4"/>
                  <a:stretch>
                    <a:fillRect/>
                  </a:stretch>
                </a:blipFill>
              </p:spPr>
              <p:txBody>
                <a:bodyPr/>
                <a:lstStyle/>
                <a:p>
                  <a:r>
                    <a:rPr lang="en-US">
                      <a:noFill/>
                    </a:rPr>
                    <a:t> </a:t>
                  </a:r>
                </a:p>
              </p:txBody>
            </p:sp>
          </mc:Fallback>
        </mc:AlternateContent>
        <p:cxnSp>
          <p:nvCxnSpPr>
            <p:cNvPr id="26" name="Straight Arrow Connector 25"/>
            <p:cNvCxnSpPr/>
            <p:nvPr/>
          </p:nvCxnSpPr>
          <p:spPr>
            <a:xfrm flipH="1" flipV="1">
              <a:off x="6127825" y="4603477"/>
              <a:ext cx="7761" cy="525035"/>
            </a:xfrm>
            <a:prstGeom prst="straightConnector1">
              <a:avLst/>
            </a:prstGeom>
            <a:ln w="25400">
              <a:solidFill>
                <a:srgbClr val="004BE2"/>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6217995" y="4683718"/>
              <a:ext cx="405880" cy="276999"/>
            </a:xfrm>
            <a:prstGeom prst="rect">
              <a:avLst/>
            </a:prstGeom>
            <a:noFill/>
          </p:spPr>
          <p:txBody>
            <a:bodyPr wrap="none" rtlCol="0">
              <a:spAutoFit/>
            </a:bodyPr>
            <a:lstStyle/>
            <a:p>
              <a:r>
                <a:rPr lang="en-US" sz="1200">
                  <a:solidFill>
                    <a:schemeClr val="bg1"/>
                  </a:solidFill>
                  <a:cs typeface="Arial" panose="020B0604020202020204" pitchFamily="34" charset="0"/>
                </a:rPr>
                <a:t>90˚</a:t>
              </a:r>
              <a:endParaRPr lang="en-US" sz="1200">
                <a:solidFill>
                  <a:schemeClr val="bg1"/>
                </a:solidFill>
              </a:endParaRPr>
            </a:p>
          </p:txBody>
        </p:sp>
        <p:sp>
          <p:nvSpPr>
            <p:cNvPr id="28" name="TextBox 27"/>
            <p:cNvSpPr txBox="1"/>
            <p:nvPr/>
          </p:nvSpPr>
          <p:spPr>
            <a:xfrm>
              <a:off x="6851513" y="3974206"/>
              <a:ext cx="2292791" cy="461665"/>
            </a:xfrm>
            <a:prstGeom prst="rect">
              <a:avLst/>
            </a:prstGeom>
            <a:noFill/>
          </p:spPr>
          <p:txBody>
            <a:bodyPr wrap="square" rtlCol="0">
              <a:spAutoFit/>
            </a:bodyPr>
            <a:lstStyle/>
            <a:p>
              <a:r>
                <a:rPr lang="en-US" sz="1200">
                  <a:solidFill>
                    <a:schemeClr val="bg1"/>
                  </a:solidFill>
                  <a:latin typeface="Cambria Math" panose="02040503050406030204" pitchFamily="18" charset="0"/>
                  <a:ea typeface="Cambria Math" panose="02040503050406030204" pitchFamily="18" charset="0"/>
                </a:rPr>
                <a:t>Capacitor Current Always Leads</a:t>
              </a:r>
            </a:p>
            <a:p>
              <a:r>
                <a:rPr lang="en-US" sz="1200">
                  <a:solidFill>
                    <a:schemeClr val="bg1"/>
                  </a:solidFill>
                  <a:latin typeface="Cambria Math" panose="02040503050406030204" pitchFamily="18" charset="0"/>
                  <a:ea typeface="Cambria Math" panose="02040503050406030204" pitchFamily="18" charset="0"/>
                </a:rPr>
                <a:t>     Capacitor Voltage by 90˚.</a:t>
              </a:r>
            </a:p>
          </p:txBody>
        </p:sp>
        <p:sp>
          <p:nvSpPr>
            <p:cNvPr id="29" name="Arc 28"/>
            <p:cNvSpPr/>
            <p:nvPr/>
          </p:nvSpPr>
          <p:spPr>
            <a:xfrm>
              <a:off x="5919620" y="4885046"/>
              <a:ext cx="444468" cy="464135"/>
            </a:xfrm>
            <a:prstGeom prst="arc">
              <a:avLst/>
            </a:prstGeom>
            <a:ln>
              <a:solidFill>
                <a:schemeClr val="accent1">
                  <a:lumMod val="50000"/>
                </a:schemeClr>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2E8905C-F7BF-4E42-B72C-53D4BBCA5F73}"/>
                  </a:ext>
                </a:extLst>
              </p:cNvPr>
              <p:cNvSpPr txBox="1"/>
              <p:nvPr/>
            </p:nvSpPr>
            <p:spPr>
              <a:xfrm>
                <a:off x="6844670" y="4839816"/>
                <a:ext cx="414869" cy="34201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600" i="1" u="none" strike="noStrike" kern="1200" cap="none" spc="0" normalizeH="0" baseline="0" noProof="0" smtClean="0">
                              <a:ln>
                                <a:noFill/>
                              </a:ln>
                              <a:solidFill>
                                <a:srgbClr val="0033CC"/>
                              </a:solidFill>
                              <a:effectLst/>
                              <a:uLnTx/>
                              <a:uFillTx/>
                              <a:latin typeface="Cambria Math" panose="02040503050406030204" pitchFamily="18" charset="0"/>
                              <a:cs typeface="Arial" charset="0"/>
                            </a:rPr>
                          </m:ctrlPr>
                        </m:sSubPr>
                        <m:e>
                          <m:acc>
                            <m:accPr>
                              <m:chr m:val="̃"/>
                              <m:ctrlPr>
                                <a:rPr kumimoji="0" lang="en-US" sz="1600" i="1" u="none" strike="noStrike" kern="1200" cap="none" spc="0" normalizeH="0" baseline="0" noProof="0">
                                  <a:ln>
                                    <a:noFill/>
                                  </a:ln>
                                  <a:solidFill>
                                    <a:srgbClr val="0033CC"/>
                                  </a:solidFill>
                                  <a:effectLst/>
                                  <a:uLnTx/>
                                  <a:uFillTx/>
                                  <a:latin typeface="Cambria Math" panose="02040503050406030204" pitchFamily="18" charset="0"/>
                                  <a:ea typeface="Cambria Math" panose="02040503050406030204" pitchFamily="18" charset="0"/>
                                </a:rPr>
                              </m:ctrlPr>
                            </m:accPr>
                            <m:e>
                              <m:r>
                                <m:rPr>
                                  <m:sty m:val="p"/>
                                </m:rPr>
                                <a:rPr kumimoji="0" lang="en-US" sz="1600" b="0" i="0" u="none" strike="noStrike" kern="1200" cap="none" spc="0" normalizeH="0" baseline="0" noProof="0">
                                  <a:ln>
                                    <a:noFill/>
                                  </a:ln>
                                  <a:solidFill>
                                    <a:srgbClr val="0033CC"/>
                                  </a:solidFill>
                                  <a:effectLst/>
                                  <a:uLnTx/>
                                  <a:uFillTx/>
                                  <a:latin typeface="Cambria Math" panose="02040503050406030204" pitchFamily="18" charset="0"/>
                                  <a:ea typeface="Cambria Math" panose="02040503050406030204" pitchFamily="18" charset="0"/>
                                </a:rPr>
                                <m:t>I</m:t>
                              </m:r>
                            </m:e>
                          </m:acc>
                        </m:e>
                        <m:sub>
                          <m:r>
                            <m:rPr>
                              <m:sty m:val="p"/>
                            </m:rPr>
                            <a:rPr kumimoji="0" lang="en-US" sz="1600" b="0" i="0" u="none" strike="noStrike" kern="1200" cap="none" spc="0" normalizeH="0" baseline="0" noProof="0" smtClean="0">
                              <a:ln>
                                <a:noFill/>
                              </a:ln>
                              <a:solidFill>
                                <a:srgbClr val="0033CC"/>
                              </a:solidFill>
                              <a:effectLst/>
                              <a:uLnTx/>
                              <a:uFillTx/>
                              <a:latin typeface="Cambria Math" panose="02040503050406030204" pitchFamily="18" charset="0"/>
                              <a:cs typeface="Arial" charset="0"/>
                            </a:rPr>
                            <m:t>C</m:t>
                          </m:r>
                        </m:sub>
                      </m:sSub>
                    </m:oMath>
                  </m:oMathPara>
                </a14:m>
                <a:endParaRPr kumimoji="0" lang="en-US" sz="1600" i="0" u="none" strike="noStrike" kern="1200" cap="none" spc="0" normalizeH="0" baseline="0" noProof="0" dirty="0">
                  <a:ln>
                    <a:noFill/>
                  </a:ln>
                  <a:solidFill>
                    <a:srgbClr val="004BE2"/>
                  </a:solidFill>
                  <a:effectLst/>
                  <a:uLnTx/>
                  <a:uFillTx/>
                  <a:latin typeface="Cambria" panose="02040503050406030204"/>
                  <a:ea typeface="Cambria Math" panose="02040503050406030204" pitchFamily="18" charset="0"/>
                </a:endParaRPr>
              </a:p>
            </p:txBody>
          </p:sp>
        </mc:Choice>
        <mc:Fallback xmlns="">
          <p:sp>
            <p:nvSpPr>
              <p:cNvPr id="17" name="TextBox 16">
                <a:extLst>
                  <a:ext uri="{FF2B5EF4-FFF2-40B4-BE49-F238E27FC236}">
                    <a16:creationId xmlns:a16="http://schemas.microsoft.com/office/drawing/2014/main" id="{02E8905C-F7BF-4E42-B72C-53D4BBCA5F73}"/>
                  </a:ext>
                </a:extLst>
              </p:cNvPr>
              <p:cNvSpPr txBox="1">
                <a:spLocks noRot="1" noChangeAspect="1" noMove="1" noResize="1" noEditPoints="1" noAdjustHandles="1" noChangeArrowheads="1" noChangeShapeType="1" noTextEdit="1"/>
              </p:cNvSpPr>
              <p:nvPr/>
            </p:nvSpPr>
            <p:spPr>
              <a:xfrm>
                <a:off x="6844670" y="4839816"/>
                <a:ext cx="414869" cy="342017"/>
              </a:xfrm>
              <a:prstGeom prst="rect">
                <a:avLst/>
              </a:prstGeom>
              <a:blipFill>
                <a:blip r:embed="rId5"/>
                <a:stretch>
                  <a:fillRect t="-1786"/>
                </a:stretch>
              </a:blipFill>
            </p:spPr>
            <p:txBody>
              <a:bodyPr/>
              <a:lstStyle/>
              <a:p>
                <a:r>
                  <a:rPr lang="en-US">
                    <a:noFill/>
                  </a:rPr>
                  <a:t> </a:t>
                </a:r>
              </a:p>
            </p:txBody>
          </p:sp>
        </mc:Fallback>
      </mc:AlternateContent>
    </p:spTree>
    <p:extLst>
      <p:ext uri="{BB962C8B-B14F-4D97-AF65-F5344CB8AC3E}">
        <p14:creationId xmlns:p14="http://schemas.microsoft.com/office/powerpoint/2010/main" val="1664408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4368" y="-37761"/>
            <a:ext cx="6310710" cy="563880"/>
          </a:xfrm>
        </p:spPr>
        <p:txBody>
          <a:bodyPr>
            <a:noAutofit/>
          </a:bodyPr>
          <a:lstStyle/>
          <a:p>
            <a:r>
              <a:rPr lang="en-US" sz="4000" dirty="0"/>
              <a:t>Time Derivatives and Phasors</a:t>
            </a:r>
          </a:p>
        </p:txBody>
      </p:sp>
      <mc:AlternateContent xmlns:mc="http://schemas.openxmlformats.org/markup-compatibility/2006" xmlns:a14="http://schemas.microsoft.com/office/drawing/2010/main">
        <mc:Choice Requires="a14">
          <p:sp>
            <p:nvSpPr>
              <p:cNvPr id="4" name="Rectangle 3"/>
              <p:cNvSpPr/>
              <p:nvPr/>
            </p:nvSpPr>
            <p:spPr>
              <a:xfrm>
                <a:off x="372533" y="529316"/>
                <a:ext cx="11480800" cy="6258893"/>
              </a:xfrm>
              <a:prstGeom prst="rect">
                <a:avLst/>
              </a:prstGeom>
              <a:solidFill>
                <a:schemeClr val="tx1">
                  <a:lumMod val="95000"/>
                </a:schemeClr>
              </a:solidFill>
              <a:ln w="57150">
                <a:solidFill>
                  <a:schemeClr val="accent1"/>
                </a:solidFill>
              </a:ln>
            </p:spPr>
            <p:txBody>
              <a:bodyPr wrap="square">
                <a:spAutoFit/>
              </a:bodyPr>
              <a:lstStyle/>
              <a:p>
                <a:pPr marL="214313" marR="0" lvl="0" indent="-214313"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Adjacent blue cosine wave changes most rapidly at zero crossings, </a:t>
                </a:r>
              </a:p>
              <a:p>
                <a:pPr marL="0" marR="0" lvl="0" indent="0" algn="l" defTabSz="914400" rtl="0" eaLnBrk="1" fontAlgn="base" latinLnBrk="0" hangingPunct="1">
                  <a:lnSpc>
                    <a:spcPct val="100000"/>
                  </a:lnSpc>
                  <a:spcBef>
                    <a:spcPct val="0"/>
                  </a:spcBef>
                  <a:spcAft>
                    <a:spcPts val="180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and has  zero change at positive and negative peak values.</a:t>
                </a:r>
              </a:p>
              <a:p>
                <a:pPr marL="1371600" marR="0" lvl="3" indent="0" algn="l" defTabSz="914400" rtl="0" eaLnBrk="1" fontAlgn="base" latinLnBrk="0" hangingPunct="1">
                  <a:lnSpc>
                    <a:spcPct val="100000"/>
                  </a:lnSpc>
                  <a:spcBef>
                    <a:spcPct val="0"/>
                  </a:spcBef>
                  <a:spcAft>
                    <a:spcPts val="1200"/>
                  </a:spcAft>
                  <a:buClrTx/>
                  <a:buSzTx/>
                  <a:buFontTx/>
                  <a:buNone/>
                  <a:tabLst/>
                  <a:defRPr/>
                </a:pPr>
                <a14:m>
                  <m:oMathPara xmlns:m="http://schemas.openxmlformats.org/officeDocument/2006/math">
                    <m:oMathParaPr>
                      <m:jc m:val="left"/>
                    </m:oMathParaPr>
                    <m:oMath xmlns:m="http://schemas.openxmlformats.org/officeDocument/2006/math">
                      <m:f>
                        <m:fPr>
                          <m:ctrlPr>
                            <a:rPr kumimoji="0" lang="en-US"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d</m:t>
                          </m:r>
                          <m:d>
                            <m:dPr>
                              <m:begChr m:val="["/>
                              <m:endChr m:val="]"/>
                              <m:ctrlPr>
                                <a:rPr kumimoji="0" lang="en-US"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cos</m:t>
                              </m:r>
                              <m:d>
                                <m:d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πft</m:t>
                                  </m:r>
                                </m:e>
                              </m:d>
                            </m:e>
                          </m:d>
                        </m:num>
                        <m:den>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dt</m:t>
                          </m:r>
                        </m:den>
                      </m:f>
                      <m: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d>
                        <m:dPr>
                          <m:ctrlPr>
                            <a:rPr kumimoji="0" lang="en-US"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πf</m:t>
                          </m:r>
                        </m:e>
                      </m:d>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sin</m:t>
                      </m:r>
                      <m:d>
                        <m:dPr>
                          <m:ctrlPr>
                            <a:rPr kumimoji="0" lang="en-US"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πft</m:t>
                          </m:r>
                        </m:e>
                      </m:d>
                      <m:r>
                        <a:rPr kumimoji="0" lang="en-US"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Resulting time derivative of the cosine wave leads the original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cosine wave by </a:t>
                </a:r>
                <a:r>
                  <a:rPr kumimoji="0" lang="el-GR" sz="1800" b="0" i="0" u="none" strike="noStrike" kern="1200" cap="none" spc="0" normalizeH="0" baseline="0" noProof="0" dirty="0">
                    <a:ln>
                      <a:noFill/>
                    </a:ln>
                    <a:solidFill>
                      <a:srgbClr val="000000"/>
                    </a:solidFill>
                    <a:effectLst/>
                    <a:uLnTx/>
                    <a:uFillTx/>
                    <a:latin typeface="Cambria" panose="02040503050406030204"/>
                    <a:ea typeface="+mn-ea"/>
                    <a:cs typeface="+mn-cs"/>
                  </a:rPr>
                  <a:t>π</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/2 or 90˚, and has larger peak magnitude by</a:t>
                </a:r>
              </a:p>
              <a:p>
                <a:pPr marL="0" marR="0" lvl="0" indent="0" algn="l" defTabSz="914400" rtl="0" eaLnBrk="1" fontAlgn="base" latinLnBrk="0" hangingPunct="1">
                  <a:lnSpc>
                    <a:spcPct val="100000"/>
                  </a:lnSpc>
                  <a:spcBef>
                    <a:spcPct val="0"/>
                  </a:spcBef>
                  <a:spcAft>
                    <a:spcPts val="180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the factor of 2</a:t>
                </a:r>
                <a:r>
                  <a:rPr kumimoji="0" lang="el-GR" sz="1800" b="0" i="0" u="none" strike="noStrike" kern="1200" cap="none" spc="0" normalizeH="0" baseline="0" noProof="0" dirty="0">
                    <a:ln>
                      <a:noFill/>
                    </a:ln>
                    <a:solidFill>
                      <a:srgbClr val="000000"/>
                    </a:solidFill>
                    <a:effectLst/>
                    <a:uLnTx/>
                    <a:uFillTx/>
                    <a:latin typeface="Cambria" panose="02040503050406030204"/>
                    <a:ea typeface="+mn-ea"/>
                    <a:cs typeface="+mn-cs"/>
                  </a:rPr>
                  <a:t>π</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f.</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Derivative of a sine wave leads the sine wave by </a:t>
                </a:r>
                <a:r>
                  <a:rPr kumimoji="0" lang="el-GR" sz="1800" b="0" i="0" u="none" strike="noStrike" kern="1200" cap="none" spc="0" normalizeH="0" baseline="0" noProof="0" dirty="0">
                    <a:ln>
                      <a:noFill/>
                    </a:ln>
                    <a:solidFill>
                      <a:srgbClr val="000000"/>
                    </a:solidFill>
                    <a:effectLst/>
                    <a:uLnTx/>
                    <a:uFillTx/>
                    <a:latin typeface="Cambria" panose="02040503050406030204"/>
                    <a:ea typeface="+mn-ea"/>
                    <a:cs typeface="+mn-cs"/>
                  </a:rPr>
                  <a:t>π</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/2 or 90˚ also, </a:t>
                </a:r>
              </a:p>
              <a:p>
                <a:pPr marL="0" marR="0" lvl="0" indent="0" algn="l" defTabSz="914400" rtl="0" eaLnBrk="1" fontAlgn="base" latinLnBrk="0" hangingPunct="1">
                  <a:lnSpc>
                    <a:spcPct val="100000"/>
                  </a:lnSpc>
                  <a:spcBef>
                    <a:spcPct val="0"/>
                  </a:spcBef>
                  <a:spcAft>
                    <a:spcPts val="180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and has larger peak magnitude by the factor of 2</a:t>
                </a:r>
                <a:r>
                  <a:rPr kumimoji="0" lang="el-GR" sz="1800" b="0" i="0" u="none" strike="noStrike" kern="1200" cap="none" spc="0" normalizeH="0" baseline="0" noProof="0" dirty="0">
                    <a:ln>
                      <a:noFill/>
                    </a:ln>
                    <a:solidFill>
                      <a:srgbClr val="000000"/>
                    </a:solidFill>
                    <a:effectLst/>
                    <a:uLnTx/>
                    <a:uFillTx/>
                    <a:latin typeface="Cambria" panose="02040503050406030204"/>
                    <a:ea typeface="+mn-ea"/>
                    <a:cs typeface="+mn-cs"/>
                  </a:rPr>
                  <a:t>π</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f.</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The associated amplitude of the time derivative of a sinusoid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increases with increasing frequency.</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Capacitor current leads capacitor voltage in adjacent circuit </a:t>
                </a:r>
              </a:p>
              <a:p>
                <a:pPr marL="0" marR="0" lvl="0" indent="0" algn="l" defTabSz="914400" rtl="0" eaLnBrk="1" fontAlgn="base" latinLnBrk="0" hangingPunct="1">
                  <a:lnSpc>
                    <a:spcPct val="100000"/>
                  </a:lnSpc>
                  <a:spcBef>
                    <a:spcPct val="0"/>
                  </a:spcBef>
                  <a:spcAft>
                    <a:spcPts val="180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because</m:t>
                      </m:r>
                      <m:r>
                        <a:rPr kumimoji="0" lang="en-US"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 </m:t>
                      </m:r>
                      <m:sSub>
                        <m:sSub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ctrlPr>
                        </m:sSubPr>
                        <m:e>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I</m:t>
                          </m:r>
                        </m:e>
                        <m:sub>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C</m:t>
                          </m:r>
                        </m:sub>
                      </m:sSub>
                      <m:d>
                        <m:d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ctrlPr>
                        </m:dPr>
                        <m:e>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t</m:t>
                          </m:r>
                        </m:e>
                      </m:d>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m:t>
                      </m:r>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C</m:t>
                      </m:r>
                      <m:f>
                        <m:f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b>
                            <m:sSub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V</m:t>
                              </m:r>
                            </m:e>
                            <m:sub>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m:t>
                              </m:r>
                            </m:sub>
                          </m:sSub>
                          <m:d>
                            <m:d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m:t>
                              </m:r>
                            </m:e>
                          </m:d>
                        </m:num>
                        <m:den>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dt</m:t>
                          </m:r>
                        </m:den>
                      </m:f>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ctrlPr>
                        </m:sSubPr>
                        <m:e>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I</m:t>
                          </m:r>
                        </m:e>
                        <m:sub>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C</m:t>
                          </m:r>
                        </m:sub>
                      </m:sSub>
                      <m:d>
                        <m:d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ctrlPr>
                        </m:dPr>
                        <m:e>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t</m:t>
                          </m:r>
                        </m:e>
                      </m:d>
                      <m:r>
                        <a:rPr kumimoji="0" lang="en-US"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 </m:t>
                      </m:r>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also</m:t>
                      </m:r>
                      <m: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 </m:t>
                      </m:r>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increases</m:t>
                      </m:r>
                      <m: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 </m:t>
                      </m:r>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with</m:t>
                      </m:r>
                      <m: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 </m:t>
                      </m:r>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increasing</m:t>
                      </m:r>
                      <m: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 </m:t>
                      </m:r>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f</m:t>
                      </m:r>
                      <m:r>
                        <a:rPr kumimoji="0" lang="en-US"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Inductor voltage leads inductor current in adjacent circuit</a:t>
                </a:r>
              </a:p>
              <a:p>
                <a:pPr marL="0" marR="0" lvl="0" indent="0" algn="l" defTabSz="914400" rtl="0" eaLnBrk="1" fontAlgn="base" latinLnBrk="0" hangingPunct="1">
                  <a:lnSpc>
                    <a:spcPct val="100000"/>
                  </a:lnSpc>
                  <a:spcBef>
                    <a:spcPct val="0"/>
                  </a:spcBef>
                  <a:spcAft>
                    <a:spcPts val="60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because </a:t>
                </a:r>
                <a14:m>
                  <m:oMath xmlns:m="http://schemas.openxmlformats.org/officeDocument/2006/math">
                    <m:sSub>
                      <m:sSub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ctrlPr>
                      </m:sSubPr>
                      <m:e>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V</m:t>
                        </m:r>
                      </m:e>
                      <m:sub>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L</m:t>
                        </m:r>
                      </m:sub>
                    </m:sSub>
                    <m:d>
                      <m:d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ctrlPr>
                      </m:dPr>
                      <m:e>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t</m:t>
                        </m:r>
                      </m:e>
                    </m:d>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m:t>
                    </m:r>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L</m:t>
                    </m:r>
                    <m:f>
                      <m:f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b>
                          <m:sSub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m:t>
                            </m:r>
                          </m:e>
                          <m:sub>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
                          <m:d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m:t>
                            </m:r>
                          </m:e>
                        </m:d>
                      </m:num>
                      <m:den>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dt</m:t>
                        </m:r>
                      </m:den>
                    </m:f>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14:m>
                  <m:oMath xmlns:m="http://schemas.openxmlformats.org/officeDocument/2006/math">
                    <m:sSub>
                      <m:sSub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ctrlPr>
                      </m:sSubPr>
                      <m:e>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V</m:t>
                        </m:r>
                      </m:e>
                      <m:sub>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L</m:t>
                        </m:r>
                      </m:sub>
                    </m:sSub>
                    <m:d>
                      <m:d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ctrlPr>
                      </m:dPr>
                      <m:e>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t</m:t>
                        </m:r>
                      </m:e>
                    </m:d>
                    <m: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 </m:t>
                    </m:r>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also</m:t>
                    </m:r>
                    <m: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 </m:t>
                    </m:r>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increases</m:t>
                    </m:r>
                    <m: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 </m:t>
                    </m:r>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with</m:t>
                    </m:r>
                    <m: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 </m:t>
                    </m:r>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increasing</m:t>
                    </m:r>
                    <m: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 </m:t>
                    </m:r>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f</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r>
              </a:p>
            </p:txBody>
          </p:sp>
        </mc:Choice>
        <mc:Fallback xmlns="">
          <p:sp>
            <p:nvSpPr>
              <p:cNvPr id="4" name="Rectangle 3"/>
              <p:cNvSpPr>
                <a:spLocks noRot="1" noChangeAspect="1" noMove="1" noResize="1" noEditPoints="1" noAdjustHandles="1" noChangeArrowheads="1" noChangeShapeType="1" noTextEdit="1"/>
              </p:cNvSpPr>
              <p:nvPr/>
            </p:nvSpPr>
            <p:spPr>
              <a:xfrm>
                <a:off x="372533" y="529316"/>
                <a:ext cx="11480800" cy="6258893"/>
              </a:xfrm>
              <a:prstGeom prst="rect">
                <a:avLst/>
              </a:prstGeom>
              <a:blipFill>
                <a:blip r:embed="rId3"/>
                <a:stretch>
                  <a:fillRect l="-211" t="-290"/>
                </a:stretch>
              </a:blipFill>
              <a:ln w="57150">
                <a:solidFill>
                  <a:schemeClr val="accent1"/>
                </a:solidFill>
              </a:ln>
            </p:spPr>
            <p:txBody>
              <a:bodyPr/>
              <a:lstStyle/>
              <a:p>
                <a:r>
                  <a:rPr lang="en-US">
                    <a:noFill/>
                  </a:rPr>
                  <a:t> </a:t>
                </a:r>
              </a:p>
            </p:txBody>
          </p:sp>
        </mc:Fallback>
      </mc:AlternateContent>
      <p:grpSp>
        <p:nvGrpSpPr>
          <p:cNvPr id="13" name="Group 12">
            <a:extLst>
              <a:ext uri="{FF2B5EF4-FFF2-40B4-BE49-F238E27FC236}">
                <a16:creationId xmlns:a16="http://schemas.microsoft.com/office/drawing/2014/main" id="{4D01D468-6805-4A21-9B6E-2E92A189762B}"/>
              </a:ext>
            </a:extLst>
          </p:cNvPr>
          <p:cNvGrpSpPr/>
          <p:nvPr/>
        </p:nvGrpSpPr>
        <p:grpSpPr>
          <a:xfrm>
            <a:off x="7324207" y="4144661"/>
            <a:ext cx="3686692" cy="1245374"/>
            <a:chOff x="7324207" y="4144661"/>
            <a:chExt cx="3686692" cy="1245374"/>
          </a:xfrm>
        </p:grpSpPr>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324207" y="4144661"/>
              <a:ext cx="1597763" cy="1245374"/>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0C67FF3-63F0-42E8-8D2B-C7492FF60038}"/>
                    </a:ext>
                  </a:extLst>
                </p:cNvPr>
                <p:cNvSpPr txBox="1"/>
                <p:nvPr/>
              </p:nvSpPr>
              <p:spPr>
                <a:xfrm>
                  <a:off x="8936032" y="4582682"/>
                  <a:ext cx="2074867"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ctrlPr>
                          </m:sSubPr>
                          <m:e>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V</m:t>
                            </m:r>
                          </m:e>
                          <m:sub>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C</m:t>
                            </m:r>
                          </m:sub>
                        </m:sSub>
                        <m:d>
                          <m:d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ctrlPr>
                          </m:dPr>
                          <m:e>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t</m:t>
                            </m:r>
                          </m:e>
                        </m:d>
                        <m: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 </m:t>
                        </m:r>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equals</m:t>
                        </m:r>
                        <m: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 </m:t>
                        </m:r>
                      </m:oMath>
                    </m:oMathPara>
                  </a14:m>
                  <a:endParaRPr kumimoji="0" lang="en-US" altLang="en-US" sz="1800" b="0" i="0" u="none" strike="noStrike" kern="1200" cap="none" spc="0" normalizeH="0" baseline="0" noProof="0" dirty="0">
                    <a:ln>
                      <a:noFill/>
                    </a:ln>
                    <a:solidFill>
                      <a:srgbClr val="000000"/>
                    </a:solidFill>
                    <a:effectLst/>
                    <a:uLnTx/>
                    <a:uFillTx/>
                    <a:latin typeface="Cambria Math" panose="02040503050406030204" pitchFamily="18" charset="0"/>
                    <a:ea typeface="ＭＳ Ｐゴシック"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app</m:t>
                        </m:r>
                        <m:r>
                          <m:rPr>
                            <m:nor/>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lied</m:t>
                        </m:r>
                        <m:r>
                          <m:rPr>
                            <m:nor/>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 </m:t>
                        </m:r>
                        <m:r>
                          <m:rPr>
                            <m:nor/>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voltage</m:t>
                        </m:r>
                        <m:r>
                          <m:rPr>
                            <m:nor/>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FFFFFF"/>
                    </a:solidFill>
                    <a:effectLst/>
                    <a:uLnTx/>
                    <a:uFillTx/>
                    <a:latin typeface="Cambria" panose="02040503050406030204"/>
                    <a:ea typeface="+mn-ea"/>
                    <a:cs typeface="+mn-cs"/>
                  </a:endParaRPr>
                </a:p>
              </p:txBody>
            </p:sp>
          </mc:Choice>
          <mc:Fallback xmlns="">
            <p:sp>
              <p:nvSpPr>
                <p:cNvPr id="11" name="TextBox 10">
                  <a:extLst>
                    <a:ext uri="{FF2B5EF4-FFF2-40B4-BE49-F238E27FC236}">
                      <a16:creationId xmlns:a16="http://schemas.microsoft.com/office/drawing/2014/main" id="{C0C67FF3-63F0-42E8-8D2B-C7492FF60038}"/>
                    </a:ext>
                  </a:extLst>
                </p:cNvPr>
                <p:cNvSpPr txBox="1">
                  <a:spLocks noRot="1" noChangeAspect="1" noMove="1" noResize="1" noEditPoints="1" noAdjustHandles="1" noChangeArrowheads="1" noChangeShapeType="1" noTextEdit="1"/>
                </p:cNvSpPr>
                <p:nvPr/>
              </p:nvSpPr>
              <p:spPr>
                <a:xfrm>
                  <a:off x="8936032" y="4582682"/>
                  <a:ext cx="2074867" cy="646331"/>
                </a:xfrm>
                <a:prstGeom prst="rect">
                  <a:avLst/>
                </a:prstGeom>
                <a:blipFill>
                  <a:blip r:embed="rId5"/>
                  <a:stretch>
                    <a:fillRect b="-7547"/>
                  </a:stretch>
                </a:blipFill>
              </p:spPr>
              <p:txBody>
                <a:bodyPr/>
                <a:lstStyle/>
                <a:p>
                  <a:r>
                    <a:rPr lang="en-US">
                      <a:noFill/>
                    </a:rPr>
                    <a:t> </a:t>
                  </a:r>
                </a:p>
              </p:txBody>
            </p:sp>
          </mc:Fallback>
        </mc:AlternateContent>
      </p:grpSp>
      <p:grpSp>
        <p:nvGrpSpPr>
          <p:cNvPr id="14" name="Group 13">
            <a:extLst>
              <a:ext uri="{FF2B5EF4-FFF2-40B4-BE49-F238E27FC236}">
                <a16:creationId xmlns:a16="http://schemas.microsoft.com/office/drawing/2014/main" id="{AB5876A6-5A40-464C-99B7-EF7AD4E9E157}"/>
              </a:ext>
            </a:extLst>
          </p:cNvPr>
          <p:cNvGrpSpPr/>
          <p:nvPr/>
        </p:nvGrpSpPr>
        <p:grpSpPr>
          <a:xfrm>
            <a:off x="7338269" y="5422525"/>
            <a:ext cx="3672630" cy="1299735"/>
            <a:chOff x="7338269" y="5422525"/>
            <a:chExt cx="3672630" cy="1299735"/>
          </a:xfrm>
        </p:grpSpPr>
        <p:pic>
          <p:nvPicPr>
            <p:cNvPr id="5" name="Picture 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338269" y="5422525"/>
              <a:ext cx="1597763" cy="1299735"/>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BDC4577-25FE-49DB-AC50-EDE847B01DA8}"/>
                    </a:ext>
                  </a:extLst>
                </p:cNvPr>
                <p:cNvSpPr txBox="1"/>
                <p:nvPr/>
              </p:nvSpPr>
              <p:spPr>
                <a:xfrm>
                  <a:off x="9170331" y="5748048"/>
                  <a:ext cx="1840568"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ctrlPr>
                        </m:sSubPr>
                        <m:e>
                          <m: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  </m:t>
                          </m:r>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V</m:t>
                          </m:r>
                        </m:e>
                        <m:sub>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L</m:t>
                          </m:r>
                        </m:sub>
                      </m:sSub>
                      <m:d>
                        <m:d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ctrlPr>
                        </m:dPr>
                        <m:e>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t</m:t>
                          </m:r>
                        </m:e>
                      </m:d>
                    </m:oMath>
                  </a14:m>
                  <a:r>
                    <a:rPr kumimoji="0" lang="en-US" sz="1800" b="0" i="0" u="none" strike="noStrike" kern="1200" cap="none" spc="0" normalizeH="0" baseline="0" noProof="0" dirty="0">
                      <a:ln>
                        <a:noFill/>
                      </a:ln>
                      <a:solidFill>
                        <a:srgbClr val="FFFFFF"/>
                      </a:solidFill>
                      <a:effectLst/>
                      <a:uLnTx/>
                      <a:uFillTx/>
                      <a:latin typeface="Cambria" panose="02040503050406030204"/>
                      <a:ea typeface="+mn-ea"/>
                      <a:cs typeface="+mn-cs"/>
                    </a:rPr>
                    <a:t> </a:t>
                  </a:r>
                  <a14:m>
                    <m:oMath xmlns:m="http://schemas.openxmlformats.org/officeDocument/2006/math">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equals</m:t>
                      </m:r>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 </m:t>
                      </m:r>
                    </m:oMath>
                  </a14:m>
                  <a:endParaRPr kumimoji="0" lang="en-US" altLang="en-US" sz="1800" b="0" i="0" u="none" strike="noStrike" kern="1200" cap="none" spc="0" normalizeH="0" baseline="0" noProof="0" dirty="0">
                    <a:ln>
                      <a:noFill/>
                    </a:ln>
                    <a:solidFill>
                      <a:srgbClr val="000000"/>
                    </a:solidFill>
                    <a:effectLst/>
                    <a:uLnTx/>
                    <a:uFillTx/>
                    <a:latin typeface="Cambria Math" panose="02040503050406030204" pitchFamily="18" charset="0"/>
                    <a:ea typeface="ＭＳ Ｐゴシック"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app</m:t>
                        </m:r>
                        <m:r>
                          <m:rPr>
                            <m:nor/>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lied</m:t>
                        </m:r>
                        <m:r>
                          <m:rPr>
                            <m:nor/>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 </m:t>
                        </m:r>
                        <m:r>
                          <m:rPr>
                            <m:nor/>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voltage</m:t>
                        </m:r>
                        <m:r>
                          <m:rPr>
                            <m:nor/>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FFFFFF"/>
                    </a:solidFill>
                    <a:effectLst/>
                    <a:uLnTx/>
                    <a:uFillTx/>
                    <a:latin typeface="Cambria" panose="02040503050406030204"/>
                    <a:ea typeface="+mn-ea"/>
                    <a:cs typeface="+mn-cs"/>
                  </a:endParaRPr>
                </a:p>
              </p:txBody>
            </p:sp>
          </mc:Choice>
          <mc:Fallback xmlns="">
            <p:sp>
              <p:nvSpPr>
                <p:cNvPr id="12" name="TextBox 11">
                  <a:extLst>
                    <a:ext uri="{FF2B5EF4-FFF2-40B4-BE49-F238E27FC236}">
                      <a16:creationId xmlns:a16="http://schemas.microsoft.com/office/drawing/2014/main" id="{9BDC4577-25FE-49DB-AC50-EDE847B01DA8}"/>
                    </a:ext>
                  </a:extLst>
                </p:cNvPr>
                <p:cNvSpPr txBox="1">
                  <a:spLocks noRot="1" noChangeAspect="1" noMove="1" noResize="1" noEditPoints="1" noAdjustHandles="1" noChangeArrowheads="1" noChangeShapeType="1" noTextEdit="1"/>
                </p:cNvSpPr>
                <p:nvPr/>
              </p:nvSpPr>
              <p:spPr>
                <a:xfrm>
                  <a:off x="9170331" y="5748048"/>
                  <a:ext cx="1840568" cy="646331"/>
                </a:xfrm>
                <a:prstGeom prst="rect">
                  <a:avLst/>
                </a:prstGeom>
                <a:blipFill>
                  <a:blip r:embed="rId7"/>
                  <a:stretch>
                    <a:fillRect b="-7547"/>
                  </a:stretch>
                </a:blipFill>
              </p:spPr>
              <p:txBody>
                <a:bodyPr/>
                <a:lstStyle/>
                <a:p>
                  <a:r>
                    <a:rPr lang="en-US">
                      <a:noFill/>
                    </a:rPr>
                    <a:t> </a:t>
                  </a:r>
                </a:p>
              </p:txBody>
            </p:sp>
          </mc:Fallback>
        </mc:AlternateContent>
      </p:grpSp>
      <p:pic>
        <p:nvPicPr>
          <p:cNvPr id="10" name="Picture 9">
            <a:extLst>
              <a:ext uri="{FF2B5EF4-FFF2-40B4-BE49-F238E27FC236}">
                <a16:creationId xmlns:a16="http://schemas.microsoft.com/office/drawing/2014/main" id="{AB909668-D398-4F6A-A319-A0335B26F583}"/>
              </a:ext>
            </a:extLst>
          </p:cNvPr>
          <p:cNvPicPr>
            <a:picLocks noChangeAspect="1"/>
          </p:cNvPicPr>
          <p:nvPr/>
        </p:nvPicPr>
        <p:blipFill>
          <a:blip r:embed="rId8"/>
          <a:stretch>
            <a:fillRect/>
          </a:stretch>
        </p:blipFill>
        <p:spPr>
          <a:xfrm>
            <a:off x="7624832" y="594470"/>
            <a:ext cx="4160434" cy="3485039"/>
          </a:xfrm>
          <a:prstGeom prst="rect">
            <a:avLst/>
          </a:prstGeom>
        </p:spPr>
      </p:pic>
    </p:spTree>
    <p:extLst>
      <p:ext uri="{BB962C8B-B14F-4D97-AF65-F5344CB8AC3E}">
        <p14:creationId xmlns:p14="http://schemas.microsoft.com/office/powerpoint/2010/main" val="2430290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8" end="8"/>
                                            </p:txEl>
                                          </p:spTgt>
                                        </p:tgtEl>
                                        <p:attrNameLst>
                                          <p:attrName>style.visibility</p:attrName>
                                        </p:attrNameLst>
                                      </p:cBhvr>
                                      <p:to>
                                        <p:strVal val="visible"/>
                                      </p:to>
                                    </p:set>
                                    <p:anim calcmode="lin" valueType="num">
                                      <p:cBhvr additive="base">
                                        <p:cTn id="7"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8" end="8"/>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9" end="9"/>
                                            </p:txEl>
                                          </p:spTgt>
                                        </p:tgtEl>
                                        <p:attrNameLst>
                                          <p:attrName>style.visibility</p:attrName>
                                        </p:attrNameLst>
                                      </p:cBhvr>
                                      <p:to>
                                        <p:strVal val="visible"/>
                                      </p:to>
                                    </p:set>
                                    <p:anim calcmode="lin" valueType="num">
                                      <p:cBhvr additive="base">
                                        <p:cTn id="11"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xEl>
                                              <p:pRg st="11" end="11"/>
                                            </p:txEl>
                                          </p:spTgt>
                                        </p:tgtEl>
                                        <p:attrNameLst>
                                          <p:attrName>style.visibility</p:attrName>
                                        </p:attrNameLst>
                                      </p:cBhvr>
                                      <p:to>
                                        <p:strVal val="visible"/>
                                      </p:to>
                                    </p:set>
                                    <p:anim calcmode="lin" valueType="num">
                                      <p:cBhvr additive="base">
                                        <p:cTn id="17"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11" end="11"/>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
                                            <p:txEl>
                                              <p:pRg st="12" end="12"/>
                                            </p:txEl>
                                          </p:spTgt>
                                        </p:tgtEl>
                                        <p:attrNameLst>
                                          <p:attrName>style.visibility</p:attrName>
                                        </p:attrNameLst>
                                      </p:cBhvr>
                                      <p:to>
                                        <p:strVal val="visible"/>
                                      </p:to>
                                    </p:set>
                                    <p:anim calcmode="lin" valueType="num">
                                      <p:cBhvr additive="base">
                                        <p:cTn id="21" dur="500" fill="hold"/>
                                        <p:tgtEl>
                                          <p:spTgt spid="4">
                                            <p:txEl>
                                              <p:pRg st="12" end="1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4">
                                            <p:txEl>
                                              <p:pRg st="14" end="14"/>
                                            </p:txEl>
                                          </p:spTgt>
                                        </p:tgtEl>
                                        <p:attrNameLst>
                                          <p:attrName>style.visibility</p:attrName>
                                        </p:attrNameLst>
                                      </p:cBhvr>
                                      <p:to>
                                        <p:strVal val="visible"/>
                                      </p:to>
                                    </p:set>
                                    <p:anim calcmode="lin" valueType="num">
                                      <p:cBhvr additive="base">
                                        <p:cTn id="33" dur="500" fill="hold"/>
                                        <p:tgtEl>
                                          <p:spTgt spid="4">
                                            <p:txEl>
                                              <p:pRg st="14" end="1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txEl>
                                              <p:pRg st="14" end="14"/>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4">
                                            <p:txEl>
                                              <p:pRg st="15" end="15"/>
                                            </p:txEl>
                                          </p:spTgt>
                                        </p:tgtEl>
                                        <p:attrNameLst>
                                          <p:attrName>style.visibility</p:attrName>
                                        </p:attrNameLst>
                                      </p:cBhvr>
                                      <p:to>
                                        <p:strVal val="visible"/>
                                      </p:to>
                                    </p:set>
                                    <p:anim calcmode="lin" valueType="num">
                                      <p:cBhvr additive="base">
                                        <p:cTn id="37" dur="500" fill="hold"/>
                                        <p:tgtEl>
                                          <p:spTgt spid="4">
                                            <p:txEl>
                                              <p:pRg st="15" end="1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500" fill="hold"/>
                                        <p:tgtEl>
                                          <p:spTgt spid="14"/>
                                        </p:tgtEl>
                                        <p:attrNameLst>
                                          <p:attrName>ppt_x</p:attrName>
                                        </p:attrNameLst>
                                      </p:cBhvr>
                                      <p:tavLst>
                                        <p:tav tm="0">
                                          <p:val>
                                            <p:strVal val="#ppt_x"/>
                                          </p:val>
                                        </p:tav>
                                        <p:tav tm="100000">
                                          <p:val>
                                            <p:strVal val="#ppt_x"/>
                                          </p:val>
                                        </p:tav>
                                      </p:tavLst>
                                    </p:anim>
                                    <p:anim calcmode="lin" valueType="num">
                                      <p:cBhvr additive="base">
                                        <p:cTn id="4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08679" y="0"/>
            <a:ext cx="7818412" cy="598734"/>
          </a:xfrm>
        </p:spPr>
        <p:txBody>
          <a:bodyPr>
            <a:noAutofit/>
          </a:bodyPr>
          <a:lstStyle/>
          <a:p>
            <a:r>
              <a:rPr lang="en-US"/>
              <a:t>Reactance – Magnitude of Impedance</a:t>
            </a:r>
          </a:p>
        </p:txBody>
      </p:sp>
      <mc:AlternateContent xmlns:mc="http://schemas.openxmlformats.org/markup-compatibility/2006" xmlns:a14="http://schemas.microsoft.com/office/drawing/2010/main">
        <mc:Choice Requires="a14">
          <p:sp>
            <p:nvSpPr>
              <p:cNvPr id="35" name="TextBox 34"/>
              <p:cNvSpPr txBox="1"/>
              <p:nvPr/>
            </p:nvSpPr>
            <p:spPr>
              <a:xfrm>
                <a:off x="318782" y="666535"/>
                <a:ext cx="11719420" cy="594541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Impedance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of</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a</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Capacitor</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C</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m:t>
                          </m:r>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j</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C</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oMath>
                  </m:oMathPara>
                </a14:m>
                <a:endPar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Capacitive</m:t>
                      </m:r>
                      <m: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Reactance</m:t>
                      </m:r>
                      <m:r>
                        <a:rPr kumimoji="0" lang="en-US" sz="1800" b="0" i="1"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V</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m:t>
                              </m:r>
                            </m:sub>
                          </m:sSub>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m:t>
                              </m:r>
                            </m:sub>
                          </m:sSub>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num>
                        <m:den>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πfC</m:t>
                          </m:r>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oMath>
                  </m:oMathPara>
                </a14:m>
                <a:endPar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f</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and</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0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f</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endPar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a:t>Capacitors look like an open at DC, and a short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a:t>at high-frequency AC.</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Impedance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of</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an</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Inductor</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L</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oMath>
                  </m:oMathPara>
                </a14:m>
                <a:endPar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Inductive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Reactance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V</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m:t>
                              </m:r>
                            </m:sub>
                          </m:sSub>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m:t>
                              </m:r>
                            </m:sub>
                          </m:sSub>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π</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fL</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f</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and</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f</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endPar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a:t>Inductors look like a short at DC, and an open</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a:t>at high-frequency AC.</a:t>
                </a:r>
              </a:p>
            </p:txBody>
          </p:sp>
        </mc:Choice>
        <mc:Fallback xmlns="">
          <p:sp>
            <p:nvSpPr>
              <p:cNvPr id="35" name="TextBox 34"/>
              <p:cNvSpPr txBox="1">
                <a:spLocks noRot="1" noChangeAspect="1" noMove="1" noResize="1" noEditPoints="1" noAdjustHandles="1" noChangeArrowheads="1" noChangeShapeType="1" noTextEdit="1"/>
              </p:cNvSpPr>
              <p:nvPr/>
            </p:nvSpPr>
            <p:spPr>
              <a:xfrm>
                <a:off x="318782" y="666535"/>
                <a:ext cx="11719420" cy="5945410"/>
              </a:xfrm>
              <a:prstGeom prst="rect">
                <a:avLst/>
              </a:prstGeom>
              <a:blipFill>
                <a:blip r:embed="rId2"/>
                <a:stretch>
                  <a:fillRect l="-207"/>
                </a:stretch>
              </a:blipFill>
            </p:spPr>
            <p:txBody>
              <a:bodyPr/>
              <a:lstStyle/>
              <a:p>
                <a:r>
                  <a:rPr lang="en-US">
                    <a:noFill/>
                  </a:rPr>
                  <a:t> </a:t>
                </a:r>
              </a:p>
            </p:txBody>
          </p:sp>
        </mc:Fallback>
      </mc:AlternateContent>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03178" y="1200539"/>
            <a:ext cx="6458027" cy="5020890"/>
          </a:xfrm>
          <a:prstGeom prst="rect">
            <a:avLst/>
          </a:prstGeom>
        </p:spPr>
      </p:pic>
    </p:spTree>
    <p:extLst>
      <p:ext uri="{BB962C8B-B14F-4D97-AF65-F5344CB8AC3E}">
        <p14:creationId xmlns:p14="http://schemas.microsoft.com/office/powerpoint/2010/main" val="2686378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5" end="5"/>
                                            </p:txEl>
                                          </p:spTgt>
                                        </p:tgtEl>
                                        <p:attrNameLst>
                                          <p:attrName>style.visibility</p:attrName>
                                        </p:attrNameLst>
                                      </p:cBhvr>
                                      <p:to>
                                        <p:strVal val="visible"/>
                                      </p:to>
                                    </p:set>
                                    <p:anim calcmode="lin" valueType="num">
                                      <p:cBhvr additive="base">
                                        <p:cTn id="7" dur="500" fill="hold"/>
                                        <p:tgtEl>
                                          <p:spTgt spid="35">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5">
                                            <p:txEl>
                                              <p:pRg st="7" end="7"/>
                                            </p:txEl>
                                          </p:spTgt>
                                        </p:tgtEl>
                                        <p:attrNameLst>
                                          <p:attrName>style.visibility</p:attrName>
                                        </p:attrNameLst>
                                      </p:cBhvr>
                                      <p:to>
                                        <p:strVal val="visible"/>
                                      </p:to>
                                    </p:set>
                                    <p:anim calcmode="lin" valueType="num">
                                      <p:cBhvr additive="base">
                                        <p:cTn id="11" dur="500" fill="hold"/>
                                        <p:tgtEl>
                                          <p:spTgt spid="35">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5">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5">
                                            <p:txEl>
                                              <p:pRg st="8" end="8"/>
                                            </p:txEl>
                                          </p:spTgt>
                                        </p:tgtEl>
                                        <p:attrNameLst>
                                          <p:attrName>style.visibility</p:attrName>
                                        </p:attrNameLst>
                                      </p:cBhvr>
                                      <p:to>
                                        <p:strVal val="visible"/>
                                      </p:to>
                                    </p:set>
                                    <p:anim calcmode="lin" valueType="num">
                                      <p:cBhvr additive="base">
                                        <p:cTn id="15" dur="500" fill="hold"/>
                                        <p:tgtEl>
                                          <p:spTgt spid="35">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5">
                                            <p:txEl>
                                              <p:pRg st="10" end="10"/>
                                            </p:txEl>
                                          </p:spTgt>
                                        </p:tgtEl>
                                        <p:attrNameLst>
                                          <p:attrName>style.visibility</p:attrName>
                                        </p:attrNameLst>
                                      </p:cBhvr>
                                      <p:to>
                                        <p:strVal val="visible"/>
                                      </p:to>
                                    </p:set>
                                    <p:anim calcmode="lin" valueType="num">
                                      <p:cBhvr additive="base">
                                        <p:cTn id="21" dur="500" fill="hold"/>
                                        <p:tgtEl>
                                          <p:spTgt spid="35">
                                            <p:txEl>
                                              <p:pRg st="10" end="1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5">
                                            <p:txEl>
                                              <p:pRg st="10" end="10"/>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5">
                                            <p:txEl>
                                              <p:pRg st="12" end="12"/>
                                            </p:txEl>
                                          </p:spTgt>
                                        </p:tgtEl>
                                        <p:attrNameLst>
                                          <p:attrName>style.visibility</p:attrName>
                                        </p:attrNameLst>
                                      </p:cBhvr>
                                      <p:to>
                                        <p:strVal val="visible"/>
                                      </p:to>
                                    </p:set>
                                    <p:anim calcmode="lin" valueType="num">
                                      <p:cBhvr additive="base">
                                        <p:cTn id="25" dur="500" fill="hold"/>
                                        <p:tgtEl>
                                          <p:spTgt spid="35">
                                            <p:txEl>
                                              <p:pRg st="12" end="1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5">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5">
                                            <p:txEl>
                                              <p:pRg st="14" end="14"/>
                                            </p:txEl>
                                          </p:spTgt>
                                        </p:tgtEl>
                                        <p:attrNameLst>
                                          <p:attrName>style.visibility</p:attrName>
                                        </p:attrNameLst>
                                      </p:cBhvr>
                                      <p:to>
                                        <p:strVal val="visible"/>
                                      </p:to>
                                    </p:set>
                                    <p:anim calcmode="lin" valueType="num">
                                      <p:cBhvr additive="base">
                                        <p:cTn id="31" dur="500" fill="hold"/>
                                        <p:tgtEl>
                                          <p:spTgt spid="35">
                                            <p:txEl>
                                              <p:pRg st="14" end="1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5">
                                            <p:txEl>
                                              <p:pRg st="14" end="1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5">
                                            <p:txEl>
                                              <p:pRg st="16" end="16"/>
                                            </p:txEl>
                                          </p:spTgt>
                                        </p:tgtEl>
                                        <p:attrNameLst>
                                          <p:attrName>style.visibility</p:attrName>
                                        </p:attrNameLst>
                                      </p:cBhvr>
                                      <p:to>
                                        <p:strVal val="visible"/>
                                      </p:to>
                                    </p:set>
                                    <p:anim calcmode="lin" valueType="num">
                                      <p:cBhvr additive="base">
                                        <p:cTn id="35" dur="500" fill="hold"/>
                                        <p:tgtEl>
                                          <p:spTgt spid="35">
                                            <p:txEl>
                                              <p:pRg st="16" end="1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5">
                                            <p:txEl>
                                              <p:pRg st="16" end="1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5">
                                            <p:txEl>
                                              <p:pRg st="17" end="17"/>
                                            </p:txEl>
                                          </p:spTgt>
                                        </p:tgtEl>
                                        <p:attrNameLst>
                                          <p:attrName>style.visibility</p:attrName>
                                        </p:attrNameLst>
                                      </p:cBhvr>
                                      <p:to>
                                        <p:strVal val="visible"/>
                                      </p:to>
                                    </p:set>
                                    <p:anim calcmode="lin" valueType="num">
                                      <p:cBhvr additive="base">
                                        <p:cTn id="39" dur="500" fill="hold"/>
                                        <p:tgtEl>
                                          <p:spTgt spid="35">
                                            <p:txEl>
                                              <p:pRg st="17" end="1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5">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40077" y="85481"/>
            <a:ext cx="4479497" cy="400050"/>
          </a:xfrm>
        </p:spPr>
        <p:txBody>
          <a:bodyPr>
            <a:noAutofit/>
          </a:bodyPr>
          <a:lstStyle/>
          <a:p>
            <a:r>
              <a:rPr lang="en-US" sz="4000" dirty="0"/>
              <a:t>Phasor RC Example 1</a:t>
            </a:r>
          </a:p>
        </p:txBody>
      </p:sp>
      <mc:AlternateContent xmlns:mc="http://schemas.openxmlformats.org/markup-compatibility/2006" xmlns:a14="http://schemas.microsoft.com/office/drawing/2010/main">
        <mc:Choice Requires="a14">
          <p:sp>
            <p:nvSpPr>
              <p:cNvPr id="6" name="Rectangle 5"/>
              <p:cNvSpPr/>
              <p:nvPr/>
            </p:nvSpPr>
            <p:spPr>
              <a:xfrm>
                <a:off x="406399" y="840560"/>
                <a:ext cx="11469511" cy="569136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 series-connected RC circuit with R = 1.2 kΩ and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C = 0.47 µF is connected to a 5 V peak, sinusoidal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200 Hz source. Determine the </a:t>
                </a:r>
                <a:r>
                  <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overall impedance</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p>
              <a:p>
                <a:pPr lvl="0" fontAlgn="base">
                  <a:spcBef>
                    <a:spcPct val="0"/>
                  </a:spcBef>
                  <a:spcAft>
                    <a:spcPct val="0"/>
                  </a:spcAf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i.e., </a:t>
                </a:r>
                <a:r>
                  <a:rPr kumimoji="0" lang="en-US" sz="180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Z</a:t>
                </a:r>
                <a:r>
                  <a:rPr kumimoji="0" lang="en-US" sz="180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eq</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along with the phasor circuit current</a:t>
                </a:r>
                <a:r>
                  <a:rPr lang="en-US" dirty="0">
                    <a:solidFill>
                      <a:srgbClr val="000000"/>
                    </a:solidFill>
                    <a:cs typeface="Arial" charset="0"/>
                  </a:rPr>
                  <a:t> </a:t>
                </a:r>
                <a14:m>
                  <m:oMath xmlns:m="http://schemas.openxmlformats.org/officeDocument/2006/math">
                    <m:acc>
                      <m:accPr>
                        <m:chr m:val="̃"/>
                        <m:ctrlPr>
                          <a:rPr lang="en-US" i="1">
                            <a:solidFill>
                              <a:srgbClr val="000000"/>
                            </a:solidFill>
                            <a:latin typeface="Cambria Math" panose="02040503050406030204" pitchFamily="18" charset="0"/>
                            <a:cs typeface="Arial" charset="0"/>
                          </a:rPr>
                        </m:ctrlPr>
                      </m:accPr>
                      <m:e>
                        <m:r>
                          <m:rPr>
                            <m:sty m:val="p"/>
                          </m:rPr>
                          <a:rPr lang="en-US">
                            <a:solidFill>
                              <a:srgbClr val="000000"/>
                            </a:solidFill>
                            <a:latin typeface="Cambria Math" panose="02040503050406030204" pitchFamily="18" charset="0"/>
                            <a:cs typeface="Arial" charset="0"/>
                          </a:rPr>
                          <m:t>I</m:t>
                        </m:r>
                      </m:e>
                    </m:acc>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the </a:t>
                </a:r>
              </a:p>
              <a:p>
                <a:pPr lvl="0" fontAlgn="base">
                  <a:spcBef>
                    <a:spcPct val="0"/>
                  </a:spcBef>
                  <a:spcAft>
                    <a:spcPct val="0"/>
                  </a:spcAf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phasor resistor voltage </a:t>
                </a:r>
                <a14:m>
                  <m:oMath xmlns:m="http://schemas.openxmlformats.org/officeDocument/2006/math">
                    <m:sSub>
                      <m:sSubPr>
                        <m:ctrlPr>
                          <a:rPr lang="en-US" i="1">
                            <a:solidFill>
                              <a:srgbClr val="000000"/>
                            </a:solidFill>
                            <a:latin typeface="Cambria Math" panose="02040503050406030204" pitchFamily="18" charset="0"/>
                            <a:cs typeface="Arial"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i="0">
                                <a:solidFill>
                                  <a:srgbClr val="000000"/>
                                </a:solidFill>
                                <a:latin typeface="Cambria Math" panose="02040503050406030204" pitchFamily="18" charset="0"/>
                                <a:ea typeface="Cambria Math" panose="02040503050406030204" pitchFamily="18" charset="0"/>
                              </a:rPr>
                              <m:t>V</m:t>
                            </m:r>
                          </m:e>
                        </m:acc>
                      </m:e>
                      <m:sub>
                        <m:r>
                          <m:rPr>
                            <m:sty m:val="p"/>
                          </m:rPr>
                          <a:rPr lang="en-US" b="0" i="0" smtClean="0">
                            <a:solidFill>
                              <a:srgbClr val="000000"/>
                            </a:solidFill>
                            <a:latin typeface="Cambria Math" panose="02040503050406030204" pitchFamily="18" charset="0"/>
                            <a:cs typeface="Arial" charset="0"/>
                          </a:rPr>
                          <m:t>R</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and the phasor capacitor</a:t>
                </a:r>
              </a:p>
              <a:p>
                <a:pPr lvl="0" fontAlgn="base">
                  <a:spcBef>
                    <a:spcPct val="0"/>
                  </a:spcBef>
                  <a:spcAft>
                    <a:spcPct val="0"/>
                  </a:spcAf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voltage </a:t>
                </a:r>
                <a14:m>
                  <m:oMath xmlns:m="http://schemas.openxmlformats.org/officeDocument/2006/math">
                    <m:sSub>
                      <m:sSubPr>
                        <m:ctrlPr>
                          <a:rPr lang="en-US" i="1">
                            <a:solidFill>
                              <a:srgbClr val="000000"/>
                            </a:solidFill>
                            <a:latin typeface="Cambria Math" panose="02040503050406030204" pitchFamily="18" charset="0"/>
                            <a:cs typeface="Arial"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i="1">
                                <a:solidFill>
                                  <a:srgbClr val="000000"/>
                                </a:solidFill>
                                <a:latin typeface="Cambria Math" panose="02040503050406030204" pitchFamily="18" charset="0"/>
                                <a:ea typeface="Cambria Math" panose="02040503050406030204" pitchFamily="18" charset="0"/>
                              </a:rPr>
                              <m:t>V</m:t>
                            </m:r>
                          </m:e>
                        </m:acc>
                      </m:e>
                      <m:sub>
                        <m:r>
                          <m:rPr>
                            <m:sty m:val="p"/>
                          </m:rPr>
                          <a:rPr lang="en-US" i="1">
                            <a:solidFill>
                              <a:srgbClr val="000000"/>
                            </a:solidFill>
                            <a:latin typeface="Cambria Math" panose="02040503050406030204" pitchFamily="18" charset="0"/>
                            <a:cs typeface="Arial" charset="0"/>
                          </a:rPr>
                          <m:t>C</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base" latinLnBrk="0" hangingPunct="1">
                  <a:lnSpc>
                    <a:spcPct val="107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X</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C</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 = 1/(2π</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fC</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 = 1/[2π(200 Hz)(0.47 µF)] = 1.69 kΩ.   X</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C</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 = 1.69 kΩ.</a:t>
                </a:r>
              </a:p>
              <a:p>
                <a:pPr marL="0" marR="0" lvl="0" indent="0" algn="l" defTabSz="914400" rtl="0" eaLnBrk="1" fontAlgn="base" latinLnBrk="0" hangingPunct="1">
                  <a:lnSpc>
                    <a:spcPct val="107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a:p>
                <a:pPr marL="0" marR="0" lvl="0" indent="0" algn="l" defTabSz="914400" rtl="0" eaLnBrk="1" fontAlgn="base" latinLnBrk="0" hangingPunct="1">
                  <a:lnSpc>
                    <a:spcPct val="107000"/>
                  </a:lnSpc>
                  <a:spcBef>
                    <a:spcPct val="0"/>
                  </a:spcBef>
                  <a:spcAft>
                    <a:spcPct val="0"/>
                  </a:spcAft>
                  <a:buClrTx/>
                  <a:buSzTx/>
                  <a:buFontTx/>
                  <a:buNone/>
                  <a:tabLst/>
                  <a:defRPr/>
                </a:pPr>
                <a14:m>
                  <m:oMath xmlns:m="http://schemas.openxmlformats.org/officeDocument/2006/math">
                    <m:sSub>
                      <m:sSubPr>
                        <m:ctrlPr>
                          <a:rPr kumimoji="0" lang="en-US" sz="180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1.69</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−90</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e>
                    </m:d>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k</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 = 0 - j</a:t>
                </a:r>
                <a14:m>
                  <m:oMath xmlns:m="http://schemas.openxmlformats.org/officeDocument/2006/math">
                    <m: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m:t>1</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69</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k</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  </a:t>
                </a:r>
              </a:p>
              <a:p>
                <a:pPr marL="0" marR="0" lvl="0" indent="0" algn="l" defTabSz="914400" rtl="0" eaLnBrk="1" fontAlgn="base" latinLnBrk="0" hangingPunct="1">
                  <a:lnSpc>
                    <a:spcPct val="107000"/>
                  </a:lnSpc>
                  <a:spcBef>
                    <a:spcPct val="0"/>
                  </a:spcBef>
                  <a:spcAft>
                    <a:spcPct val="0"/>
                  </a:spcAft>
                  <a:buClrTx/>
                  <a:buSzTx/>
                  <a:buFontTx/>
                  <a:buNone/>
                  <a:tabLst/>
                  <a:defRPr/>
                </a:pPr>
                <a:endParaRPr kumimoji="0" lang="en-US" sz="1800" b="1"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a:p>
                <a:pPr marL="0" marR="0" lvl="0" indent="0" algn="l" defTabSz="914400" rtl="0" eaLnBrk="1" fontAlgn="base" latinLnBrk="0" hangingPunct="1">
                  <a:lnSpc>
                    <a:spcPct val="107000"/>
                  </a:lnSpc>
                  <a:spcBef>
                    <a:spcPct val="0"/>
                  </a:spcBef>
                  <a:spcAft>
                    <a:spcPct val="0"/>
                  </a:spcAft>
                  <a:buClrTx/>
                  <a:buSzTx/>
                  <a:buFontTx/>
                  <a:buNone/>
                  <a:tabLst/>
                  <a:defRPr/>
                </a:pPr>
                <a14:m>
                  <m:oMath xmlns:m="http://schemas.openxmlformats.org/officeDocument/2006/math">
                    <m:sSub>
                      <m:sSubPr>
                        <m:ctrlPr>
                          <a:rPr kumimoji="0" lang="en-US" sz="180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eq</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 R –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jX</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C</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 = 1.2 k</a:t>
                </a:r>
                <a:r>
                  <a:rPr kumimoji="0" lang="el-GR"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Ω</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 - j</a:t>
                </a:r>
                <a14:m>
                  <m:oMath xmlns:m="http://schemas.openxmlformats.org/officeDocument/2006/math">
                    <m: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m:t>1</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.69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k</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  </a:t>
                </a:r>
              </a:p>
              <a:p>
                <a:pPr marL="0" marR="0" lvl="0" indent="0" algn="l" defTabSz="914400" rtl="0" eaLnBrk="1" fontAlgn="base" latinLnBrk="0" hangingPunct="1">
                  <a:lnSpc>
                    <a:spcPct val="107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a:p>
                <a:pPr marL="0" marR="0" lvl="0" indent="0" algn="l" defTabSz="914400" rtl="0" eaLnBrk="1" fontAlgn="base" latinLnBrk="0" hangingPunct="1">
                  <a:lnSpc>
                    <a:spcPct val="100000"/>
                  </a:lnSpc>
                  <a:spcBef>
                    <a:spcPct val="0"/>
                  </a:spcBef>
                  <a:spcAft>
                    <a:spcPts val="1200"/>
                  </a:spcAft>
                  <a:buClrTx/>
                  <a:buSzTx/>
                  <a:buFontTx/>
                  <a:buNone/>
                  <a:tabLst/>
                  <a:defRPr/>
                </a:pPr>
                <a14:m>
                  <m:oMath xmlns:m="http://schemas.openxmlformats.org/officeDocument/2006/math">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eq</m:t>
                            </m:r>
                          </m:sub>
                        </m:sSub>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ad>
                      <m:radPr>
                        <m:degHide m:val="o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radPr>
                      <m:deg/>
                      <m:e>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m:t>
                                </m:r>
                              </m:sub>
                            </m:sSub>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e>
                    </m:ra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ad>
                      <m:radPr>
                        <m:degHide m:val="o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radPr>
                      <m:deg/>
                      <m:e>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1.2</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k</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e>
                            </m:d>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1.69</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k</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e>
                            </m:d>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e>
                    </m:ra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2.08</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k</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14:m>
                  <m:oMath xmlns:m="http://schemas.openxmlformats.org/officeDocument/2006/math">
                    <m:d>
                      <m:dPr>
                        <m:begChr m:val="|"/>
                        <m:endChr m:val="|"/>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eq</m:t>
                            </m:r>
                          </m:sub>
                        </m:sSub>
                      </m:e>
                    </m:d>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2.08</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k</m:t>
                    </m:r>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r>
              </a:p>
              <a:p>
                <a:pPr marL="0" marR="0" lvl="0" indent="0" algn="l" defTabSz="914400" rtl="0" eaLnBrk="1" fontAlgn="base" latinLnBrk="0" hangingPunct="1">
                  <a:lnSpc>
                    <a:spcPct val="100000"/>
                  </a:lnSpc>
                  <a:spcBef>
                    <a:spcPct val="0"/>
                  </a:spcBef>
                  <a:spcAft>
                    <a:spcPts val="0"/>
                  </a:spcAft>
                  <a:buClrTx/>
                  <a:buSzTx/>
                  <a:buFontTx/>
                  <a:buNone/>
                  <a:tabLst/>
                  <a:defRPr/>
                </a:pP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eq</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unc>
                      <m:func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uncPr>
                      <m:fName>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tan</m:t>
                            </m:r>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up>
                        </m:sSup>
                      </m:fName>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f>
                              <m:fPr>
                                <m:type m:val="li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m:t>
                                    </m:r>
                                  </m:sub>
                                </m:sSub>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den>
                            </m:f>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unc>
                          <m:func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uncPr>
                          <m:fName>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tan</m:t>
                                </m:r>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up>
                            </m:sSup>
                          </m:fName>
                          <m:e>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f>
                                  <m:fPr>
                                    <m:type m:val="li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1.69</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k</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e>
                                    </m:d>
                                  </m:num>
                                  <m:den>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1.2</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k</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e>
                                    </m:d>
                                  </m:den>
                                </m:f>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54</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6</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e>
                        </m:func>
                      </m:e>
                    </m:func>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e>
                      <m:sub>
                        <m:r>
                          <m:rPr>
                            <m:sty m:val="p"/>
                          </m:r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eq</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54</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6</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r>
              </a:p>
              <a:p>
                <a:pPr marL="0" marR="0" lvl="0" indent="0" algn="l" defTabSz="914400" rtl="0" eaLnBrk="1" fontAlgn="base" latinLnBrk="0" hangingPunct="1">
                  <a:lnSpc>
                    <a:spcPct val="100000"/>
                  </a:lnSpc>
                  <a:spcBef>
                    <a:spcPct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Z</a:t>
                </a:r>
                <a:r>
                  <a:rPr kumimoji="0" lang="en-US" sz="180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eq</a:t>
                </a:r>
                <a:r>
                  <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14:m>
                  <m:oMath xmlns:m="http://schemas.openxmlformats.org/officeDocument/2006/math">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2.08</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54.6</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e>
                    </m:d>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14:m>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k</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also</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sometimes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represented</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2.08</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k</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−54.6˚</m:t>
                        </m:r>
                      </m:e>
                    </m:d>
                    <m:r>
                      <m:rPr>
                        <m:nor/>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Continued on next slide).</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p:txBody>
          </p:sp>
        </mc:Choice>
        <mc:Fallback xmlns="">
          <p:sp>
            <p:nvSpPr>
              <p:cNvPr id="6" name="Rectangle 5"/>
              <p:cNvSpPr>
                <a:spLocks noRot="1" noChangeAspect="1" noMove="1" noResize="1" noEditPoints="1" noAdjustHandles="1" noChangeArrowheads="1" noChangeShapeType="1" noTextEdit="1"/>
              </p:cNvSpPr>
              <p:nvPr/>
            </p:nvSpPr>
            <p:spPr>
              <a:xfrm>
                <a:off x="406399" y="840560"/>
                <a:ext cx="11469511" cy="5691366"/>
              </a:xfrm>
              <a:prstGeom prst="rect">
                <a:avLst/>
              </a:prstGeom>
              <a:blipFill>
                <a:blip r:embed="rId2"/>
                <a:stretch>
                  <a:fillRect l="-265" t="-318"/>
                </a:stretch>
              </a:blipFill>
            </p:spPr>
            <p:txBody>
              <a:bodyPr/>
              <a:lstStyle/>
              <a:p>
                <a:r>
                  <a:rPr lang="en-US">
                    <a:noFill/>
                  </a:rPr>
                  <a:t> </a:t>
                </a:r>
              </a:p>
            </p:txBody>
          </p:sp>
        </mc:Fallback>
      </mc:AlternateContent>
      <p:pic>
        <p:nvPicPr>
          <p:cNvPr id="5" name="Picture 4" descr="Diagram&#10;&#10;Description automatically generated">
            <a:extLst>
              <a:ext uri="{FF2B5EF4-FFF2-40B4-BE49-F238E27FC236}">
                <a16:creationId xmlns:a16="http://schemas.microsoft.com/office/drawing/2014/main" id="{904C800A-80B7-194D-EDF4-07C69ABF322B}"/>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26857"/>
          <a:stretch/>
        </p:blipFill>
        <p:spPr>
          <a:xfrm>
            <a:off x="7172324" y="915739"/>
            <a:ext cx="4622801" cy="2602309"/>
          </a:xfrm>
          <a:prstGeom prst="rect">
            <a:avLst/>
          </a:prstGeom>
        </p:spPr>
      </p:pic>
      <p:sp>
        <p:nvSpPr>
          <p:cNvPr id="3" name="TextBox 2">
            <a:extLst>
              <a:ext uri="{FF2B5EF4-FFF2-40B4-BE49-F238E27FC236}">
                <a16:creationId xmlns:a16="http://schemas.microsoft.com/office/drawing/2014/main" id="{518AAAB2-CF79-4936-484E-C6DAD2BA7675}"/>
              </a:ext>
            </a:extLst>
          </p:cNvPr>
          <p:cNvSpPr txBox="1"/>
          <p:nvPr/>
        </p:nvSpPr>
        <p:spPr>
          <a:xfrm>
            <a:off x="9499123" y="3801146"/>
            <a:ext cx="1592615" cy="369332"/>
          </a:xfrm>
          <a:prstGeom prst="rect">
            <a:avLst/>
          </a:prstGeom>
          <a:noFill/>
        </p:spPr>
        <p:txBody>
          <a:bodyPr wrap="none" rtlCol="0">
            <a:spAutoFit/>
          </a:bodyPr>
          <a:lstStyle/>
          <a:p>
            <a:r>
              <a:rPr lang="en-US" dirty="0">
                <a:solidFill>
                  <a:schemeClr val="bg1"/>
                </a:solidFill>
                <a:latin typeface="+mn-lt"/>
              </a:rPr>
              <a:t>Poll Questions</a:t>
            </a:r>
          </a:p>
        </p:txBody>
      </p:sp>
    </p:spTree>
    <p:extLst>
      <p:ext uri="{BB962C8B-B14F-4D97-AF65-F5344CB8AC3E}">
        <p14:creationId xmlns:p14="http://schemas.microsoft.com/office/powerpoint/2010/main" val="3737908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7" end="7"/>
                                            </p:txEl>
                                          </p:spTgt>
                                        </p:tgtEl>
                                        <p:attrNameLst>
                                          <p:attrName>style.visibility</p:attrName>
                                        </p:attrNameLst>
                                      </p:cBhvr>
                                      <p:to>
                                        <p:strVal val="visible"/>
                                      </p:to>
                                    </p:set>
                                    <p:anim calcmode="lin" valueType="num">
                                      <p:cBhvr additive="base">
                                        <p:cTn id="7" dur="500" fill="hold"/>
                                        <p:tgtEl>
                                          <p:spTgt spid="6">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xEl>
                                              <p:pRg st="9" end="9"/>
                                            </p:txEl>
                                          </p:spTgt>
                                        </p:tgtEl>
                                        <p:attrNameLst>
                                          <p:attrName>style.visibility</p:attrName>
                                        </p:attrNameLst>
                                      </p:cBhvr>
                                      <p:to>
                                        <p:strVal val="visible"/>
                                      </p:to>
                                    </p:set>
                                    <p:anim calcmode="lin" valueType="num">
                                      <p:cBhvr additive="base">
                                        <p:cTn id="11" dur="500" fill="hold"/>
                                        <p:tgtEl>
                                          <p:spTgt spid="6">
                                            <p:txEl>
                                              <p:pRg st="9" end="9"/>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
                                            <p:txEl>
                                              <p:pRg st="11" end="11"/>
                                            </p:txEl>
                                          </p:spTgt>
                                        </p:tgtEl>
                                        <p:attrNameLst>
                                          <p:attrName>style.visibility</p:attrName>
                                        </p:attrNameLst>
                                      </p:cBhvr>
                                      <p:to>
                                        <p:strVal val="visible"/>
                                      </p:to>
                                    </p:set>
                                    <p:anim calcmode="lin" valueType="num">
                                      <p:cBhvr additive="base">
                                        <p:cTn id="17" dur="500" fill="hold"/>
                                        <p:tgtEl>
                                          <p:spTgt spid="6">
                                            <p:txEl>
                                              <p:pRg st="11" end="1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
                                            <p:txEl>
                                              <p:pRg st="11" end="11"/>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6">
                                            <p:txEl>
                                              <p:pRg st="13" end="13"/>
                                            </p:txEl>
                                          </p:spTgt>
                                        </p:tgtEl>
                                        <p:attrNameLst>
                                          <p:attrName>style.visibility</p:attrName>
                                        </p:attrNameLst>
                                      </p:cBhvr>
                                      <p:to>
                                        <p:strVal val="visible"/>
                                      </p:to>
                                    </p:set>
                                    <p:anim calcmode="lin" valueType="num">
                                      <p:cBhvr additive="base">
                                        <p:cTn id="21" dur="500" fill="hold"/>
                                        <p:tgtEl>
                                          <p:spTgt spid="6">
                                            <p:txEl>
                                              <p:pRg st="13" end="1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6">
                                            <p:txEl>
                                              <p:pRg st="14" end="14"/>
                                            </p:txEl>
                                          </p:spTgt>
                                        </p:tgtEl>
                                        <p:attrNameLst>
                                          <p:attrName>style.visibility</p:attrName>
                                        </p:attrNameLst>
                                      </p:cBhvr>
                                      <p:to>
                                        <p:strVal val="visible"/>
                                      </p:to>
                                    </p:set>
                                    <p:anim calcmode="lin" valueType="num">
                                      <p:cBhvr additive="base">
                                        <p:cTn id="27" dur="500" fill="hold"/>
                                        <p:tgtEl>
                                          <p:spTgt spid="6">
                                            <p:txEl>
                                              <p:pRg st="14" end="1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6">
                                            <p:txEl>
                                              <p:pRg st="14" end="1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6">
                                            <p:txEl>
                                              <p:pRg st="16" end="16"/>
                                            </p:txEl>
                                          </p:spTgt>
                                        </p:tgtEl>
                                        <p:attrNameLst>
                                          <p:attrName>style.visibility</p:attrName>
                                        </p:attrNameLst>
                                      </p:cBhvr>
                                      <p:to>
                                        <p:strVal val="visible"/>
                                      </p:to>
                                    </p:set>
                                    <p:anim calcmode="lin" valueType="num">
                                      <p:cBhvr additive="base">
                                        <p:cTn id="31" dur="500" fill="hold"/>
                                        <p:tgtEl>
                                          <p:spTgt spid="6">
                                            <p:txEl>
                                              <p:pRg st="16" end="1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txEl>
                                              <p:pRg st="16" end="1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anim calcmode="lin" valueType="num">
                                      <p:cBhvr additive="base">
                                        <p:cTn id="37" dur="500" fill="hold"/>
                                        <p:tgtEl>
                                          <p:spTgt spid="3"/>
                                        </p:tgtEl>
                                        <p:attrNameLst>
                                          <p:attrName>ppt_x</p:attrName>
                                        </p:attrNameLst>
                                      </p:cBhvr>
                                      <p:tavLst>
                                        <p:tav tm="0">
                                          <p:val>
                                            <p:strVal val="#ppt_x"/>
                                          </p:val>
                                        </p:tav>
                                        <p:tav tm="100000">
                                          <p:val>
                                            <p:strVal val="#ppt_x"/>
                                          </p:val>
                                        </p:tav>
                                      </p:tavLst>
                                    </p:anim>
                                    <p:anim calcmode="lin" valueType="num">
                                      <p:cBhvr additive="base">
                                        <p:cTn id="3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03073" y="-19924"/>
            <a:ext cx="7764517" cy="639729"/>
          </a:xfrm>
        </p:spPr>
        <p:txBody>
          <a:bodyPr>
            <a:noAutofit/>
          </a:bodyPr>
          <a:lstStyle/>
          <a:p>
            <a:r>
              <a:rPr lang="en-US" sz="3600" dirty="0"/>
              <a:t>Phasor RC Example 1 (Continued)</a:t>
            </a:r>
          </a:p>
        </p:txBody>
      </p:sp>
      <mc:AlternateContent xmlns:mc="http://schemas.openxmlformats.org/markup-compatibility/2006" xmlns:a14="http://schemas.microsoft.com/office/drawing/2010/main">
        <mc:Choice Requires="a14">
          <p:sp>
            <p:nvSpPr>
              <p:cNvPr id="7" name="Rectangle 6"/>
              <p:cNvSpPr/>
              <p:nvPr/>
            </p:nvSpPr>
            <p:spPr>
              <a:xfrm>
                <a:off x="184503" y="544797"/>
                <a:ext cx="11845572" cy="611314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l" defTabSz="914400" rtl="0" eaLnBrk="1" fontAlgn="base" latinLnBrk="0" hangingPunct="1">
                  <a:lnSpc>
                    <a:spcPct val="100000"/>
                  </a:lnSpc>
                  <a:spcBef>
                    <a:spcPct val="0"/>
                  </a:spcBef>
                  <a:spcAft>
                    <a:spcPts val="1200"/>
                  </a:spcAft>
                  <a:buClrTx/>
                  <a:buSzTx/>
                  <a:buFontTx/>
                  <a:buNone/>
                  <a:tabLst/>
                  <a:defRPr/>
                </a:pPr>
                <a14:m>
                  <m:oMath xmlns:m="http://schemas.openxmlformats.org/officeDocument/2006/math">
                    <m:r>
                      <m:rPr>
                        <m:nor/>
                      </m:rPr>
                      <a:rPr kumimoji="0" lang="en-US" sz="1800" i="0" u="none" strike="noStrike" kern="1200" cap="none" spc="0" normalizeH="0" baseline="0" noProof="0" dirty="0" smtClean="0">
                        <a:ln>
                          <a:noFill/>
                        </a:ln>
                        <a:solidFill>
                          <a:srgbClr val="000000"/>
                        </a:solidFill>
                        <a:effectLst/>
                        <a:uLnTx/>
                        <a:uFillTx/>
                        <a:latin typeface="Cambria" panose="02040503050406030204"/>
                        <a:ea typeface="+mn-ea"/>
                        <a:cs typeface="+mn-cs"/>
                      </a:rPr>
                      <m:t>Z</m:t>
                    </m:r>
                    <m:r>
                      <m:rPr>
                        <m:nor/>
                      </m:rPr>
                      <a:rPr kumimoji="0" lang="en-US" sz="1800" i="0" u="none" strike="noStrike" kern="1200" cap="none" spc="0" normalizeH="0" baseline="-25000" noProof="0" dirty="0" smtClean="0">
                        <a:ln>
                          <a:noFill/>
                        </a:ln>
                        <a:solidFill>
                          <a:srgbClr val="000000"/>
                        </a:solidFill>
                        <a:effectLst/>
                        <a:uLnTx/>
                        <a:uFillTx/>
                        <a:latin typeface="Cambria" panose="02040503050406030204"/>
                        <a:ea typeface="+mn-ea"/>
                        <a:cs typeface="+mn-cs"/>
                      </a:rPr>
                      <m:t>eq</m:t>
                    </m:r>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2.08∠</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−54.6˚</m:t>
                        </m:r>
                      </m:e>
                    </m:d>
                    <m:r>
                      <m:rPr>
                        <m:nor/>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k</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oMath>
                </a14:m>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a:t>
                </a:r>
                <a:r>
                  <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From previous slide.</a:t>
                </a:r>
              </a:p>
              <a:p>
                <a:pPr lvl="0" fontAlgn="base">
                  <a:spcBef>
                    <a:spcPct val="0"/>
                  </a:spcBef>
                  <a:spcAft>
                    <a:spcPts val="1200"/>
                  </a:spcAft>
                  <a:defRPr/>
                </a:pPr>
                <a14:m>
                  <m:oMath xmlns:m="http://schemas.openxmlformats.org/officeDocument/2006/math">
                    <m:acc>
                      <m:accPr>
                        <m:chr m:val="̃"/>
                        <m:ctrlPr>
                          <a:rPr lang="en-US" i="1" smtClean="0">
                            <a:solidFill>
                              <a:srgbClr val="000000"/>
                            </a:solidFill>
                            <a:latin typeface="Cambria Math" panose="02040503050406030204" pitchFamily="18" charset="0"/>
                            <a:cs typeface="Arial" charset="0"/>
                          </a:rPr>
                        </m:ctrlPr>
                      </m:accPr>
                      <m:e>
                        <m:r>
                          <m:rPr>
                            <m:sty m:val="p"/>
                          </m:rPr>
                          <a:rPr lang="en-US" b="0" i="0" smtClean="0">
                            <a:solidFill>
                              <a:srgbClr val="000000"/>
                            </a:solidFill>
                            <a:latin typeface="Cambria Math" panose="02040503050406030204" pitchFamily="18" charset="0"/>
                            <a:cs typeface="Arial" charset="0"/>
                          </a:rPr>
                          <m:t>I</m:t>
                        </m:r>
                      </m:e>
                    </m:acc>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type m:val="li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sSub>
                          <m:sSubPr>
                            <m:ctrlPr>
                              <a:rPr lang="en-US" i="1" smtClean="0">
                                <a:solidFill>
                                  <a:srgbClr val="000000"/>
                                </a:solidFill>
                                <a:latin typeface="Cambria Math" panose="02040503050406030204" pitchFamily="18" charset="0"/>
                                <a:cs typeface="Arial"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i="0">
                                    <a:solidFill>
                                      <a:srgbClr val="000000"/>
                                    </a:solidFill>
                                    <a:latin typeface="Cambria Math" panose="02040503050406030204" pitchFamily="18" charset="0"/>
                                    <a:ea typeface="Cambria Math" panose="02040503050406030204" pitchFamily="18" charset="0"/>
                                  </a:rPr>
                                  <m:t>V</m:t>
                                </m:r>
                              </m:e>
                            </m:acc>
                          </m:e>
                          <m:sub>
                            <m:r>
                              <m:rPr>
                                <m:sty m:val="p"/>
                              </m:rPr>
                              <a:rPr lang="en-US" b="0" i="0" smtClean="0">
                                <a:solidFill>
                                  <a:srgbClr val="000000"/>
                                </a:solidFill>
                                <a:latin typeface="Cambria Math" panose="02040503050406030204" pitchFamily="18" charset="0"/>
                                <a:cs typeface="Arial" charset="0"/>
                              </a:rPr>
                              <m:t>S</m:t>
                            </m:r>
                          </m:sub>
                        </m:sSub>
                      </m:num>
                      <m:den>
                        <m:sSub>
                          <m:sSubPr>
                            <m:ctrlPr>
                              <a:rPr kumimoji="0" lang="en-US" sz="180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eq</m:t>
                            </m:r>
                          </m:sub>
                        </m:sSub>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type m:val="li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5</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V</m:t>
                            </m:r>
                          </m:e>
                        </m:d>
                      </m:num>
                      <m:den>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2.08∠</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−54.6˚</m:t>
                                </m:r>
                              </m:e>
                            </m:d>
                            <m:r>
                              <m:rPr>
                                <m:nor/>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k</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e>
                        </m:d>
                      </m:den>
                    </m:f>
                  </m:oMath>
                </a14:m>
                <a:r>
                  <a:rPr kumimoji="0" lang="en-US" sz="1800" b="1"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r>
              </a:p>
              <a:p>
                <a:pPr lvl="0" fontAlgn="base">
                  <a:spcBef>
                    <a:spcPct val="0"/>
                  </a:spcBef>
                  <a:spcAft>
                    <a:spcPts val="1200"/>
                  </a:spcAft>
                  <a:defRPr/>
                </a:pPr>
                <a14:m>
                  <m:oMath xmlns:m="http://schemas.openxmlformats.org/officeDocument/2006/math">
                    <m:acc>
                      <m:accPr>
                        <m:chr m:val="̃"/>
                        <m:ctrlPr>
                          <a:rPr lang="en-US" i="1">
                            <a:solidFill>
                              <a:srgbClr val="000000"/>
                            </a:solidFill>
                            <a:latin typeface="Cambria Math" panose="02040503050406030204" pitchFamily="18" charset="0"/>
                            <a:cs typeface="Arial" charset="0"/>
                          </a:rPr>
                        </m:ctrlPr>
                      </m:accPr>
                      <m:e>
                        <m:r>
                          <m:rPr>
                            <m:sty m:val="p"/>
                          </m:rPr>
                          <a:rPr lang="en-US">
                            <a:solidFill>
                              <a:srgbClr val="000000"/>
                            </a:solidFill>
                            <a:latin typeface="Cambria Math" panose="02040503050406030204" pitchFamily="18" charset="0"/>
                            <a:cs typeface="Arial" charset="0"/>
                          </a:rPr>
                          <m:t>I</m:t>
                        </m:r>
                      </m:e>
                    </m:acc>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2.41</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54.6</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mA. </a:t>
                </a:r>
                <a14:m>
                  <m:oMath xmlns:m="http://schemas.openxmlformats.org/officeDocument/2006/math">
                    <m:sSub>
                      <m:sSubPr>
                        <m:ctrlPr>
                          <a:rPr lang="en-US" i="1">
                            <a:solidFill>
                              <a:srgbClr val="000000"/>
                            </a:solidFill>
                            <a:latin typeface="Cambria Math" panose="02040503050406030204" pitchFamily="18" charset="0"/>
                            <a:cs typeface="Arial"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a:solidFill>
                                  <a:srgbClr val="000000"/>
                                </a:solidFill>
                                <a:latin typeface="Cambria Math" panose="02040503050406030204" pitchFamily="18" charset="0"/>
                                <a:ea typeface="Cambria Math" panose="02040503050406030204" pitchFamily="18" charset="0"/>
                              </a:rPr>
                              <m:t>V</m:t>
                            </m:r>
                          </m:e>
                        </m:acc>
                      </m:e>
                      <m:sub>
                        <m:r>
                          <m:rPr>
                            <m:sty m:val="p"/>
                          </m:rPr>
                          <a:rPr lang="en-US" b="0" i="0" smtClean="0">
                            <a:solidFill>
                              <a:srgbClr val="000000"/>
                            </a:solidFill>
                            <a:latin typeface="Cambria Math" panose="02040503050406030204" pitchFamily="18" charset="0"/>
                            <a:ea typeface="Cambria Math" panose="02040503050406030204" pitchFamily="18" charset="0"/>
                          </a:rPr>
                          <m:t>R</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acc>
                      <m:accPr>
                        <m:chr m:val="̃"/>
                        <m:ctrlPr>
                          <a:rPr lang="en-US" i="1">
                            <a:solidFill>
                              <a:srgbClr val="000000"/>
                            </a:solidFill>
                            <a:latin typeface="Cambria Math" panose="02040503050406030204" pitchFamily="18" charset="0"/>
                            <a:cs typeface="Arial" charset="0"/>
                          </a:rPr>
                        </m:ctrlPr>
                      </m:accPr>
                      <m:e>
                        <m:r>
                          <m:rPr>
                            <m:sty m:val="p"/>
                          </m:rPr>
                          <a:rPr lang="en-US">
                            <a:solidFill>
                              <a:srgbClr val="000000"/>
                            </a:solidFill>
                            <a:latin typeface="Cambria Math" panose="02040503050406030204" pitchFamily="18" charset="0"/>
                            <a:cs typeface="Arial" charset="0"/>
                          </a:rPr>
                          <m:t>I</m:t>
                        </m:r>
                      </m:e>
                    </m:acc>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2.41</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mA</m:t>
                        </m:r>
                      </m:e>
                    </m:d>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1.2</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k</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Ω</m:t>
                        </m:r>
                      </m:e>
                    </m:d>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54.6</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lvl="0" fontAlgn="base">
                  <a:spcBef>
                    <a:spcPct val="0"/>
                  </a:spcBef>
                  <a:spcAft>
                    <a:spcPts val="1200"/>
                  </a:spcAft>
                  <a:defRPr/>
                </a:pPr>
                <a14:m>
                  <m:oMath xmlns:m="http://schemas.openxmlformats.org/officeDocument/2006/math">
                    <m:sSub>
                      <m:sSubPr>
                        <m:ctrlPr>
                          <a:rPr lang="en-US" i="1">
                            <a:solidFill>
                              <a:srgbClr val="000000"/>
                            </a:solidFill>
                            <a:latin typeface="Cambria Math" panose="02040503050406030204" pitchFamily="18" charset="0"/>
                            <a:cs typeface="Arial"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a:solidFill>
                                  <a:srgbClr val="000000"/>
                                </a:solidFill>
                                <a:latin typeface="Cambria Math" panose="02040503050406030204" pitchFamily="18" charset="0"/>
                                <a:ea typeface="Cambria Math" panose="02040503050406030204" pitchFamily="18" charset="0"/>
                              </a:rPr>
                              <m:t>V</m:t>
                            </m:r>
                          </m:e>
                        </m:acc>
                      </m:e>
                      <m:sub>
                        <m:r>
                          <m:rPr>
                            <m:sty m:val="p"/>
                          </m:rPr>
                          <a:rPr lang="en-US">
                            <a:solidFill>
                              <a:srgbClr val="000000"/>
                            </a:solidFill>
                            <a:latin typeface="Cambria Math" panose="02040503050406030204" pitchFamily="18" charset="0"/>
                            <a:ea typeface="Cambria Math" panose="02040503050406030204" pitchFamily="18" charset="0"/>
                          </a:rPr>
                          <m:t>R</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2.89</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54.6</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V. </a:t>
                </a:r>
                <a14:m>
                  <m:oMath xmlns:m="http://schemas.openxmlformats.org/officeDocument/2006/math">
                    <m:sSub>
                      <m:sSubPr>
                        <m:ctrlPr>
                          <a:rPr lang="en-US" i="1">
                            <a:solidFill>
                              <a:srgbClr val="000000"/>
                            </a:solidFill>
                            <a:latin typeface="Cambria Math" panose="02040503050406030204" pitchFamily="18" charset="0"/>
                            <a:cs typeface="Arial"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a:solidFill>
                                  <a:srgbClr val="000000"/>
                                </a:solidFill>
                                <a:latin typeface="Cambria Math" panose="02040503050406030204" pitchFamily="18" charset="0"/>
                                <a:ea typeface="Cambria Math" panose="02040503050406030204" pitchFamily="18" charset="0"/>
                              </a:rPr>
                              <m:t>V</m:t>
                            </m:r>
                          </m:e>
                        </m:acc>
                      </m:e>
                      <m:sub>
                        <m:r>
                          <m:rPr>
                            <m:sty m:val="p"/>
                          </m:rPr>
                          <a:rPr lang="en-US" b="0" i="0" smtClean="0">
                            <a:solidFill>
                              <a:srgbClr val="000000"/>
                            </a:solidFill>
                            <a:latin typeface="Cambria Math" panose="02040503050406030204" pitchFamily="18" charset="0"/>
                            <a:ea typeface="Cambria Math" panose="02040503050406030204" pitchFamily="18" charset="0"/>
                          </a:rPr>
                          <m:t>C</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acc>
                      <m:accPr>
                        <m:chr m:val="̃"/>
                        <m:ctrlPr>
                          <a:rPr lang="en-US" i="1">
                            <a:solidFill>
                              <a:srgbClr val="000000"/>
                            </a:solidFill>
                            <a:latin typeface="Cambria Math" panose="02040503050406030204" pitchFamily="18" charset="0"/>
                            <a:cs typeface="Arial" charset="0"/>
                          </a:rPr>
                        </m:ctrlPr>
                      </m:accPr>
                      <m:e>
                        <m:r>
                          <m:rPr>
                            <m:sty m:val="p"/>
                          </m:rPr>
                          <a:rPr lang="en-US">
                            <a:solidFill>
                              <a:srgbClr val="000000"/>
                            </a:solidFill>
                            <a:latin typeface="Cambria Math" panose="02040503050406030204" pitchFamily="18" charset="0"/>
                            <a:cs typeface="Arial" charset="0"/>
                          </a:rPr>
                          <m:t>I</m:t>
                        </m:r>
                      </m:e>
                    </m:acc>
                    <m:sSub>
                      <m:sSubPr>
                        <m:ctrlPr>
                          <a:rPr kumimoji="0" lang="en-US" sz="180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Z</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C</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2.41</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mA</m:t>
                        </m:r>
                      </m:e>
                    </m:d>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1.69</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k</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Ω</m:t>
                        </m:r>
                      </m:e>
                    </m: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54.6</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90</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4.07</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35.4</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e>
                    </m:d>
                  </m:oMath>
                </a14:m>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V.</a:t>
                </a:r>
              </a:p>
              <a:p>
                <a:pPr lvl="0" fontAlgn="base">
                  <a:spcBef>
                    <a:spcPct val="0"/>
                  </a:spcBef>
                  <a:spcAft>
                    <a:spcPts val="3000"/>
                  </a:spcAft>
                  <a:defRPr/>
                </a:pPr>
                <a14:m>
                  <m:oMath xmlns:m="http://schemas.openxmlformats.org/officeDocument/2006/math">
                    <m:sSub>
                      <m:sSubPr>
                        <m:ctrlPr>
                          <a:rPr lang="en-US" i="1">
                            <a:solidFill>
                              <a:srgbClr val="000000"/>
                            </a:solidFill>
                            <a:latin typeface="Cambria Math" panose="02040503050406030204" pitchFamily="18" charset="0"/>
                            <a:cs typeface="Arial"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a:solidFill>
                                  <a:srgbClr val="000000"/>
                                </a:solidFill>
                                <a:latin typeface="Cambria Math" panose="02040503050406030204" pitchFamily="18" charset="0"/>
                                <a:ea typeface="Cambria Math" panose="02040503050406030204" pitchFamily="18" charset="0"/>
                              </a:rPr>
                              <m:t>V</m:t>
                            </m:r>
                          </m:e>
                        </m:acc>
                      </m:e>
                      <m:sub>
                        <m:r>
                          <m:rPr>
                            <m:sty m:val="p"/>
                          </m:rPr>
                          <a:rPr lang="en-US" b="0" i="0" smtClean="0">
                            <a:solidFill>
                              <a:srgbClr val="000000"/>
                            </a:solidFill>
                            <a:latin typeface="Cambria Math" panose="02040503050406030204" pitchFamily="18" charset="0"/>
                            <a:ea typeface="Cambria Math" panose="02040503050406030204" pitchFamily="18" charset="0"/>
                          </a:rPr>
                          <m:t>C</m:t>
                        </m:r>
                      </m:sub>
                    </m:sSub>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4.07</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35.4</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e>
                    </m:d>
                  </m:oMath>
                </a14:m>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V.   </a:t>
                </a:r>
                <a14:m>
                  <m:oMath xmlns:m="http://schemas.openxmlformats.org/officeDocument/2006/math">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𝐊𝐕𝐋</m:t>
                    </m:r>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d>
                      <m:dPr>
                        <m:begChr m:val="|"/>
                        <m:endChr m:val="|"/>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sSub>
                          <m:sSubPr>
                            <m:ctrlPr>
                              <a:rPr lang="en-US" i="1">
                                <a:solidFill>
                                  <a:srgbClr val="000000"/>
                                </a:solidFill>
                                <a:latin typeface="Cambria Math" panose="02040503050406030204" pitchFamily="18" charset="0"/>
                                <a:cs typeface="Arial"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i="0">
                                    <a:solidFill>
                                      <a:srgbClr val="000000"/>
                                    </a:solidFill>
                                    <a:latin typeface="Cambria Math" panose="02040503050406030204" pitchFamily="18" charset="0"/>
                                    <a:ea typeface="Cambria Math" panose="02040503050406030204" pitchFamily="18" charset="0"/>
                                  </a:rPr>
                                  <m:t>V</m:t>
                                </m:r>
                              </m:e>
                            </m:acc>
                          </m:e>
                          <m:sub>
                            <m:r>
                              <m:rPr>
                                <m:sty m:val="p"/>
                              </m:rPr>
                              <a:rPr lang="en-US" b="0" i="0" smtClean="0">
                                <a:solidFill>
                                  <a:srgbClr val="000000"/>
                                </a:solidFill>
                                <a:latin typeface="Cambria Math" panose="02040503050406030204" pitchFamily="18" charset="0"/>
                                <a:ea typeface="Cambria Math" panose="02040503050406030204" pitchFamily="18" charset="0"/>
                              </a:rPr>
                              <m:t>S</m:t>
                            </m:r>
                          </m:sub>
                        </m:sSub>
                      </m:e>
                    </m:d>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ad>
                      <m:radPr>
                        <m:degHide m:val="o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radPr>
                      <m:deg/>
                      <m:e>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sSub>
                              <m:sSubPr>
                                <m:ctrlPr>
                                  <a:rPr lang="en-US" i="1">
                                    <a:solidFill>
                                      <a:srgbClr val="000000"/>
                                    </a:solidFill>
                                    <a:latin typeface="Cambria Math" panose="02040503050406030204" pitchFamily="18" charset="0"/>
                                    <a:cs typeface="Arial"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a:solidFill>
                                          <a:srgbClr val="000000"/>
                                        </a:solidFill>
                                        <a:latin typeface="Cambria Math" panose="02040503050406030204" pitchFamily="18" charset="0"/>
                                        <a:ea typeface="Cambria Math" panose="02040503050406030204" pitchFamily="18" charset="0"/>
                                      </a:rPr>
                                      <m:t>V</m:t>
                                    </m:r>
                                  </m:e>
                                </m:acc>
                              </m:e>
                              <m:sub>
                                <m:r>
                                  <m:rPr>
                                    <m:sty m:val="p"/>
                                  </m:rPr>
                                  <a:rPr lang="en-US">
                                    <a:solidFill>
                                      <a:srgbClr val="000000"/>
                                    </a:solidFill>
                                    <a:latin typeface="Cambria Math" panose="02040503050406030204" pitchFamily="18" charset="0"/>
                                    <a:ea typeface="Cambria Math" panose="02040503050406030204" pitchFamily="18" charset="0"/>
                                  </a:rPr>
                                  <m:t>R</m:t>
                                </m:r>
                              </m:sub>
                            </m:sSub>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sup>
                        </m:s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sSub>
                              <m:sSubPr>
                                <m:ctrlPr>
                                  <a:rPr lang="en-US" i="1">
                                    <a:solidFill>
                                      <a:srgbClr val="000000"/>
                                    </a:solidFill>
                                    <a:latin typeface="Cambria Math" panose="02040503050406030204" pitchFamily="18" charset="0"/>
                                    <a:cs typeface="Arial"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a:solidFill>
                                          <a:srgbClr val="000000"/>
                                        </a:solidFill>
                                        <a:latin typeface="Cambria Math" panose="02040503050406030204" pitchFamily="18" charset="0"/>
                                        <a:ea typeface="Cambria Math" panose="02040503050406030204" pitchFamily="18" charset="0"/>
                                      </a:rPr>
                                      <m:t>V</m:t>
                                    </m:r>
                                  </m:e>
                                </m:acc>
                              </m:e>
                              <m:sub>
                                <m:r>
                                  <m:rPr>
                                    <m:sty m:val="p"/>
                                  </m:rPr>
                                  <a:rPr lang="en-US" b="0" i="0" smtClean="0">
                                    <a:solidFill>
                                      <a:srgbClr val="000000"/>
                                    </a:solidFill>
                                    <a:latin typeface="Cambria Math" panose="02040503050406030204" pitchFamily="18" charset="0"/>
                                    <a:ea typeface="Cambria Math" panose="02040503050406030204" pitchFamily="18" charset="0"/>
                                  </a:rPr>
                                  <m:t>C</m:t>
                                </m:r>
                              </m:sub>
                            </m:sSub>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sup>
                        </m:sSup>
                      </m:e>
                    </m:ra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ad>
                      <m:radPr>
                        <m:degHide m:val="o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radPr>
                      <m:deg/>
                      <m:e>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2.89</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e>
                            </m:d>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sup>
                        </m:s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4.07</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e>
                            </m:d>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sup>
                        </m:sSup>
                      </m:e>
                    </m:ra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4.99</m:t>
                    </m:r>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V</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a14:m>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Cambria" panose="02040503050406030204"/>
                  <a:ea typeface="+mn-ea"/>
                  <a:cs typeface="+mn-cs"/>
                </a:endParaRPr>
              </a:p>
            </p:txBody>
          </p:sp>
        </mc:Choice>
        <mc:Fallback xmlns="">
          <p:sp>
            <p:nvSpPr>
              <p:cNvPr id="7" name="Rectangle 6"/>
              <p:cNvSpPr>
                <a:spLocks noRot="1" noChangeAspect="1" noMove="1" noResize="1" noEditPoints="1" noAdjustHandles="1" noChangeArrowheads="1" noChangeShapeType="1" noTextEdit="1"/>
              </p:cNvSpPr>
              <p:nvPr/>
            </p:nvSpPr>
            <p:spPr>
              <a:xfrm>
                <a:off x="184503" y="544797"/>
                <a:ext cx="11845572" cy="6113148"/>
              </a:xfrm>
              <a:prstGeom prst="rect">
                <a:avLst/>
              </a:prstGeom>
              <a:blipFill>
                <a:blip r:embed="rId2"/>
                <a:stretch>
                  <a:fillRect t="-1976"/>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520C434A-CB45-478B-9C64-D46B0ECDC7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5734" y="2944887"/>
            <a:ext cx="4186768" cy="3608589"/>
          </a:xfrm>
          <a:prstGeom prst="rect">
            <a:avLst/>
          </a:prstGeom>
        </p:spPr>
      </p:pic>
      <p:sp>
        <p:nvSpPr>
          <p:cNvPr id="3" name="TextBox 2">
            <a:extLst>
              <a:ext uri="{FF2B5EF4-FFF2-40B4-BE49-F238E27FC236}">
                <a16:creationId xmlns:a16="http://schemas.microsoft.com/office/drawing/2014/main" id="{CED0EEC1-EC8D-41C7-B6E8-B63838DC8024}"/>
              </a:ext>
            </a:extLst>
          </p:cNvPr>
          <p:cNvSpPr txBox="1"/>
          <p:nvPr/>
        </p:nvSpPr>
        <p:spPr>
          <a:xfrm>
            <a:off x="4753685" y="4235557"/>
            <a:ext cx="1734339" cy="830997"/>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mbria" panose="02040503050406030204"/>
                <a:ea typeface="+mn-ea"/>
                <a:cs typeface="+mn-cs"/>
              </a:rPr>
              <a:t>KVL and KCL also apply at each instant of time.</a:t>
            </a:r>
          </a:p>
        </p:txBody>
      </p:sp>
      <p:pic>
        <p:nvPicPr>
          <p:cNvPr id="8" name="Picture 7" descr="Diagram&#10;&#10;Description automatically generated">
            <a:extLst>
              <a:ext uri="{FF2B5EF4-FFF2-40B4-BE49-F238E27FC236}">
                <a16:creationId xmlns:a16="http://schemas.microsoft.com/office/drawing/2014/main" id="{0FBBDB07-2661-14C7-A164-04F81C72DBEF}"/>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26857"/>
          <a:stretch/>
        </p:blipFill>
        <p:spPr>
          <a:xfrm>
            <a:off x="8773199" y="606188"/>
            <a:ext cx="3188417" cy="1763529"/>
          </a:xfrm>
          <a:prstGeom prst="rect">
            <a:avLst/>
          </a:prstGeom>
        </p:spPr>
      </p:pic>
      <p:pic>
        <p:nvPicPr>
          <p:cNvPr id="11" name="Picture 10" descr="A diagram of a triangle with arrows and symbols&#10;&#10;Description automatically generated">
            <a:extLst>
              <a:ext uri="{FF2B5EF4-FFF2-40B4-BE49-F238E27FC236}">
                <a16:creationId xmlns:a16="http://schemas.microsoft.com/office/drawing/2014/main" id="{BD3E3852-C694-C0A9-7A64-72FFD36820F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48409" y="3476141"/>
            <a:ext cx="4017857" cy="2147475"/>
          </a:xfrm>
          <a:prstGeom prst="rect">
            <a:avLst/>
          </a:prstGeom>
        </p:spPr>
      </p:pic>
    </p:spTree>
    <p:extLst>
      <p:ext uri="{BB962C8B-B14F-4D97-AF65-F5344CB8AC3E}">
        <p14:creationId xmlns:p14="http://schemas.microsoft.com/office/powerpoint/2010/main" val="2779200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40077" y="85481"/>
            <a:ext cx="4479497" cy="400050"/>
          </a:xfrm>
        </p:spPr>
        <p:txBody>
          <a:bodyPr>
            <a:noAutofit/>
          </a:bodyPr>
          <a:lstStyle/>
          <a:p>
            <a:r>
              <a:rPr lang="en-US" sz="4000" dirty="0"/>
              <a:t>Phasor RL Example 1</a:t>
            </a:r>
          </a:p>
        </p:txBody>
      </p:sp>
      <mc:AlternateContent xmlns:mc="http://schemas.openxmlformats.org/markup-compatibility/2006" xmlns:a14="http://schemas.microsoft.com/office/drawing/2010/main">
        <mc:Choice Requires="a14">
          <p:sp>
            <p:nvSpPr>
              <p:cNvPr id="6" name="Rectangle 5"/>
              <p:cNvSpPr/>
              <p:nvPr/>
            </p:nvSpPr>
            <p:spPr>
              <a:xfrm>
                <a:off x="507999" y="840559"/>
                <a:ext cx="11514667" cy="573740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 series-connected RL circuit with R = 1.5 kΩ and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L = 680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mH</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is connected to a 5 V peak, sinusoidal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10 kHz source. Determine the </a:t>
                </a:r>
                <a:r>
                  <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overall impedance</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p>
              <a:p>
                <a:pPr lvl="0" fontAlgn="base">
                  <a:spcBef>
                    <a:spcPct val="0"/>
                  </a:spcBef>
                  <a:spcAft>
                    <a:spcPct val="0"/>
                  </a:spcAf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i.e., </a:t>
                </a:r>
                <a:r>
                  <a:rPr kumimoji="0" lang="en-US" sz="180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Z</a:t>
                </a:r>
                <a:r>
                  <a:rPr kumimoji="0" lang="en-US" sz="180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eq</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along with the phasor circuit current </a:t>
                </a:r>
                <a14:m>
                  <m:oMath xmlns:m="http://schemas.openxmlformats.org/officeDocument/2006/math">
                    <m:acc>
                      <m:accPr>
                        <m:chr m:val="̃"/>
                        <m:ctrlPr>
                          <a:rPr lang="en-US" i="1" smtClean="0">
                            <a:solidFill>
                              <a:srgbClr val="000000"/>
                            </a:solidFill>
                            <a:latin typeface="Cambria Math" panose="02040503050406030204" pitchFamily="18" charset="0"/>
                            <a:cs typeface="Arial" charset="0"/>
                          </a:rPr>
                        </m:ctrlPr>
                      </m:accPr>
                      <m:e>
                        <m:r>
                          <m:rPr>
                            <m:sty m:val="p"/>
                          </m:rPr>
                          <a:rPr lang="en-US" b="0" i="0" smtClean="0">
                            <a:solidFill>
                              <a:srgbClr val="000000"/>
                            </a:solidFill>
                            <a:latin typeface="Cambria Math" panose="02040503050406030204" pitchFamily="18" charset="0"/>
                            <a:cs typeface="Arial" charset="0"/>
                          </a:rPr>
                          <m:t>I</m:t>
                        </m:r>
                      </m:e>
                    </m:acc>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the </a:t>
                </a:r>
              </a:p>
              <a:p>
                <a:pPr lvl="0" fontAlgn="base">
                  <a:spcBef>
                    <a:spcPct val="0"/>
                  </a:spcBef>
                  <a:spcAft>
                    <a:spcPct val="0"/>
                  </a:spcAf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phasor resistor voltage </a:t>
                </a:r>
                <a14:m>
                  <m:oMath xmlns:m="http://schemas.openxmlformats.org/officeDocument/2006/math">
                    <m:sSub>
                      <m:sSubPr>
                        <m:ctrlPr>
                          <a:rPr lang="en-US" i="1">
                            <a:solidFill>
                              <a:srgbClr val="000000"/>
                            </a:solidFill>
                            <a:latin typeface="Cambria Math" panose="02040503050406030204" pitchFamily="18" charset="0"/>
                            <a:cs typeface="Arial"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i="0">
                                <a:solidFill>
                                  <a:srgbClr val="000000"/>
                                </a:solidFill>
                                <a:latin typeface="Cambria Math" panose="02040503050406030204" pitchFamily="18" charset="0"/>
                                <a:ea typeface="Cambria Math" panose="02040503050406030204" pitchFamily="18" charset="0"/>
                              </a:rPr>
                              <m:t>V</m:t>
                            </m:r>
                          </m:e>
                        </m:acc>
                      </m:e>
                      <m:sub>
                        <m:r>
                          <m:rPr>
                            <m:sty m:val="p"/>
                          </m:rPr>
                          <a:rPr lang="en-US" b="0" i="0" smtClean="0">
                            <a:solidFill>
                              <a:srgbClr val="000000"/>
                            </a:solidFill>
                            <a:latin typeface="Cambria Math" panose="02040503050406030204" pitchFamily="18" charset="0"/>
                            <a:cs typeface="Arial" charset="0"/>
                          </a:rPr>
                          <m:t>R</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and the phasor inductor</a:t>
                </a:r>
              </a:p>
              <a:p>
                <a:pPr lvl="0" fontAlgn="base">
                  <a:spcBef>
                    <a:spcPct val="0"/>
                  </a:spcBef>
                  <a:spcAft>
                    <a:spcPct val="0"/>
                  </a:spcAf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voltage </a:t>
                </a:r>
                <a14:m>
                  <m:oMath xmlns:m="http://schemas.openxmlformats.org/officeDocument/2006/math">
                    <m:sSub>
                      <m:sSubPr>
                        <m:ctrlPr>
                          <a:rPr lang="en-US" i="1">
                            <a:solidFill>
                              <a:srgbClr val="000000"/>
                            </a:solidFill>
                            <a:latin typeface="Cambria Math" panose="02040503050406030204" pitchFamily="18" charset="0"/>
                            <a:cs typeface="Arial"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b="0" i="0">
                                <a:solidFill>
                                  <a:srgbClr val="000000"/>
                                </a:solidFill>
                                <a:latin typeface="Cambria Math" panose="02040503050406030204" pitchFamily="18" charset="0"/>
                                <a:ea typeface="Cambria Math" panose="02040503050406030204" pitchFamily="18" charset="0"/>
                              </a:rPr>
                              <m:t>V</m:t>
                            </m:r>
                          </m:e>
                        </m:acc>
                      </m:e>
                      <m:sub>
                        <m:r>
                          <m:rPr>
                            <m:sty m:val="p"/>
                          </m:rPr>
                          <a:rPr lang="en-US" b="0" i="0" smtClean="0">
                            <a:solidFill>
                              <a:srgbClr val="000000"/>
                            </a:solidFill>
                            <a:latin typeface="Cambria Math" panose="02040503050406030204" pitchFamily="18" charset="0"/>
                            <a:cs typeface="Arial" charset="0"/>
                          </a:rPr>
                          <m:t>R</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base" latinLnBrk="0" hangingPunct="1">
                  <a:lnSpc>
                    <a:spcPct val="107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X</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L</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 = 2π</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fL</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 = 2π(10 kHz)(68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mH</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 = 4.27 kΩ.   X</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L</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 = 4.27 kΩ.</a:t>
                </a:r>
              </a:p>
              <a:p>
                <a:pPr marL="0" marR="0" lvl="0" indent="0" algn="l" defTabSz="914400" rtl="0" eaLnBrk="1" fontAlgn="base" latinLnBrk="0" hangingPunct="1">
                  <a:lnSpc>
                    <a:spcPct val="107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a:p>
                <a:pPr marL="0" marR="0" lvl="0" indent="0" algn="l" defTabSz="914400" rtl="0" eaLnBrk="1" fontAlgn="base" latinLnBrk="0" hangingPunct="1">
                  <a:lnSpc>
                    <a:spcPct val="107000"/>
                  </a:lnSpc>
                  <a:spcBef>
                    <a:spcPct val="0"/>
                  </a:spcBef>
                  <a:spcAft>
                    <a:spcPct val="0"/>
                  </a:spcAft>
                  <a:buClrTx/>
                  <a:buSzTx/>
                  <a:buFontTx/>
                  <a:buNone/>
                  <a:tabLst/>
                  <a:defRPr/>
                </a:pPr>
                <a14:m>
                  <m:oMath xmlns:m="http://schemas.openxmlformats.org/officeDocument/2006/math">
                    <m:sSub>
                      <m:sSubPr>
                        <m:ctrlPr>
                          <a:rPr kumimoji="0" lang="en-US" sz="180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4.27</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∠90</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k</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 = 0 + j</a:t>
                </a:r>
                <a14:m>
                  <m:oMath xmlns:m="http://schemas.openxmlformats.org/officeDocument/2006/math">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4.27 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k</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a:t>
                </a:r>
              </a:p>
              <a:p>
                <a:pPr marL="0" marR="0" lvl="0" indent="0" algn="l" defTabSz="914400" rtl="0" eaLnBrk="1" fontAlgn="base" latinLnBrk="0" hangingPunct="1">
                  <a:lnSpc>
                    <a:spcPct val="107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a:p>
                <a:pPr marL="0" marR="0" lvl="0" indent="0" algn="l" defTabSz="914400" rtl="0" eaLnBrk="1" fontAlgn="base" latinLnBrk="0" hangingPunct="1">
                  <a:lnSpc>
                    <a:spcPct val="107000"/>
                  </a:lnSpc>
                  <a:spcBef>
                    <a:spcPct val="0"/>
                  </a:spcBef>
                  <a:spcAft>
                    <a:spcPct val="0"/>
                  </a:spcAft>
                  <a:buClrTx/>
                  <a:buSzTx/>
                  <a:buFontTx/>
                  <a:buNone/>
                  <a:tabLst/>
                  <a:defRPr/>
                </a:pPr>
                <a14:m>
                  <m:oMath xmlns:m="http://schemas.openxmlformats.org/officeDocument/2006/math">
                    <m:sSub>
                      <m:sSubPr>
                        <m:ctrlPr>
                          <a:rPr kumimoji="0" lang="en-US" sz="180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eq</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 R +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jX</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L</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 = 1.5 k</a:t>
                </a:r>
                <a:r>
                  <a:rPr kumimoji="0" lang="el-GR"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Ω</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 + j</a:t>
                </a:r>
                <a14:m>
                  <m:oMath xmlns:m="http://schemas.openxmlformats.org/officeDocument/2006/math">
                    <m: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m:t>4</m:t>
                    </m:r>
                    <m: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.27</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k</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  </a:t>
                </a:r>
              </a:p>
              <a:p>
                <a:pPr marL="0" marR="0" lvl="0" indent="0" algn="l" defTabSz="914400" rtl="0" eaLnBrk="1" fontAlgn="base" latinLnBrk="0" hangingPunct="1">
                  <a:lnSpc>
                    <a:spcPct val="107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a:p>
                <a:pPr marL="0" marR="0" lvl="0" indent="0" algn="l" defTabSz="914400" rtl="0" eaLnBrk="1" fontAlgn="base" latinLnBrk="0" hangingPunct="1">
                  <a:lnSpc>
                    <a:spcPct val="100000"/>
                  </a:lnSpc>
                  <a:spcBef>
                    <a:spcPct val="0"/>
                  </a:spcBef>
                  <a:spcAft>
                    <a:spcPts val="1200"/>
                  </a:spcAft>
                  <a:buClrTx/>
                  <a:buSzTx/>
                  <a:buFontTx/>
                  <a:buNone/>
                  <a:tabLst/>
                  <a:defRPr/>
                </a:pPr>
                <a14:m>
                  <m:oMath xmlns:m="http://schemas.openxmlformats.org/officeDocument/2006/math">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eq</m:t>
                            </m:r>
                          </m:sub>
                        </m:sSub>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ad>
                      <m:radPr>
                        <m:degHide m:val="o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radPr>
                      <m:deg/>
                      <m:e>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e>
                    </m:ra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ad>
                      <m:radPr>
                        <m:degHide m:val="o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radPr>
                      <m:deg/>
                      <m:e>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1.5</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k</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e>
                            </m:d>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4.27</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k</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e>
                            </m:d>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e>
                    </m:ra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4.53</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k</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14:m>
                  <m:oMath xmlns:m="http://schemas.openxmlformats.org/officeDocument/2006/math">
                    <m:d>
                      <m:dPr>
                        <m:begChr m:val="|"/>
                        <m:endChr m:val="|"/>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eq</m:t>
                            </m:r>
                          </m:sub>
                        </m:sSub>
                      </m:e>
                    </m:d>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4.53</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k</m:t>
                    </m:r>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eq</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unc>
                      <m:func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uncPr>
                      <m:fName>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tan</m:t>
                            </m:r>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up>
                        </m:sSup>
                      </m:fName>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f>
                              <m:fPr>
                                <m:type m:val="li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den>
                            </m:f>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unc>
                          <m:func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uncPr>
                          <m:fName>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tan</m:t>
                                </m:r>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up>
                            </m:sSup>
                          </m:fName>
                          <m:e>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f>
                                  <m:fPr>
                                    <m:type m:val="li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4.27</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k</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e>
                                    </m:d>
                                  </m:num>
                                  <m:den>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1.5</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k</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e>
                                    </m:d>
                                  </m:den>
                                </m:f>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70.7</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e>
                        </m:func>
                      </m:e>
                    </m:func>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e>
                      <m:sub>
                        <m:r>
                          <m:rPr>
                            <m:sty m:val="p"/>
                          </m:r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eq</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70</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7</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Z</a:t>
                </a:r>
                <a:r>
                  <a:rPr kumimoji="0" lang="en-US" sz="180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eq</a:t>
                </a:r>
                <a:r>
                  <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14:m>
                  <m:oMath xmlns:m="http://schemas.openxmlformats.org/officeDocument/2006/math">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4.53</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∠70.7˚</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14:m>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k</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also</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sometimes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represented</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4.53</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k</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∠70.7˚</m:t>
                    </m:r>
                    <m:r>
                      <m:rPr>
                        <m:nor/>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Continued on next slide).</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p:txBody>
          </p:sp>
        </mc:Choice>
        <mc:Fallback xmlns="">
          <p:sp>
            <p:nvSpPr>
              <p:cNvPr id="6" name="Rectangle 5"/>
              <p:cNvSpPr>
                <a:spLocks noRot="1" noChangeAspect="1" noMove="1" noResize="1" noEditPoints="1" noAdjustHandles="1" noChangeArrowheads="1" noChangeShapeType="1" noTextEdit="1"/>
              </p:cNvSpPr>
              <p:nvPr/>
            </p:nvSpPr>
            <p:spPr>
              <a:xfrm>
                <a:off x="507999" y="840559"/>
                <a:ext cx="11514667" cy="5737404"/>
              </a:xfrm>
              <a:prstGeom prst="rect">
                <a:avLst/>
              </a:prstGeom>
              <a:blipFill>
                <a:blip r:embed="rId2"/>
                <a:stretch>
                  <a:fillRect l="-211" t="-316"/>
                </a:stretch>
              </a:blipFill>
            </p:spPr>
            <p:txBody>
              <a:bodyPr/>
              <a:lstStyle/>
              <a:p>
                <a:r>
                  <a:rPr lang="en-US">
                    <a:noFill/>
                  </a:rPr>
                  <a:t> </a:t>
                </a:r>
              </a:p>
            </p:txBody>
          </p:sp>
        </mc:Fallback>
      </mc:AlternateContent>
      <p:pic>
        <p:nvPicPr>
          <p:cNvPr id="7" name="Picture 6" descr="Diagram&#10;&#10;Description automatically generated">
            <a:extLst>
              <a:ext uri="{FF2B5EF4-FFF2-40B4-BE49-F238E27FC236}">
                <a16:creationId xmlns:a16="http://schemas.microsoft.com/office/drawing/2014/main" id="{1717A4E6-7135-E3FF-6439-E2CD8A51614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30047"/>
          <a:stretch/>
        </p:blipFill>
        <p:spPr>
          <a:xfrm>
            <a:off x="6968629" y="890832"/>
            <a:ext cx="4975722" cy="3095136"/>
          </a:xfrm>
          <a:prstGeom prst="rect">
            <a:avLst/>
          </a:prstGeom>
        </p:spPr>
      </p:pic>
    </p:spTree>
    <p:extLst>
      <p:ext uri="{BB962C8B-B14F-4D97-AF65-F5344CB8AC3E}">
        <p14:creationId xmlns:p14="http://schemas.microsoft.com/office/powerpoint/2010/main" val="414543068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86737" y="-19211"/>
            <a:ext cx="7764517" cy="639729"/>
          </a:xfrm>
        </p:spPr>
        <p:txBody>
          <a:bodyPr>
            <a:noAutofit/>
          </a:bodyPr>
          <a:lstStyle/>
          <a:p>
            <a:r>
              <a:rPr lang="en-US" sz="3600" dirty="0"/>
              <a:t>Phasor RL Example 1 (Continued)</a:t>
            </a:r>
          </a:p>
        </p:txBody>
      </p:sp>
      <mc:AlternateContent xmlns:mc="http://schemas.openxmlformats.org/markup-compatibility/2006" xmlns:a14="http://schemas.microsoft.com/office/drawing/2010/main">
        <mc:Choice Requires="a14">
          <p:sp>
            <p:nvSpPr>
              <p:cNvPr id="7" name="Rectangle 6"/>
              <p:cNvSpPr/>
              <p:nvPr/>
            </p:nvSpPr>
            <p:spPr>
              <a:xfrm>
                <a:off x="349956" y="590857"/>
                <a:ext cx="11638844" cy="614392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l" defTabSz="914400" rtl="0" eaLnBrk="1" fontAlgn="base" latinLnBrk="0" hangingPunct="1">
                  <a:lnSpc>
                    <a:spcPct val="100000"/>
                  </a:lnSpc>
                  <a:spcBef>
                    <a:spcPct val="0"/>
                  </a:spcBef>
                  <a:spcAft>
                    <a:spcPts val="1200"/>
                  </a:spcAft>
                  <a:buClrTx/>
                  <a:buSzTx/>
                  <a:buFontTx/>
                  <a:buNone/>
                  <a:tabLst/>
                  <a:defRPr/>
                </a:pPr>
                <a14:m>
                  <m:oMath xmlns:m="http://schemas.openxmlformats.org/officeDocument/2006/math">
                    <m:r>
                      <m:rPr>
                        <m:nor/>
                      </m:rPr>
                      <a:rPr kumimoji="0" lang="en-US" sz="1800" i="0" u="none" strike="noStrike" kern="1200" cap="none" spc="0" normalizeH="0" baseline="0" noProof="0" dirty="0" smtClean="0">
                        <a:ln>
                          <a:noFill/>
                        </a:ln>
                        <a:solidFill>
                          <a:srgbClr val="000000"/>
                        </a:solidFill>
                        <a:effectLst/>
                        <a:uLnTx/>
                        <a:uFillTx/>
                        <a:latin typeface="Cambria" panose="02040503050406030204"/>
                        <a:ea typeface="+mn-ea"/>
                        <a:cs typeface="+mn-cs"/>
                      </a:rPr>
                      <m:t>Z</m:t>
                    </m:r>
                    <m:r>
                      <m:rPr>
                        <m:nor/>
                      </m:rPr>
                      <a:rPr kumimoji="0" lang="en-US" sz="1800" i="0" u="none" strike="noStrike" kern="1200" cap="none" spc="0" normalizeH="0" baseline="-25000" noProof="0" dirty="0" smtClean="0">
                        <a:ln>
                          <a:noFill/>
                        </a:ln>
                        <a:solidFill>
                          <a:srgbClr val="000000"/>
                        </a:solidFill>
                        <a:effectLst/>
                        <a:uLnTx/>
                        <a:uFillTx/>
                        <a:latin typeface="Cambria" panose="02040503050406030204"/>
                        <a:ea typeface="+mn-ea"/>
                        <a:cs typeface="+mn-cs"/>
                      </a:rPr>
                      <m:t>eq</m:t>
                    </m:r>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4.53∠70.7˚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k</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r>
                      <m:rPr>
                        <m:nor/>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a:t>
                </a:r>
                <a:r>
                  <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From previous slide.</a:t>
                </a:r>
              </a:p>
              <a:p>
                <a:pPr lvl="0" fontAlgn="base">
                  <a:spcBef>
                    <a:spcPct val="0"/>
                  </a:spcBef>
                  <a:spcAft>
                    <a:spcPts val="1200"/>
                  </a:spcAft>
                  <a:defRPr/>
                </a:pPr>
                <a14:m>
                  <m:oMathPara xmlns:m="http://schemas.openxmlformats.org/officeDocument/2006/math">
                    <m:oMathParaPr>
                      <m:jc m:val="left"/>
                    </m:oMathParaPr>
                    <m:oMath xmlns:m="http://schemas.openxmlformats.org/officeDocument/2006/math">
                      <m:acc>
                        <m:accPr>
                          <m:chr m:val="̃"/>
                          <m:ctrlPr>
                            <a:rPr lang="en-US" i="1">
                              <a:solidFill>
                                <a:srgbClr val="000000"/>
                              </a:solidFill>
                              <a:latin typeface="Cambria Math" panose="02040503050406030204" pitchFamily="18" charset="0"/>
                              <a:cs typeface="Arial" charset="0"/>
                            </a:rPr>
                          </m:ctrlPr>
                        </m:accPr>
                        <m:e>
                          <m:r>
                            <m:rPr>
                              <m:sty m:val="p"/>
                            </m:rPr>
                            <a:rPr lang="en-US">
                              <a:solidFill>
                                <a:srgbClr val="000000"/>
                              </a:solidFill>
                              <a:latin typeface="Cambria Math" panose="02040503050406030204" pitchFamily="18" charset="0"/>
                              <a:cs typeface="Arial" charset="0"/>
                            </a:rPr>
                            <m:t>I</m:t>
                          </m:r>
                        </m:e>
                      </m:acc>
                      <m:r>
                        <a:rPr lang="en-US">
                          <a:solidFill>
                            <a:srgbClr val="000000"/>
                          </a:solidFill>
                          <a:latin typeface="Cambria Math" panose="02040503050406030204" pitchFamily="18" charset="0"/>
                        </a:rPr>
                        <m:t>=</m:t>
                      </m:r>
                      <m:f>
                        <m:fPr>
                          <m:type m:val="lin"/>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cs typeface="Arial"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a:solidFill>
                                        <a:srgbClr val="000000"/>
                                      </a:solidFill>
                                      <a:latin typeface="Cambria Math" panose="02040503050406030204" pitchFamily="18" charset="0"/>
                                      <a:ea typeface="Cambria Math" panose="02040503050406030204" pitchFamily="18" charset="0"/>
                                    </a:rPr>
                                    <m:t>V</m:t>
                                  </m:r>
                                </m:e>
                              </m:acc>
                            </m:e>
                            <m:sub>
                              <m:r>
                                <m:rPr>
                                  <m:sty m:val="p"/>
                                </m:rPr>
                                <a:rPr lang="en-US">
                                  <a:solidFill>
                                    <a:srgbClr val="000000"/>
                                  </a:solidFill>
                                  <a:latin typeface="Cambria Math" panose="02040503050406030204" pitchFamily="18" charset="0"/>
                                  <a:cs typeface="Arial" charset="0"/>
                                </a:rPr>
                                <m:t>S</m:t>
                              </m:r>
                            </m:sub>
                          </m:sSub>
                        </m:num>
                        <m:den>
                          <m:sSub>
                            <m:sSubPr>
                              <m:ctrlPr>
                                <a:rPr lang="en-US" i="1">
                                  <a:solidFill>
                                    <a:srgbClr val="000000"/>
                                  </a:solidFill>
                                  <a:latin typeface="Cambria Math" panose="02040503050406030204" pitchFamily="18" charset="0"/>
                                </a:rPr>
                              </m:ctrlPr>
                            </m:sSubPr>
                            <m:e>
                              <m:r>
                                <m:rPr>
                                  <m:sty m:val="p"/>
                                </m:rPr>
                                <a:rPr lang="en-US">
                                  <a:solidFill>
                                    <a:srgbClr val="000000"/>
                                  </a:solidFill>
                                  <a:latin typeface="Cambria Math" panose="02040503050406030204" pitchFamily="18" charset="0"/>
                                </a:rPr>
                                <m:t>Z</m:t>
                              </m:r>
                            </m:e>
                            <m:sub>
                              <m:r>
                                <m:rPr>
                                  <m:sty m:val="p"/>
                                </m:rPr>
                                <a:rPr lang="en-US">
                                  <a:solidFill>
                                    <a:srgbClr val="000000"/>
                                  </a:solidFill>
                                  <a:latin typeface="Cambria Math" panose="02040503050406030204" pitchFamily="18" charset="0"/>
                                </a:rPr>
                                <m:t>eq</m:t>
                              </m:r>
                            </m:sub>
                          </m:sSub>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type m:val="lin"/>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5</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e>
                          </m:d>
                        </m:num>
                        <m:den>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4.53</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k</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Ω</m:t>
                              </m:r>
                            </m:e>
                          </m:d>
                          <m: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70.7˚</m:t>
                          </m:r>
                        </m:den>
                      </m:f>
                      <m:r>
                        <a:rPr kumimoji="0" 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1"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lvl="0" fontAlgn="base">
                  <a:spcBef>
                    <a:spcPct val="0"/>
                  </a:spcBef>
                  <a:spcAft>
                    <a:spcPts val="1200"/>
                  </a:spcAft>
                  <a:defRPr/>
                </a:pPr>
                <a14:m>
                  <m:oMath xmlns:m="http://schemas.openxmlformats.org/officeDocument/2006/math">
                    <m:acc>
                      <m:accPr>
                        <m:chr m:val="̃"/>
                        <m:ctrlPr>
                          <a:rPr lang="en-US" i="1">
                            <a:solidFill>
                              <a:srgbClr val="000000"/>
                            </a:solidFill>
                            <a:latin typeface="Cambria Math" panose="02040503050406030204" pitchFamily="18" charset="0"/>
                            <a:cs typeface="Arial" charset="0"/>
                          </a:rPr>
                        </m:ctrlPr>
                      </m:accPr>
                      <m:e>
                        <m:r>
                          <m:rPr>
                            <m:sty m:val="p"/>
                          </m:rPr>
                          <a:rPr lang="en-US">
                            <a:solidFill>
                              <a:srgbClr val="000000"/>
                            </a:solidFill>
                            <a:latin typeface="Cambria Math" panose="02040503050406030204" pitchFamily="18" charset="0"/>
                            <a:cs typeface="Arial" charset="0"/>
                          </a:rPr>
                          <m:t>I</m:t>
                        </m:r>
                      </m:e>
                    </m:acc>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1.10</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mA</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d>
                      <m:dPr>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70.7</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e>
                    </m:d>
                  </m:oMath>
                </a14:m>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a:t>
                </a:r>
                <a14:m>
                  <m:oMath xmlns:m="http://schemas.openxmlformats.org/officeDocument/2006/math">
                    <m:sSub>
                      <m:sSubPr>
                        <m:ctrlPr>
                          <a:rPr lang="en-US" i="1">
                            <a:solidFill>
                              <a:srgbClr val="000000"/>
                            </a:solidFill>
                            <a:latin typeface="Cambria Math" panose="02040503050406030204" pitchFamily="18" charset="0"/>
                            <a:cs typeface="Arial"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a:solidFill>
                                  <a:srgbClr val="000000"/>
                                </a:solidFill>
                                <a:latin typeface="Cambria Math" panose="02040503050406030204" pitchFamily="18" charset="0"/>
                                <a:ea typeface="Cambria Math" panose="02040503050406030204" pitchFamily="18" charset="0"/>
                              </a:rPr>
                              <m:t>V</m:t>
                            </m:r>
                          </m:e>
                        </m:acc>
                      </m:e>
                      <m:sub>
                        <m:r>
                          <m:rPr>
                            <m:sty m:val="p"/>
                          </m:rPr>
                          <a:rPr lang="en-US">
                            <a:solidFill>
                              <a:srgbClr val="000000"/>
                            </a:solidFill>
                            <a:latin typeface="Cambria Math" panose="02040503050406030204" pitchFamily="18" charset="0"/>
                            <a:ea typeface="Cambria Math" panose="02040503050406030204" pitchFamily="18" charset="0"/>
                          </a:rPr>
                          <m:t>R</m:t>
                        </m:r>
                      </m:sub>
                    </m:sSub>
                    <m:r>
                      <a:rPr lang="en-US">
                        <a:solidFill>
                          <a:srgbClr val="000000"/>
                        </a:solidFill>
                        <a:latin typeface="Cambria Math" panose="02040503050406030204" pitchFamily="18" charset="0"/>
                      </a:rPr>
                      <m:t>=</m:t>
                    </m:r>
                    <m:acc>
                      <m:accPr>
                        <m:chr m:val="̃"/>
                        <m:ctrlPr>
                          <a:rPr lang="en-US" i="1">
                            <a:solidFill>
                              <a:srgbClr val="000000"/>
                            </a:solidFill>
                            <a:latin typeface="Cambria Math" panose="02040503050406030204" pitchFamily="18" charset="0"/>
                            <a:cs typeface="Arial" charset="0"/>
                          </a:rPr>
                        </m:ctrlPr>
                      </m:accPr>
                      <m:e>
                        <m:r>
                          <m:rPr>
                            <m:sty m:val="p"/>
                          </m:rPr>
                          <a:rPr lang="en-US">
                            <a:solidFill>
                              <a:srgbClr val="000000"/>
                            </a:solidFill>
                            <a:latin typeface="Cambria Math" panose="02040503050406030204" pitchFamily="18" charset="0"/>
                            <a:cs typeface="Arial" charset="0"/>
                          </a:rPr>
                          <m:t>I</m:t>
                        </m:r>
                      </m:e>
                    </m:acc>
                    <m:r>
                      <m:rPr>
                        <m:sty m:val="p"/>
                      </m:rPr>
                      <a:rPr lang="en-US">
                        <a:solidFill>
                          <a:srgbClr val="000000"/>
                        </a:solidFill>
                        <a:latin typeface="Cambria Math" panose="02040503050406030204" pitchFamily="18" charset="0"/>
                      </a:rPr>
                      <m:t>R</m:t>
                    </m:r>
                    <m:r>
                      <a:rPr lang="en-US">
                        <a:solidFill>
                          <a:srgbClr val="000000"/>
                        </a:solidFill>
                        <a:latin typeface="Cambria Math" panose="02040503050406030204" pitchFamily="18" charset="0"/>
                      </a:rPr>
                      <m:t>= </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1.10</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mA</m:t>
                        </m:r>
                      </m:e>
                    </m:d>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1.5</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k</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Ω</m:t>
                        </m:r>
                      </m:e>
                    </m:d>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d>
                      <m:dPr>
                        <m:ctrlPr>
                          <a:rPr kumimoji="0" 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−70.7</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e>
                    </m:d>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lvl="0" fontAlgn="base">
                  <a:spcBef>
                    <a:spcPct val="0"/>
                  </a:spcBef>
                  <a:spcAft>
                    <a:spcPts val="1200"/>
                  </a:spcAft>
                  <a:defRPr/>
                </a:pPr>
                <a14:m>
                  <m:oMath xmlns:m="http://schemas.openxmlformats.org/officeDocument/2006/math">
                    <m:sSub>
                      <m:sSubPr>
                        <m:ctrlPr>
                          <a:rPr lang="en-US" i="1">
                            <a:solidFill>
                              <a:srgbClr val="000000"/>
                            </a:solidFill>
                            <a:latin typeface="Cambria Math" panose="02040503050406030204" pitchFamily="18" charset="0"/>
                            <a:cs typeface="Arial"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a:solidFill>
                                  <a:srgbClr val="000000"/>
                                </a:solidFill>
                                <a:latin typeface="Cambria Math" panose="02040503050406030204" pitchFamily="18" charset="0"/>
                                <a:ea typeface="Cambria Math" panose="02040503050406030204" pitchFamily="18" charset="0"/>
                              </a:rPr>
                              <m:t>V</m:t>
                            </m:r>
                          </m:e>
                        </m:acc>
                      </m:e>
                      <m:sub>
                        <m:r>
                          <m:rPr>
                            <m:sty m:val="p"/>
                          </m:rPr>
                          <a:rPr lang="en-US">
                            <a:solidFill>
                              <a:srgbClr val="000000"/>
                            </a:solidFill>
                            <a:latin typeface="Cambria Math" panose="02040503050406030204" pitchFamily="18" charset="0"/>
                            <a:ea typeface="Cambria Math" panose="02040503050406030204" pitchFamily="18" charset="0"/>
                          </a:rPr>
                          <m:t>R</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66</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d>
                      <m:dPr>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−70.7</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e>
                    </m:d>
                  </m:oMath>
                </a14:m>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V.  </a:t>
                </a:r>
                <a14:m>
                  <m:oMath xmlns:m="http://schemas.openxmlformats.org/officeDocument/2006/math">
                    <m:sSub>
                      <m:sSubPr>
                        <m:ctrlPr>
                          <a:rPr lang="en-US" i="1">
                            <a:solidFill>
                              <a:srgbClr val="000000"/>
                            </a:solidFill>
                            <a:latin typeface="Cambria Math" panose="02040503050406030204" pitchFamily="18" charset="0"/>
                            <a:cs typeface="Arial"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a:solidFill>
                                  <a:srgbClr val="000000"/>
                                </a:solidFill>
                                <a:latin typeface="Cambria Math" panose="02040503050406030204" pitchFamily="18" charset="0"/>
                                <a:ea typeface="Cambria Math" panose="02040503050406030204" pitchFamily="18" charset="0"/>
                              </a:rPr>
                              <m:t>V</m:t>
                            </m:r>
                          </m:e>
                        </m:acc>
                      </m:e>
                      <m:sub>
                        <m:r>
                          <m:rPr>
                            <m:sty m:val="p"/>
                          </m:rPr>
                          <a:rPr lang="en-US" b="0" i="0" smtClean="0">
                            <a:solidFill>
                              <a:srgbClr val="000000"/>
                            </a:solidFill>
                            <a:latin typeface="Cambria Math" panose="02040503050406030204" pitchFamily="18" charset="0"/>
                            <a:ea typeface="Cambria Math" panose="02040503050406030204" pitchFamily="18" charset="0"/>
                          </a:rPr>
                          <m:t>L</m:t>
                        </m:r>
                      </m:sub>
                    </m:sSub>
                    <m:r>
                      <a:rPr lang="en-US">
                        <a:solidFill>
                          <a:srgbClr val="000000"/>
                        </a:solidFill>
                        <a:latin typeface="Cambria Math" panose="02040503050406030204" pitchFamily="18" charset="0"/>
                      </a:rPr>
                      <m:t>=</m:t>
                    </m:r>
                    <m:acc>
                      <m:accPr>
                        <m:chr m:val="̃"/>
                        <m:ctrlPr>
                          <a:rPr lang="en-US" i="1">
                            <a:solidFill>
                              <a:srgbClr val="000000"/>
                            </a:solidFill>
                            <a:latin typeface="Cambria Math" panose="02040503050406030204" pitchFamily="18" charset="0"/>
                            <a:cs typeface="Arial" charset="0"/>
                          </a:rPr>
                        </m:ctrlPr>
                      </m:accPr>
                      <m:e>
                        <m:r>
                          <m:rPr>
                            <m:sty m:val="p"/>
                          </m:rPr>
                          <a:rPr lang="en-US">
                            <a:solidFill>
                              <a:srgbClr val="000000"/>
                            </a:solidFill>
                            <a:latin typeface="Cambria Math" panose="02040503050406030204" pitchFamily="18" charset="0"/>
                            <a:cs typeface="Arial" charset="0"/>
                          </a:rPr>
                          <m:t>I</m:t>
                        </m:r>
                      </m:e>
                    </m:acc>
                    <m:sSub>
                      <m:sSubPr>
                        <m:ctrlPr>
                          <a:rPr lang="en-US" i="1">
                            <a:solidFill>
                              <a:srgbClr val="000000"/>
                            </a:solidFill>
                            <a:latin typeface="Cambria Math" panose="02040503050406030204" pitchFamily="18" charset="0"/>
                          </a:rPr>
                        </m:ctrlPr>
                      </m:sSubPr>
                      <m:e>
                        <m:r>
                          <m:rPr>
                            <m:sty m:val="p"/>
                          </m:rPr>
                          <a:rPr lang="en-US">
                            <a:solidFill>
                              <a:srgbClr val="000000"/>
                            </a:solidFill>
                            <a:latin typeface="Cambria Math" panose="02040503050406030204" pitchFamily="18" charset="0"/>
                          </a:rPr>
                          <m:t>Z</m:t>
                        </m:r>
                      </m:e>
                      <m:sub>
                        <m:r>
                          <m:rPr>
                            <m:sty m:val="p"/>
                          </m:rPr>
                          <a:rPr lang="en-US" b="0" i="0" smtClean="0">
                            <a:solidFill>
                              <a:srgbClr val="000000"/>
                            </a:solidFill>
                            <a:latin typeface="Cambria Math" panose="02040503050406030204" pitchFamily="18" charset="0"/>
                          </a:rPr>
                          <m:t>L</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1.10</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mA</m:t>
                        </m:r>
                      </m:e>
                    </m:d>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4.27</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k</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Ω</m:t>
                        </m:r>
                      </m:e>
                    </m: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−70.7</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90°</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4.71</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∠19.3</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V</m:t>
                    </m:r>
                  </m:oMath>
                </a14:m>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a:t>
                </a:r>
              </a:p>
              <a:p>
                <a:pPr lvl="0" fontAlgn="base">
                  <a:spcBef>
                    <a:spcPct val="0"/>
                  </a:spcBef>
                  <a:spcAft>
                    <a:spcPts val="5400"/>
                  </a:spcAft>
                  <a:defRPr/>
                </a:pPr>
                <a14:m>
                  <m:oMath xmlns:m="http://schemas.openxmlformats.org/officeDocument/2006/math">
                    <m:sSub>
                      <m:sSubPr>
                        <m:ctrlPr>
                          <a:rPr lang="en-US" i="1">
                            <a:solidFill>
                              <a:srgbClr val="000000"/>
                            </a:solidFill>
                            <a:latin typeface="Cambria Math" panose="02040503050406030204" pitchFamily="18" charset="0"/>
                            <a:cs typeface="Arial"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a:solidFill>
                                  <a:srgbClr val="000000"/>
                                </a:solidFill>
                                <a:latin typeface="Cambria Math" panose="02040503050406030204" pitchFamily="18" charset="0"/>
                                <a:ea typeface="Cambria Math" panose="02040503050406030204" pitchFamily="18" charset="0"/>
                              </a:rPr>
                              <m:t>V</m:t>
                            </m:r>
                          </m:e>
                        </m:acc>
                      </m:e>
                      <m:sub>
                        <m:r>
                          <m:rPr>
                            <m:sty m:val="p"/>
                          </m:rPr>
                          <a:rPr lang="en-US">
                            <a:solidFill>
                              <a:srgbClr val="000000"/>
                            </a:solidFill>
                            <a:latin typeface="Cambria Math" panose="02040503050406030204" pitchFamily="18" charset="0"/>
                            <a:ea typeface="Cambria Math" panose="02040503050406030204" pitchFamily="18" charset="0"/>
                          </a:rPr>
                          <m:t>L</m:t>
                        </m:r>
                      </m:sub>
                    </m:sSub>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4.71</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19.3</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V</m:t>
                    </m:r>
                  </m:oMath>
                </a14:m>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a:t>
                </a:r>
                <a:r>
                  <a:rPr kumimoji="0" lang="en-US" sz="1800" b="1" i="0" u="none" strike="noStrike" kern="1200" cap="none" spc="0" normalizeH="0" baseline="0" noProof="0" dirty="0">
                    <a:ln>
                      <a:noFill/>
                    </a:ln>
                    <a:solidFill>
                      <a:srgbClr val="000000"/>
                    </a:solidFill>
                    <a:effectLst/>
                    <a:uLnTx/>
                    <a:uFillTx/>
                    <a:latin typeface="Cambria" panose="02040503050406030204"/>
                    <a:ea typeface="+mn-ea"/>
                    <a:cs typeface="+mn-cs"/>
                  </a:rPr>
                  <a:t>  </a:t>
                </a:r>
                <a14:m>
                  <m:oMath xmlns:m="http://schemas.openxmlformats.org/officeDocument/2006/math">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𝐊𝐕𝐋</m:t>
                    </m:r>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sSub>
                          <m:sSubPr>
                            <m:ctrlPr>
                              <a:rPr lang="en-US" i="1">
                                <a:solidFill>
                                  <a:srgbClr val="000000"/>
                                </a:solidFill>
                                <a:latin typeface="Cambria Math" panose="02040503050406030204" pitchFamily="18" charset="0"/>
                                <a:cs typeface="Arial"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a:solidFill>
                                      <a:srgbClr val="000000"/>
                                    </a:solidFill>
                                    <a:latin typeface="Cambria Math" panose="02040503050406030204" pitchFamily="18" charset="0"/>
                                    <a:ea typeface="Cambria Math" panose="02040503050406030204" pitchFamily="18" charset="0"/>
                                  </a:rPr>
                                  <m:t>V</m:t>
                                </m:r>
                              </m:e>
                            </m:acc>
                          </m:e>
                          <m:sub>
                            <m:r>
                              <m:rPr>
                                <m:sty m:val="p"/>
                              </m:rPr>
                              <a:rPr lang="en-US">
                                <a:solidFill>
                                  <a:srgbClr val="000000"/>
                                </a:solidFill>
                                <a:latin typeface="Cambria Math" panose="02040503050406030204" pitchFamily="18" charset="0"/>
                                <a:cs typeface="Arial" charset="0"/>
                              </a:rPr>
                              <m:t>S</m:t>
                            </m:r>
                          </m:sub>
                        </m:sSub>
                      </m:e>
                    </m: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ad>
                      <m:radPr>
                        <m:degHide m:val="o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radPr>
                      <m:deg/>
                      <m:e>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sSub>
                              <m:sSubPr>
                                <m:ctrlPr>
                                  <a:rPr lang="en-US" i="1">
                                    <a:solidFill>
                                      <a:srgbClr val="000000"/>
                                    </a:solidFill>
                                    <a:latin typeface="Cambria Math" panose="02040503050406030204" pitchFamily="18" charset="0"/>
                                    <a:cs typeface="Arial"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a:solidFill>
                                          <a:srgbClr val="000000"/>
                                        </a:solidFill>
                                        <a:latin typeface="Cambria Math" panose="02040503050406030204" pitchFamily="18" charset="0"/>
                                        <a:ea typeface="Cambria Math" panose="02040503050406030204" pitchFamily="18" charset="0"/>
                                      </a:rPr>
                                      <m:t>V</m:t>
                                    </m:r>
                                  </m:e>
                                </m:acc>
                              </m:e>
                              <m:sub>
                                <m:r>
                                  <m:rPr>
                                    <m:sty m:val="p"/>
                                  </m:rPr>
                                  <a:rPr lang="en-US" b="0" i="0" smtClean="0">
                                    <a:solidFill>
                                      <a:srgbClr val="000000"/>
                                    </a:solidFill>
                                    <a:latin typeface="Cambria Math" panose="02040503050406030204" pitchFamily="18" charset="0"/>
                                    <a:ea typeface="Cambria Math" panose="02040503050406030204" pitchFamily="18" charset="0"/>
                                  </a:rPr>
                                  <m:t>R</m:t>
                                </m:r>
                              </m:sub>
                            </m:sSub>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sup>
                        </m:s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sSub>
                              <m:sSubPr>
                                <m:ctrlPr>
                                  <a:rPr lang="en-US" i="1">
                                    <a:solidFill>
                                      <a:srgbClr val="000000"/>
                                    </a:solidFill>
                                    <a:latin typeface="Cambria Math" panose="02040503050406030204" pitchFamily="18" charset="0"/>
                                    <a:cs typeface="Arial" charset="0"/>
                                  </a:rPr>
                                </m:ctrlPr>
                              </m:sSub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a:solidFill>
                                          <a:srgbClr val="000000"/>
                                        </a:solidFill>
                                        <a:latin typeface="Cambria Math" panose="02040503050406030204" pitchFamily="18" charset="0"/>
                                        <a:ea typeface="Cambria Math" panose="02040503050406030204" pitchFamily="18" charset="0"/>
                                      </a:rPr>
                                      <m:t>V</m:t>
                                    </m:r>
                                  </m:e>
                                </m:acc>
                              </m:e>
                              <m:sub>
                                <m:r>
                                  <m:rPr>
                                    <m:sty m:val="p"/>
                                  </m:rPr>
                                  <a:rPr lang="en-US">
                                    <a:solidFill>
                                      <a:srgbClr val="000000"/>
                                    </a:solidFill>
                                    <a:latin typeface="Cambria Math" panose="02040503050406030204" pitchFamily="18" charset="0"/>
                                    <a:ea typeface="Cambria Math" panose="02040503050406030204" pitchFamily="18" charset="0"/>
                                  </a:rPr>
                                  <m:t>L</m:t>
                                </m:r>
                              </m:sub>
                            </m:sSub>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sup>
                        </m:sSup>
                      </m:e>
                    </m:ra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ad>
                      <m:radPr>
                        <m:degHide m:val="o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radPr>
                      <m:deg/>
                      <m:e>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1.66</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e>
                            </m:d>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sup>
                        </m:s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4.71</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e>
                            </m:d>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sup>
                        </m:sSup>
                      </m:e>
                    </m:ra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4.99</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oMath>
                </a14:m>
                <a:endParaRPr kumimoji="0" lang="en-US" sz="1800" b="1"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Cambria" panose="02040503050406030204"/>
                  <a:ea typeface="+mn-ea"/>
                  <a:cs typeface="+mn-cs"/>
                </a:endParaRPr>
              </a:p>
            </p:txBody>
          </p:sp>
        </mc:Choice>
        <mc:Fallback xmlns="">
          <p:sp>
            <p:nvSpPr>
              <p:cNvPr id="7" name="Rectangle 6"/>
              <p:cNvSpPr>
                <a:spLocks noRot="1" noChangeAspect="1" noMove="1" noResize="1" noEditPoints="1" noAdjustHandles="1" noChangeArrowheads="1" noChangeShapeType="1" noTextEdit="1"/>
              </p:cNvSpPr>
              <p:nvPr/>
            </p:nvSpPr>
            <p:spPr>
              <a:xfrm>
                <a:off x="349956" y="590857"/>
                <a:ext cx="11638844" cy="6143926"/>
              </a:xfrm>
              <a:prstGeom prst="rect">
                <a:avLst/>
              </a:prstGeom>
              <a:blipFill>
                <a:blip r:embed="rId2"/>
                <a:stretch>
                  <a:fillRect t="-295"/>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05979F34-0437-480C-9514-711ED5CF69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6676" y="3093375"/>
            <a:ext cx="3725242" cy="3571065"/>
          </a:xfrm>
          <a:prstGeom prst="rect">
            <a:avLst/>
          </a:prstGeom>
        </p:spPr>
      </p:pic>
      <p:sp>
        <p:nvSpPr>
          <p:cNvPr id="23" name="TextBox 22">
            <a:extLst>
              <a:ext uri="{FF2B5EF4-FFF2-40B4-BE49-F238E27FC236}">
                <a16:creationId xmlns:a16="http://schemas.microsoft.com/office/drawing/2014/main" id="{20F1CFD4-CED0-4B2F-AFED-A7A23EC15D72}"/>
              </a:ext>
            </a:extLst>
          </p:cNvPr>
          <p:cNvSpPr txBox="1"/>
          <p:nvPr/>
        </p:nvSpPr>
        <p:spPr>
          <a:xfrm>
            <a:off x="4819235" y="4397739"/>
            <a:ext cx="1704071" cy="830997"/>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mbria" panose="02040503050406030204"/>
                <a:ea typeface="+mn-ea"/>
                <a:cs typeface="+mn-cs"/>
              </a:rPr>
              <a:t>KVL and KCL also apply at each instant of time.</a:t>
            </a:r>
          </a:p>
        </p:txBody>
      </p:sp>
      <p:pic>
        <p:nvPicPr>
          <p:cNvPr id="4" name="Picture 3" descr="Diagram&#10;&#10;Description automatically generated">
            <a:extLst>
              <a:ext uri="{FF2B5EF4-FFF2-40B4-BE49-F238E27FC236}">
                <a16:creationId xmlns:a16="http://schemas.microsoft.com/office/drawing/2014/main" id="{656163E8-7959-ABBC-8F0F-FFC89814AB30}"/>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30047"/>
          <a:stretch/>
        </p:blipFill>
        <p:spPr>
          <a:xfrm>
            <a:off x="9047145" y="644453"/>
            <a:ext cx="2883938" cy="1793947"/>
          </a:xfrm>
          <a:prstGeom prst="rect">
            <a:avLst/>
          </a:prstGeom>
        </p:spPr>
      </p:pic>
      <p:pic>
        <p:nvPicPr>
          <p:cNvPr id="5" name="Picture 4" descr="A diagram of a straight line with arrows and letters&#10;&#10;Description automatically generated with medium confidence">
            <a:extLst>
              <a:ext uri="{FF2B5EF4-FFF2-40B4-BE49-F238E27FC236}">
                <a16:creationId xmlns:a16="http://schemas.microsoft.com/office/drawing/2014/main" id="{75C312CD-DB88-A648-D8EE-9E4034CC42F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90622" y="3283517"/>
            <a:ext cx="4877121" cy="2625896"/>
          </a:xfrm>
          <a:prstGeom prst="rect">
            <a:avLst/>
          </a:prstGeom>
        </p:spPr>
      </p:pic>
      <p:sp>
        <p:nvSpPr>
          <p:cNvPr id="9" name="TextBox 8">
            <a:extLst>
              <a:ext uri="{FF2B5EF4-FFF2-40B4-BE49-F238E27FC236}">
                <a16:creationId xmlns:a16="http://schemas.microsoft.com/office/drawing/2014/main" id="{689F1061-666D-C09E-0688-0C8D176309B1}"/>
              </a:ext>
            </a:extLst>
          </p:cNvPr>
          <p:cNvSpPr txBox="1"/>
          <p:nvPr/>
        </p:nvSpPr>
        <p:spPr>
          <a:xfrm>
            <a:off x="9229182" y="5541167"/>
            <a:ext cx="1592615" cy="369332"/>
          </a:xfrm>
          <a:prstGeom prst="rect">
            <a:avLst/>
          </a:prstGeom>
          <a:noFill/>
        </p:spPr>
        <p:txBody>
          <a:bodyPr wrap="none" rtlCol="0">
            <a:spAutoFit/>
          </a:bodyPr>
          <a:lstStyle/>
          <a:p>
            <a:r>
              <a:rPr lang="en-US" dirty="0">
                <a:solidFill>
                  <a:schemeClr val="bg1"/>
                </a:solidFill>
              </a:rPr>
              <a:t>Poll Questions</a:t>
            </a:r>
          </a:p>
        </p:txBody>
      </p:sp>
    </p:spTree>
    <p:extLst>
      <p:ext uri="{BB962C8B-B14F-4D97-AF65-F5344CB8AC3E}">
        <p14:creationId xmlns:p14="http://schemas.microsoft.com/office/powerpoint/2010/main" val="1272928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 calcmode="lin" valueType="num">
                                      <p:cBhvr additive="base">
                                        <p:cTn id="7"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anim calcmode="lin" valueType="num">
                                      <p:cBhvr additive="base">
                                        <p:cTn id="11"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additive="base">
                                        <p:cTn id="17" dur="500" fill="hold"/>
                                        <p:tgtEl>
                                          <p:spTgt spid="23"/>
                                        </p:tgtEl>
                                        <p:attrNameLst>
                                          <p:attrName>ppt_x</p:attrName>
                                        </p:attrNameLst>
                                      </p:cBhvr>
                                      <p:tavLst>
                                        <p:tav tm="0">
                                          <p:val>
                                            <p:strVal val="#ppt_x"/>
                                          </p:val>
                                        </p:tav>
                                        <p:tav tm="100000">
                                          <p:val>
                                            <p:strVal val="#ppt_x"/>
                                          </p:val>
                                        </p:tav>
                                      </p:tavLst>
                                    </p:anim>
                                    <p:anim calcmode="lin" valueType="num">
                                      <p:cBhvr additive="base">
                                        <p:cTn id="1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ppt_x"/>
                                          </p:val>
                                        </p:tav>
                                        <p:tav tm="100000">
                                          <p:val>
                                            <p:strVal val="#ppt_x"/>
                                          </p:val>
                                        </p:tav>
                                      </p:tavLst>
                                    </p:anim>
                                    <p:anim calcmode="lin" valueType="num">
                                      <p:cBhvr additive="base">
                                        <p:cTn id="2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9"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930877" y="105237"/>
            <a:ext cx="8966464" cy="553998"/>
          </a:xfrm>
        </p:spPr>
        <p:txBody>
          <a:bodyPr/>
          <a:lstStyle/>
          <a:p>
            <a:pPr algn="ctr"/>
            <a:r>
              <a:rPr lang="en-US" sz="4000"/>
              <a:t>ECEN 390 – Electromagnetics Topics</a:t>
            </a:r>
          </a:p>
        </p:txBody>
      </p:sp>
      <p:sp>
        <p:nvSpPr>
          <p:cNvPr id="4" name="Title 6"/>
          <p:cNvSpPr txBox="1">
            <a:spLocks/>
          </p:cNvSpPr>
          <p:nvPr/>
        </p:nvSpPr>
        <p:spPr>
          <a:xfrm>
            <a:off x="4448874" y="1002781"/>
            <a:ext cx="1212094" cy="423219"/>
          </a:xfrm>
          <a:prstGeom prst="rect">
            <a:avLst/>
          </a:prstGeom>
          <a:solidFill>
            <a:srgbClr val="FFFF00"/>
          </a:solidFill>
          <a:ln w="25400" cap="flat" cmpd="sng" algn="ctr">
            <a:solidFill>
              <a:sysClr val="windowText" lastClr="000000"/>
            </a:solidFill>
            <a:prstDash val="solid"/>
          </a:ln>
          <a:effec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Waves and Phasors  </a:t>
            </a:r>
          </a:p>
        </p:txBody>
      </p:sp>
      <p:sp>
        <p:nvSpPr>
          <p:cNvPr id="5" name="Title 6"/>
          <p:cNvSpPr txBox="1">
            <a:spLocks/>
          </p:cNvSpPr>
          <p:nvPr/>
        </p:nvSpPr>
        <p:spPr>
          <a:xfrm>
            <a:off x="4448873" y="2461285"/>
            <a:ext cx="1212095" cy="333632"/>
          </a:xfrm>
          <a:prstGeom prst="rect">
            <a:avLst/>
          </a:prstGeom>
          <a:solidFill>
            <a:sysClr val="window" lastClr="FFFFFF"/>
          </a:solidFill>
          <a:ln w="25400" cap="flat" cmpd="sng" algn="ctr">
            <a:solidFill>
              <a:sysClr val="windowText" lastClr="000000"/>
            </a:solidFill>
            <a:prstDash val="solid"/>
          </a:ln>
          <a:effectLst/>
        </p:spPr>
        <p:txBody>
          <a:bodyPr vert="horz" lIns="68580" tIns="34290" rIns="68580" bIns="3429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Electrostatics</a:t>
            </a:r>
          </a:p>
        </p:txBody>
      </p:sp>
      <p:cxnSp>
        <p:nvCxnSpPr>
          <p:cNvPr id="19" name="Straight Arrow Connector 18"/>
          <p:cNvCxnSpPr>
            <a:stCxn id="34" idx="2"/>
          </p:cNvCxnSpPr>
          <p:nvPr/>
        </p:nvCxnSpPr>
        <p:spPr>
          <a:xfrm>
            <a:off x="6981689" y="2145420"/>
            <a:ext cx="3469" cy="1257326"/>
          </a:xfrm>
          <a:prstGeom prst="straightConnector1">
            <a:avLst/>
          </a:prstGeom>
          <a:noFill/>
          <a:ln w="38100" cap="flat" cmpd="sng" algn="ctr">
            <a:solidFill>
              <a:sysClr val="windowText" lastClr="000000"/>
            </a:solidFill>
            <a:prstDash val="dash"/>
            <a:tailEnd type="triangle"/>
          </a:ln>
          <a:effectLst>
            <a:outerShdw blurRad="40000" dist="23000" dir="5400000" rotWithShape="0">
              <a:srgbClr val="000000">
                <a:alpha val="35000"/>
              </a:srgbClr>
            </a:outerShdw>
          </a:effectLst>
        </p:spPr>
      </p:cxnSp>
      <p:cxnSp>
        <p:nvCxnSpPr>
          <p:cNvPr id="20" name="Straight Arrow Connector 19"/>
          <p:cNvCxnSpPr/>
          <p:nvPr/>
        </p:nvCxnSpPr>
        <p:spPr>
          <a:xfrm flipH="1">
            <a:off x="5656205" y="4665794"/>
            <a:ext cx="1328953" cy="4763"/>
          </a:xfrm>
          <a:prstGeom prst="straightConnector1">
            <a:avLst/>
          </a:prstGeom>
          <a:noFill/>
          <a:ln w="38100" cap="flat" cmpd="sng" algn="ctr">
            <a:solidFill>
              <a:sysClr val="windowText" lastClr="000000"/>
            </a:solidFill>
            <a:prstDash val="dash"/>
            <a:tailEnd type="triangle"/>
          </a:ln>
          <a:effectLst>
            <a:outerShdw blurRad="40000" dist="23000" dir="5400000" rotWithShape="0">
              <a:srgbClr val="000000">
                <a:alpha val="35000"/>
              </a:srgbClr>
            </a:outerShdw>
          </a:effectLst>
        </p:spPr>
      </p:cxnSp>
      <p:cxnSp>
        <p:nvCxnSpPr>
          <p:cNvPr id="22" name="Straight Arrow Connector 21"/>
          <p:cNvCxnSpPr>
            <a:endCxn id="4" idx="3"/>
          </p:cNvCxnSpPr>
          <p:nvPr/>
        </p:nvCxnSpPr>
        <p:spPr>
          <a:xfrm flipH="1">
            <a:off x="5660968" y="1214390"/>
            <a:ext cx="712748" cy="1"/>
          </a:xfrm>
          <a:prstGeom prst="straightConnector1">
            <a:avLst/>
          </a:prstGeom>
          <a:noFill/>
          <a:ln w="38100" cap="flat" cmpd="sng" algn="ctr">
            <a:solidFill>
              <a:sysClr val="windowText" lastClr="000000"/>
            </a:solidFill>
            <a:prstDash val="solid"/>
            <a:headEnd type="triangle"/>
            <a:tailEnd type="none"/>
          </a:ln>
          <a:effectLst>
            <a:outerShdw blurRad="40000" dist="23000" dir="5400000" rotWithShape="0">
              <a:srgbClr val="000000">
                <a:alpha val="35000"/>
              </a:srgbClr>
            </a:outerShdw>
          </a:effectLst>
        </p:spPr>
      </p:cxnSp>
      <p:sp>
        <p:nvSpPr>
          <p:cNvPr id="34" name="Title 6"/>
          <p:cNvSpPr txBox="1">
            <a:spLocks/>
          </p:cNvSpPr>
          <p:nvPr/>
        </p:nvSpPr>
        <p:spPr>
          <a:xfrm>
            <a:off x="6365478" y="953822"/>
            <a:ext cx="1232421" cy="1191598"/>
          </a:xfrm>
          <a:prstGeom prst="rect">
            <a:avLst/>
          </a:prstGeom>
          <a:solidFill>
            <a:sysClr val="window" lastClr="FFFFFF"/>
          </a:solidFill>
          <a:ln w="25400" cap="flat" cmpd="sng" algn="ctr">
            <a:solidFill>
              <a:sysClr val="windowText" lastClr="000000"/>
            </a:solidFill>
            <a:prstDash val="solid"/>
          </a:ln>
          <a:effec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Transmission Lines  </a:t>
            </a:r>
          </a:p>
        </p:txBody>
      </p:sp>
      <p:sp>
        <p:nvSpPr>
          <p:cNvPr id="35" name="Title 6"/>
          <p:cNvSpPr txBox="1">
            <a:spLocks/>
          </p:cNvSpPr>
          <p:nvPr/>
        </p:nvSpPr>
        <p:spPr>
          <a:xfrm>
            <a:off x="4448873" y="1722201"/>
            <a:ext cx="1212095" cy="423219"/>
          </a:xfrm>
          <a:prstGeom prst="rect">
            <a:avLst/>
          </a:prstGeom>
          <a:solidFill>
            <a:sysClr val="window" lastClr="FFFFFF"/>
          </a:solidFill>
          <a:ln w="25400" cap="flat" cmpd="sng" algn="ctr">
            <a:solidFill>
              <a:sysClr val="windowText" lastClr="000000"/>
            </a:solidFill>
            <a:prstDash val="solid"/>
          </a:ln>
          <a:effec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Vector Calculus</a:t>
            </a:r>
          </a:p>
        </p:txBody>
      </p:sp>
      <p:sp>
        <p:nvSpPr>
          <p:cNvPr id="36" name="Title 6"/>
          <p:cNvSpPr txBox="1">
            <a:spLocks/>
          </p:cNvSpPr>
          <p:nvPr/>
        </p:nvSpPr>
        <p:spPr>
          <a:xfrm>
            <a:off x="4448873" y="3076148"/>
            <a:ext cx="1212095" cy="333632"/>
          </a:xfrm>
          <a:prstGeom prst="rect">
            <a:avLst/>
          </a:prstGeom>
          <a:solidFill>
            <a:sysClr val="window" lastClr="FFFFFF"/>
          </a:solidFill>
          <a:ln w="25400" cap="flat" cmpd="sng" algn="ctr">
            <a:solidFill>
              <a:sysClr val="windowText" lastClr="000000"/>
            </a:solidFill>
            <a:prstDash val="solid"/>
          </a:ln>
          <a:effectLst/>
        </p:spPr>
        <p:txBody>
          <a:bodyPr vert="horz" lIns="68580" tIns="34290" rIns="68580" bIns="3429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Magnetostatics</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7" name="Title 6"/>
          <p:cNvSpPr txBox="1">
            <a:spLocks/>
          </p:cNvSpPr>
          <p:nvPr/>
        </p:nvSpPr>
        <p:spPr>
          <a:xfrm>
            <a:off x="4448874" y="3711745"/>
            <a:ext cx="1212094" cy="423219"/>
          </a:xfrm>
          <a:prstGeom prst="rect">
            <a:avLst/>
          </a:prstGeom>
          <a:solidFill>
            <a:sysClr val="window" lastClr="FFFFFF"/>
          </a:solidFill>
          <a:ln w="25400" cap="flat" cmpd="sng" algn="ctr">
            <a:solidFill>
              <a:sysClr val="windowText" lastClr="000000"/>
            </a:solidFill>
            <a:prstDash val="solid"/>
          </a:ln>
          <a:effec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Time Varying Fields   </a:t>
            </a:r>
          </a:p>
        </p:txBody>
      </p:sp>
      <p:sp>
        <p:nvSpPr>
          <p:cNvPr id="38" name="Title 6"/>
          <p:cNvSpPr txBox="1">
            <a:spLocks/>
          </p:cNvSpPr>
          <p:nvPr/>
        </p:nvSpPr>
        <p:spPr>
          <a:xfrm>
            <a:off x="4448874" y="4454185"/>
            <a:ext cx="1212094" cy="423219"/>
          </a:xfrm>
          <a:prstGeom prst="rect">
            <a:avLst/>
          </a:prstGeom>
          <a:solidFill>
            <a:sysClr val="window" lastClr="FFFFFF"/>
          </a:solidFill>
          <a:ln w="25400" cap="flat" cmpd="sng" algn="ctr">
            <a:solidFill>
              <a:sysClr val="windowText" lastClr="000000"/>
            </a:solidFill>
            <a:prstDash val="solid"/>
          </a:ln>
          <a:effec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Plane Wave Propagation   </a:t>
            </a:r>
          </a:p>
        </p:txBody>
      </p:sp>
      <p:sp>
        <p:nvSpPr>
          <p:cNvPr id="39" name="Title 6"/>
          <p:cNvSpPr txBox="1">
            <a:spLocks/>
          </p:cNvSpPr>
          <p:nvPr/>
        </p:nvSpPr>
        <p:spPr>
          <a:xfrm>
            <a:off x="4448873" y="5206151"/>
            <a:ext cx="1212094" cy="423219"/>
          </a:xfrm>
          <a:prstGeom prst="rect">
            <a:avLst/>
          </a:prstGeom>
          <a:solidFill>
            <a:sysClr val="window" lastClr="FFFFFF"/>
          </a:solidFill>
          <a:ln w="25400" cap="flat" cmpd="sng" algn="ctr">
            <a:solidFill>
              <a:sysClr val="windowText" lastClr="000000"/>
            </a:solidFill>
            <a:prstDash val="solid"/>
          </a:ln>
          <a:effec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Radiation and Antennas   </a:t>
            </a:r>
          </a:p>
        </p:txBody>
      </p:sp>
      <p:cxnSp>
        <p:nvCxnSpPr>
          <p:cNvPr id="45" name="Straight Arrow Connector 44"/>
          <p:cNvCxnSpPr/>
          <p:nvPr/>
        </p:nvCxnSpPr>
        <p:spPr>
          <a:xfrm flipH="1">
            <a:off x="5054920" y="2150183"/>
            <a:ext cx="1" cy="315865"/>
          </a:xfrm>
          <a:prstGeom prst="straightConnector1">
            <a:avLst/>
          </a:prstGeom>
          <a:noFill/>
          <a:ln w="38100" cap="flat" cmpd="sng" algn="ctr">
            <a:solidFill>
              <a:sysClr val="windowText" lastClr="000000"/>
            </a:solidFill>
            <a:prstDash val="solid"/>
            <a:tailEnd type="triangle"/>
          </a:ln>
          <a:effectLst>
            <a:outerShdw blurRad="40000" dist="23000" dir="5400000" rotWithShape="0">
              <a:srgbClr val="000000">
                <a:alpha val="35000"/>
              </a:srgbClr>
            </a:outerShdw>
          </a:effectLst>
        </p:spPr>
      </p:cxnSp>
      <p:cxnSp>
        <p:nvCxnSpPr>
          <p:cNvPr id="47" name="Straight Arrow Connector 46"/>
          <p:cNvCxnSpPr>
            <a:stCxn id="5" idx="2"/>
            <a:endCxn id="36" idx="0"/>
          </p:cNvCxnSpPr>
          <p:nvPr/>
        </p:nvCxnSpPr>
        <p:spPr>
          <a:xfrm>
            <a:off x="5054921" y="2794917"/>
            <a:ext cx="0" cy="281231"/>
          </a:xfrm>
          <a:prstGeom prst="straightConnector1">
            <a:avLst/>
          </a:prstGeom>
          <a:noFill/>
          <a:ln w="38100" cap="flat" cmpd="sng" algn="ctr">
            <a:solidFill>
              <a:sysClr val="windowText" lastClr="000000"/>
            </a:solidFill>
            <a:prstDash val="solid"/>
            <a:tailEnd type="triangle"/>
          </a:ln>
          <a:effectLst>
            <a:outerShdw blurRad="40000" dist="23000" dir="5400000" rotWithShape="0">
              <a:srgbClr val="000000">
                <a:alpha val="35000"/>
              </a:srgbClr>
            </a:outerShdw>
          </a:effectLst>
        </p:spPr>
      </p:cxnSp>
      <p:cxnSp>
        <p:nvCxnSpPr>
          <p:cNvPr id="48" name="Straight Arrow Connector 47"/>
          <p:cNvCxnSpPr/>
          <p:nvPr/>
        </p:nvCxnSpPr>
        <p:spPr>
          <a:xfrm flipH="1">
            <a:off x="5054914" y="3402746"/>
            <a:ext cx="1" cy="315865"/>
          </a:xfrm>
          <a:prstGeom prst="straightConnector1">
            <a:avLst/>
          </a:prstGeom>
          <a:noFill/>
          <a:ln w="38100" cap="flat" cmpd="sng" algn="ctr">
            <a:solidFill>
              <a:sysClr val="windowText" lastClr="000000"/>
            </a:solidFill>
            <a:prstDash val="solid"/>
            <a:tailEnd type="triangle"/>
          </a:ln>
          <a:effectLst>
            <a:outerShdw blurRad="40000" dist="23000" dir="5400000" rotWithShape="0">
              <a:srgbClr val="000000">
                <a:alpha val="35000"/>
              </a:srgbClr>
            </a:outerShdw>
          </a:effectLst>
        </p:spPr>
      </p:cxnSp>
      <p:cxnSp>
        <p:nvCxnSpPr>
          <p:cNvPr id="55" name="Straight Arrow Connector 54"/>
          <p:cNvCxnSpPr/>
          <p:nvPr/>
        </p:nvCxnSpPr>
        <p:spPr>
          <a:xfrm flipH="1">
            <a:off x="5050151" y="4141264"/>
            <a:ext cx="1" cy="315865"/>
          </a:xfrm>
          <a:prstGeom prst="straightConnector1">
            <a:avLst/>
          </a:prstGeom>
          <a:noFill/>
          <a:ln w="38100" cap="flat" cmpd="sng" algn="ctr">
            <a:solidFill>
              <a:sysClr val="windowText" lastClr="000000"/>
            </a:solidFill>
            <a:prstDash val="solid"/>
            <a:tailEnd type="triangle"/>
          </a:ln>
          <a:effectLst>
            <a:outerShdw blurRad="40000" dist="23000" dir="5400000" rotWithShape="0">
              <a:srgbClr val="000000">
                <a:alpha val="35000"/>
              </a:srgbClr>
            </a:outerShdw>
          </a:effectLst>
        </p:spPr>
      </p:cxnSp>
      <p:cxnSp>
        <p:nvCxnSpPr>
          <p:cNvPr id="69" name="Straight Arrow Connector 68"/>
          <p:cNvCxnSpPr/>
          <p:nvPr/>
        </p:nvCxnSpPr>
        <p:spPr>
          <a:xfrm flipH="1">
            <a:off x="6985158" y="2977889"/>
            <a:ext cx="2382" cy="1706253"/>
          </a:xfrm>
          <a:prstGeom prst="straightConnector1">
            <a:avLst/>
          </a:prstGeom>
          <a:noFill/>
          <a:ln w="38100" cap="flat" cmpd="sng" algn="ctr">
            <a:solidFill>
              <a:sysClr val="windowText" lastClr="000000"/>
            </a:solidFill>
            <a:prstDash val="dash"/>
            <a:tailEnd type="none"/>
          </a:ln>
          <a:effectLst>
            <a:outerShdw blurRad="40000" dist="23000" dir="5400000" rotWithShape="0">
              <a:srgbClr val="000000">
                <a:alpha val="35000"/>
              </a:srgbClr>
            </a:outerShdw>
          </a:effectLst>
        </p:spPr>
      </p:cxnSp>
      <p:cxnSp>
        <p:nvCxnSpPr>
          <p:cNvPr id="78" name="Straight Arrow Connector 77"/>
          <p:cNvCxnSpPr/>
          <p:nvPr/>
        </p:nvCxnSpPr>
        <p:spPr>
          <a:xfrm flipH="1">
            <a:off x="5054914" y="4888608"/>
            <a:ext cx="1" cy="315865"/>
          </a:xfrm>
          <a:prstGeom prst="straightConnector1">
            <a:avLst/>
          </a:prstGeom>
          <a:noFill/>
          <a:ln w="38100" cap="flat" cmpd="sng" algn="ctr">
            <a:solidFill>
              <a:sysClr val="windowText" lastClr="000000"/>
            </a:solidFill>
            <a:prstDash val="solid"/>
            <a:tailEnd type="triangle"/>
          </a:ln>
          <a:effectLst>
            <a:outerShdw blurRad="40000" dist="23000" dir="5400000" rotWithShape="0">
              <a:srgbClr val="000000">
                <a:alpha val="35000"/>
              </a:srgbClr>
            </a:outerShdw>
          </a:effectLst>
        </p:spPr>
      </p:cxnSp>
      <p:sp>
        <p:nvSpPr>
          <p:cNvPr id="23" name="Title 6">
            <a:extLst>
              <a:ext uri="{FF2B5EF4-FFF2-40B4-BE49-F238E27FC236}">
                <a16:creationId xmlns:a16="http://schemas.microsoft.com/office/drawing/2014/main" id="{A1FC05AF-D4EC-42B6-8A05-AD04E156CF59}"/>
              </a:ext>
            </a:extLst>
          </p:cNvPr>
          <p:cNvSpPr txBox="1">
            <a:spLocks/>
          </p:cNvSpPr>
          <p:nvPr/>
        </p:nvSpPr>
        <p:spPr>
          <a:xfrm>
            <a:off x="4420037" y="5943440"/>
            <a:ext cx="1328952" cy="576391"/>
          </a:xfrm>
          <a:prstGeom prst="rect">
            <a:avLst/>
          </a:prstGeom>
          <a:solidFill>
            <a:sysClr val="window" lastClr="FFFFFF"/>
          </a:solidFill>
          <a:ln w="25400" cap="flat" cmpd="sng" algn="ctr">
            <a:solidFill>
              <a:sysClr val="windowText" lastClr="000000"/>
            </a:solidFill>
            <a:prstDash val="solid"/>
          </a:ln>
          <a:effec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Satellite Comm. Radar, EMC   </a:t>
            </a:r>
          </a:p>
        </p:txBody>
      </p:sp>
      <p:cxnSp>
        <p:nvCxnSpPr>
          <p:cNvPr id="24" name="Straight Arrow Connector 23">
            <a:extLst>
              <a:ext uri="{FF2B5EF4-FFF2-40B4-BE49-F238E27FC236}">
                <a16:creationId xmlns:a16="http://schemas.microsoft.com/office/drawing/2014/main" id="{A0C36F1E-C972-40AE-B0E4-F71ACD009063}"/>
              </a:ext>
            </a:extLst>
          </p:cNvPr>
          <p:cNvCxnSpPr/>
          <p:nvPr/>
        </p:nvCxnSpPr>
        <p:spPr>
          <a:xfrm flipH="1">
            <a:off x="5075506" y="5625894"/>
            <a:ext cx="1" cy="315865"/>
          </a:xfrm>
          <a:prstGeom prst="straightConnector1">
            <a:avLst/>
          </a:prstGeom>
          <a:noFill/>
          <a:ln w="38100" cap="flat" cmpd="sng" algn="ctr">
            <a:solidFill>
              <a:sysClr val="windowText" lastClr="000000"/>
            </a:solidFill>
            <a:prstDash val="solid"/>
            <a:tailEnd type="triangle"/>
          </a:ln>
          <a:effectLst>
            <a:outerShdw blurRad="40000" dist="23000" dir="5400000" rotWithShape="0">
              <a:srgbClr val="000000">
                <a:alpha val="35000"/>
              </a:srgbClr>
            </a:outerShdw>
          </a:effectLst>
        </p:spPr>
      </p:cxnSp>
      <p:cxnSp>
        <p:nvCxnSpPr>
          <p:cNvPr id="3" name="Straight Arrow Connector 2">
            <a:extLst>
              <a:ext uri="{FF2B5EF4-FFF2-40B4-BE49-F238E27FC236}">
                <a16:creationId xmlns:a16="http://schemas.microsoft.com/office/drawing/2014/main" id="{3A16D425-8336-C913-1AA9-19B49A1DC811}"/>
              </a:ext>
            </a:extLst>
          </p:cNvPr>
          <p:cNvCxnSpPr>
            <a:cxnSpLocks/>
          </p:cNvCxnSpPr>
          <p:nvPr/>
        </p:nvCxnSpPr>
        <p:spPr>
          <a:xfrm>
            <a:off x="5648640" y="1925817"/>
            <a:ext cx="725076" cy="0"/>
          </a:xfrm>
          <a:prstGeom prst="straightConnector1">
            <a:avLst/>
          </a:prstGeom>
          <a:noFill/>
          <a:ln w="38100" cap="flat" cmpd="sng" algn="ctr">
            <a:solidFill>
              <a:sysClr val="windowText" lastClr="000000"/>
            </a:solidFill>
            <a:prstDash val="solid"/>
            <a:headEnd type="triangle"/>
            <a:tailEnd type="none"/>
          </a:ln>
          <a:effectLst>
            <a:outerShdw blurRad="40000" dist="23000" dir="5400000" rotWithShape="0">
              <a:srgbClr val="000000">
                <a:alpha val="35000"/>
              </a:srgbClr>
            </a:outerShdw>
          </a:effectLst>
        </p:spPr>
      </p:cxnSp>
    </p:spTree>
    <p:extLst>
      <p:ext uri="{BB962C8B-B14F-4D97-AF65-F5344CB8AC3E}">
        <p14:creationId xmlns:p14="http://schemas.microsoft.com/office/powerpoint/2010/main" val="1158954748"/>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819136" y="2876427"/>
            <a:ext cx="2158313" cy="904741"/>
          </a:xfrm>
        </p:spPr>
        <p:txBody>
          <a:bodyPr/>
          <a:lstStyle/>
          <a:p>
            <a:r>
              <a:rPr lang="en-US" sz="6000"/>
              <a:t>Extra</a:t>
            </a:r>
          </a:p>
        </p:txBody>
      </p:sp>
    </p:spTree>
    <p:extLst>
      <p:ext uri="{BB962C8B-B14F-4D97-AF65-F5344CB8AC3E}">
        <p14:creationId xmlns:p14="http://schemas.microsoft.com/office/powerpoint/2010/main" val="110229496"/>
      </p:ext>
    </p:extLst>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2397210" y="0"/>
            <a:ext cx="6698390" cy="553998"/>
          </a:xfrm>
        </p:spPr>
        <p:txBody>
          <a:bodyPr/>
          <a:lstStyle/>
          <a:p>
            <a:pPr algn="ctr"/>
            <a:r>
              <a:rPr lang="en-US" sz="4000"/>
              <a:t>Phase Shift of a Sine Wave</a:t>
            </a:r>
          </a:p>
        </p:txBody>
      </p:sp>
      <mc:AlternateContent xmlns:mc="http://schemas.openxmlformats.org/markup-compatibility/2006" xmlns:a14="http://schemas.microsoft.com/office/drawing/2010/main">
        <mc:Choice Requires="a14">
          <p:sp>
            <p:nvSpPr>
              <p:cNvPr id="7" name="Rectangle 6"/>
              <p:cNvSpPr/>
              <p:nvPr/>
            </p:nvSpPr>
            <p:spPr>
              <a:xfrm>
                <a:off x="510745" y="1054352"/>
                <a:ext cx="11244650" cy="553997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a:spcAft>
                    <a:spcPts val="1200"/>
                  </a:spcAft>
                  <a:buFont typeface="Arial" panose="020B0604020202020204" pitchFamily="34" charset="0"/>
                  <a:buChar char="•"/>
                </a:pPr>
                <a14:m>
                  <m:oMath xmlns:m="http://schemas.openxmlformats.org/officeDocument/2006/math">
                    <m:r>
                      <m:rPr>
                        <m:sty m:val="p"/>
                      </m:rPr>
                      <a:rPr lang="en-US" smtClean="0">
                        <a:latin typeface="Cambria Math" panose="02040503050406030204" pitchFamily="18" charset="0"/>
                      </a:rPr>
                      <m:t>y</m:t>
                    </m:r>
                    <m:r>
                      <a:rPr lang="en-US" b="0" i="0" smtClean="0">
                        <a:latin typeface="Cambria Math" panose="02040503050406030204" pitchFamily="18" charset="0"/>
                      </a:rPr>
                      <m:t>1</m:t>
                    </m:r>
                    <m:d>
                      <m:dPr>
                        <m:ctrlPr>
                          <a:rPr lang="en-US" i="1">
                            <a:latin typeface="Cambria Math" panose="02040503050406030204" pitchFamily="18" charset="0"/>
                          </a:rPr>
                        </m:ctrlPr>
                      </m:dPr>
                      <m:e>
                        <m:r>
                          <m:rPr>
                            <m:sty m:val="p"/>
                          </m:rPr>
                          <a:rPr lang="en-US" b="0" i="0" smtClean="0">
                            <a:latin typeface="Cambria Math" panose="02040503050406030204" pitchFamily="18" charset="0"/>
                          </a:rPr>
                          <m:t>x</m:t>
                        </m:r>
                      </m:e>
                    </m:d>
                    <m:r>
                      <a:rPr lang="en-US">
                        <a:latin typeface="Cambria Math" panose="02040503050406030204" pitchFamily="18" charset="0"/>
                      </a:rPr>
                      <m:t>=</m:t>
                    </m:r>
                    <m:r>
                      <m:rPr>
                        <m:sty m:val="p"/>
                      </m:rPr>
                      <a:rPr lang="en-US">
                        <a:latin typeface="Cambria Math" panose="02040503050406030204" pitchFamily="18" charset="0"/>
                      </a:rPr>
                      <m:t>sin</m:t>
                    </m:r>
                    <m:d>
                      <m:dPr>
                        <m:ctrlPr>
                          <a:rPr lang="en-US" i="1">
                            <a:latin typeface="Cambria Math" panose="02040503050406030204" pitchFamily="18" charset="0"/>
                          </a:rPr>
                        </m:ctrlPr>
                      </m:dPr>
                      <m:e>
                        <m:r>
                          <m:rPr>
                            <m:sty m:val="p"/>
                          </m:rPr>
                          <a:rPr lang="en-US" b="0" i="0" smtClean="0">
                            <a:latin typeface="Cambria Math" panose="02040503050406030204" pitchFamily="18" charset="0"/>
                          </a:rPr>
                          <m:t>x</m:t>
                        </m:r>
                      </m:e>
                    </m:d>
                    <m:r>
                      <a:rPr lang="en-US">
                        <a:latin typeface="Cambria Math" panose="02040503050406030204" pitchFamily="18" charset="0"/>
                      </a:rPr>
                      <m:t>.    </m:t>
                    </m:r>
                    <m:r>
                      <m:rPr>
                        <m:sty m:val="p"/>
                      </m:rPr>
                      <a:rPr lang="en-US" b="0" i="0" smtClean="0">
                        <a:latin typeface="Cambria Math" panose="02040503050406030204" pitchFamily="18" charset="0"/>
                      </a:rPr>
                      <m:t>sin</m:t>
                    </m:r>
                    <m:d>
                      <m:dPr>
                        <m:ctrlPr>
                          <a:rPr lang="en-US" b="0" i="1" smtClean="0">
                            <a:latin typeface="Cambria Math" panose="02040503050406030204" pitchFamily="18" charset="0"/>
                          </a:rPr>
                        </m:ctrlPr>
                      </m:dPr>
                      <m:e>
                        <m:r>
                          <a:rPr lang="en-US" b="0" i="0" smtClean="0">
                            <a:latin typeface="Cambria Math" panose="02040503050406030204" pitchFamily="18" charset="0"/>
                          </a:rPr>
                          <m:t>0</m:t>
                        </m:r>
                      </m:e>
                    </m:d>
                    <m:r>
                      <a:rPr lang="en-US" b="0" i="0" smtClean="0">
                        <a:latin typeface="Cambria Math" panose="02040503050406030204" pitchFamily="18" charset="0"/>
                      </a:rPr>
                      <m:t>=0.  </m:t>
                    </m:r>
                  </m:oMath>
                </a14:m>
                <a:endParaRPr lang="en-US" b="0" i="0"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m:rPr>
                          <m:sty m:val="p"/>
                        </m:rPr>
                        <a:rPr lang="en-US" b="0" i="0" smtClean="0">
                          <a:latin typeface="Cambria Math" panose="02040503050406030204" pitchFamily="18" charset="0"/>
                        </a:rPr>
                        <m:t>Zero</m:t>
                      </m:r>
                      <m:r>
                        <a:rPr lang="en-US" b="0" i="0" smtClean="0">
                          <a:latin typeface="Cambria Math" panose="02040503050406030204" pitchFamily="18" charset="0"/>
                        </a:rPr>
                        <m:t> </m:t>
                      </m:r>
                      <m:r>
                        <m:rPr>
                          <m:sty m:val="p"/>
                        </m:rPr>
                        <a:rPr lang="en-US" b="0" i="0" smtClean="0">
                          <a:latin typeface="Cambria Math" panose="02040503050406030204" pitchFamily="18" charset="0"/>
                        </a:rPr>
                        <m:t>crossing</m:t>
                      </m:r>
                      <m:r>
                        <a:rPr lang="en-US" b="0" i="0" smtClean="0">
                          <a:latin typeface="Cambria Math" panose="02040503050406030204" pitchFamily="18" charset="0"/>
                        </a:rPr>
                        <m:t> </m:t>
                      </m:r>
                      <m:r>
                        <m:rPr>
                          <m:sty m:val="p"/>
                        </m:rPr>
                        <a:rPr lang="en-US" b="0" i="0" smtClean="0">
                          <a:latin typeface="Cambria Math" panose="02040503050406030204" pitchFamily="18" charset="0"/>
                        </a:rPr>
                        <m:t>occurs</m:t>
                      </m:r>
                      <m:r>
                        <a:rPr lang="en-US" b="0" i="0" smtClean="0">
                          <a:latin typeface="Cambria Math" panose="02040503050406030204" pitchFamily="18" charset="0"/>
                        </a:rPr>
                        <m:t> </m:t>
                      </m:r>
                      <m:r>
                        <m:rPr>
                          <m:sty m:val="p"/>
                        </m:rPr>
                        <a:rPr lang="en-US" b="0" i="0" smtClean="0">
                          <a:latin typeface="Cambria Math" panose="02040503050406030204" pitchFamily="18" charset="0"/>
                        </a:rPr>
                        <m:t>for</m:t>
                      </m:r>
                      <m:r>
                        <a:rPr lang="en-US" b="0" i="0" smtClean="0">
                          <a:latin typeface="Cambria Math" panose="02040503050406030204" pitchFamily="18" charset="0"/>
                        </a:rPr>
                        <m:t> </m:t>
                      </m:r>
                      <m:r>
                        <m:rPr>
                          <m:sty m:val="p"/>
                        </m:rPr>
                        <a:rPr lang="en-US" b="0" i="0" smtClean="0">
                          <a:latin typeface="Cambria Math" panose="02040503050406030204" pitchFamily="18" charset="0"/>
                        </a:rPr>
                        <m:t>argument</m:t>
                      </m:r>
                      <m:r>
                        <a:rPr lang="en-US" b="0" i="0" smtClean="0">
                          <a:latin typeface="Cambria Math" panose="02040503050406030204" pitchFamily="18" charset="0"/>
                        </a:rPr>
                        <m:t> </m:t>
                      </m:r>
                      <m:r>
                        <m:rPr>
                          <m:sty m:val="p"/>
                        </m:rPr>
                        <a:rPr lang="en-US" b="0" i="0" smtClean="0">
                          <a:latin typeface="Cambria Math" panose="02040503050406030204" pitchFamily="18" charset="0"/>
                        </a:rPr>
                        <m:t>x</m:t>
                      </m:r>
                      <m:r>
                        <a:rPr lang="en-US" b="0" i="0" smtClean="0">
                          <a:latin typeface="Cambria Math" panose="02040503050406030204" pitchFamily="18" charset="0"/>
                        </a:rPr>
                        <m:t>=0.      </m:t>
                      </m:r>
                    </m:oMath>
                  </m:oMathPara>
                </a14:m>
                <a:endParaRPr lang="en-US" dirty="0"/>
              </a:p>
              <a:p>
                <a:pPr marL="285750" indent="-285750">
                  <a:buFont typeface="Arial" panose="020B0604020202020204" pitchFamily="34" charset="0"/>
                  <a:buChar char="•"/>
                </a:pPr>
                <a:endParaRPr lang="en-US" dirty="0"/>
              </a:p>
              <a:p>
                <a:pPr marL="285750" indent="-285750">
                  <a:spcAft>
                    <a:spcPts val="1200"/>
                  </a:spcAft>
                  <a:buFont typeface="Arial" panose="020B0604020202020204" pitchFamily="34" charset="0"/>
                  <a:buChar char="•"/>
                </a:pPr>
                <a14:m>
                  <m:oMath xmlns:m="http://schemas.openxmlformats.org/officeDocument/2006/math">
                    <m:r>
                      <m:rPr>
                        <m:sty m:val="p"/>
                      </m:rPr>
                      <a:rPr lang="en-US">
                        <a:latin typeface="Cambria Math" panose="02040503050406030204" pitchFamily="18" charset="0"/>
                      </a:rPr>
                      <m:t>y</m:t>
                    </m:r>
                    <m:r>
                      <a:rPr lang="en-US" b="0" i="1" smtClean="0">
                        <a:latin typeface="Cambria Math" panose="02040503050406030204" pitchFamily="18" charset="0"/>
                      </a:rPr>
                      <m:t>2</m:t>
                    </m:r>
                    <m:d>
                      <m:dPr>
                        <m:ctrlPr>
                          <a:rPr lang="en-US" i="1">
                            <a:latin typeface="Cambria Math" panose="02040503050406030204" pitchFamily="18" charset="0"/>
                          </a:rPr>
                        </m:ctrlPr>
                      </m:dPr>
                      <m:e>
                        <m:r>
                          <m:rPr>
                            <m:sty m:val="p"/>
                          </m:rPr>
                          <a:rPr lang="en-US">
                            <a:latin typeface="Cambria Math" panose="02040503050406030204" pitchFamily="18" charset="0"/>
                          </a:rPr>
                          <m:t>x</m:t>
                        </m:r>
                      </m:e>
                    </m:d>
                    <m:r>
                      <a:rPr lang="en-US">
                        <a:latin typeface="Cambria Math" panose="02040503050406030204" pitchFamily="18" charset="0"/>
                      </a:rPr>
                      <m:t>=</m:t>
                    </m:r>
                    <m:r>
                      <m:rPr>
                        <m:sty m:val="p"/>
                      </m:rPr>
                      <a:rPr lang="en-US">
                        <a:latin typeface="Cambria Math" panose="02040503050406030204" pitchFamily="18" charset="0"/>
                      </a:rPr>
                      <m:t>sin</m:t>
                    </m:r>
                    <m:d>
                      <m:dPr>
                        <m:ctrlPr>
                          <a:rPr lang="en-US" i="1">
                            <a:latin typeface="Cambria Math" panose="02040503050406030204" pitchFamily="18" charset="0"/>
                          </a:rPr>
                        </m:ctrlPr>
                      </m:dPr>
                      <m:e>
                        <m:r>
                          <m:rPr>
                            <m:sty m:val="p"/>
                          </m:rPr>
                          <a:rPr lang="en-US">
                            <a:latin typeface="Cambria Math" panose="02040503050406030204" pitchFamily="18" charset="0"/>
                          </a:rPr>
                          <m:t>x</m:t>
                        </m:r>
                        <m:r>
                          <a:rPr lang="en-US">
                            <a:latin typeface="Cambria Math" panose="02040503050406030204" pitchFamily="18" charset="0"/>
                          </a:rPr>
                          <m:t>+</m:t>
                        </m:r>
                        <m:r>
                          <a:rPr lang="en-US" b="0" i="1" smtClean="0">
                            <a:latin typeface="Cambria Math" panose="02040503050406030204" pitchFamily="18" charset="0"/>
                          </a:rPr>
                          <m:t>30˚</m:t>
                        </m:r>
                      </m:e>
                    </m:d>
                    <m:r>
                      <a:rPr lang="en-US">
                        <a:latin typeface="Cambria Math" panose="02040503050406030204" pitchFamily="18" charset="0"/>
                      </a:rPr>
                      <m:t>.     </m:t>
                    </m:r>
                  </m:oMath>
                </a14:m>
                <a:endParaRPr lang="en-US" b="0" i="0"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m:rPr>
                          <m:sty m:val="p"/>
                        </m:rPr>
                        <a:rPr lang="en-US" b="0" i="0" smtClean="0">
                          <a:latin typeface="Cambria Math" panose="02040503050406030204" pitchFamily="18" charset="0"/>
                        </a:rPr>
                        <m:t>Zero</m:t>
                      </m:r>
                      <m:r>
                        <a:rPr lang="en-US" b="0" i="0" smtClean="0">
                          <a:latin typeface="Cambria Math" panose="02040503050406030204" pitchFamily="18" charset="0"/>
                        </a:rPr>
                        <m:t> </m:t>
                      </m:r>
                      <m:r>
                        <m:rPr>
                          <m:sty m:val="p"/>
                        </m:rPr>
                        <a:rPr lang="en-US" b="0" i="0" smtClean="0">
                          <a:latin typeface="Cambria Math" panose="02040503050406030204" pitchFamily="18" charset="0"/>
                        </a:rPr>
                        <m:t>crossing</m:t>
                      </m:r>
                      <m:r>
                        <a:rPr lang="en-US" b="0" i="0" smtClean="0">
                          <a:latin typeface="Cambria Math" panose="02040503050406030204" pitchFamily="18" charset="0"/>
                        </a:rPr>
                        <m:t> </m:t>
                      </m:r>
                      <m:r>
                        <m:rPr>
                          <m:sty m:val="p"/>
                        </m:rPr>
                        <a:rPr lang="en-US" b="0" i="0" smtClean="0">
                          <a:latin typeface="Cambria Math" panose="02040503050406030204" pitchFamily="18" charset="0"/>
                        </a:rPr>
                        <m:t>occurs</m:t>
                      </m:r>
                      <m:r>
                        <a:rPr lang="en-US" b="0" i="0" smtClean="0">
                          <a:latin typeface="Cambria Math" panose="02040503050406030204" pitchFamily="18" charset="0"/>
                        </a:rPr>
                        <m:t> </m:t>
                      </m:r>
                      <m:r>
                        <m:rPr>
                          <m:sty m:val="p"/>
                        </m:rPr>
                        <a:rPr lang="en-US" b="0" i="0" smtClean="0">
                          <a:latin typeface="Cambria Math" panose="02040503050406030204" pitchFamily="18" charset="0"/>
                        </a:rPr>
                        <m:t>for</m:t>
                      </m:r>
                      <m:r>
                        <a:rPr lang="en-US" b="0" i="0" smtClean="0">
                          <a:latin typeface="Cambria Math" panose="02040503050406030204" pitchFamily="18" charset="0"/>
                        </a:rPr>
                        <m:t> </m:t>
                      </m:r>
                      <m:r>
                        <m:rPr>
                          <m:sty m:val="p"/>
                        </m:rPr>
                        <a:rPr lang="en-US" b="0" i="0" smtClean="0">
                          <a:latin typeface="Cambria Math" panose="02040503050406030204" pitchFamily="18" charset="0"/>
                        </a:rPr>
                        <m:t>argument</m:t>
                      </m:r>
                      <m:r>
                        <a:rPr lang="en-US" b="0" i="0" smtClean="0">
                          <a:latin typeface="Cambria Math" panose="02040503050406030204" pitchFamily="18" charset="0"/>
                        </a:rPr>
                        <m:t> </m:t>
                      </m:r>
                      <m:r>
                        <m:rPr>
                          <m:sty m:val="p"/>
                        </m:rPr>
                        <a:rPr lang="en-US">
                          <a:latin typeface="Cambria Math" panose="02040503050406030204" pitchFamily="18" charset="0"/>
                        </a:rPr>
                        <m:t>x</m:t>
                      </m:r>
                      <m:r>
                        <a:rPr lang="en-US">
                          <a:latin typeface="Cambria Math" panose="02040503050406030204" pitchFamily="18" charset="0"/>
                        </a:rPr>
                        <m:t>+</m:t>
                      </m:r>
                      <m:r>
                        <a:rPr lang="en-US" i="1">
                          <a:latin typeface="Cambria Math" panose="02040503050406030204" pitchFamily="18" charset="0"/>
                        </a:rPr>
                        <m:t>30˚</m:t>
                      </m:r>
                      <m:r>
                        <a:rPr lang="en-US" b="0" i="0" smtClean="0">
                          <a:latin typeface="Cambria Math" panose="02040503050406030204" pitchFamily="18" charset="0"/>
                        </a:rPr>
                        <m:t>=0, </m:t>
                      </m:r>
                    </m:oMath>
                  </m:oMathPara>
                </a14:m>
                <a:endParaRPr lang="en-US" b="0" i="0"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m:rPr>
                          <m:sty m:val="p"/>
                        </m:rPr>
                        <a:rPr lang="en-US" b="0" i="0" smtClean="0">
                          <a:latin typeface="Cambria Math" panose="02040503050406030204" pitchFamily="18" charset="0"/>
                        </a:rPr>
                        <m:t>or</m:t>
                      </m:r>
                      <m:r>
                        <a:rPr lang="en-US" b="0" i="0" smtClean="0">
                          <a:latin typeface="Cambria Math" panose="02040503050406030204" pitchFamily="18" charset="0"/>
                        </a:rPr>
                        <m:t> </m:t>
                      </m:r>
                      <m:r>
                        <m:rPr>
                          <m:sty m:val="p"/>
                        </m:rPr>
                        <a:rPr lang="en-US" b="0" i="0" smtClean="0">
                          <a:latin typeface="Cambria Math" panose="02040503050406030204" pitchFamily="18" charset="0"/>
                        </a:rPr>
                        <m:t>x</m:t>
                      </m:r>
                      <m:r>
                        <a:rPr lang="en-US" b="0" i="0" smtClean="0">
                          <a:latin typeface="Cambria Math" panose="02040503050406030204" pitchFamily="18" charset="0"/>
                        </a:rPr>
                        <m:t>=−30</m:t>
                      </m:r>
                      <m:r>
                        <a:rPr lang="en-US" b="0" i="1" smtClean="0">
                          <a:latin typeface="Cambria Math" panose="02040503050406030204" pitchFamily="18" charset="0"/>
                        </a:rPr>
                        <m:t>˚.</m:t>
                      </m:r>
                      <m:r>
                        <a:rPr lang="en-US" b="0" i="0" smtClean="0">
                          <a:latin typeface="Cambria Math" panose="02040503050406030204" pitchFamily="18" charset="0"/>
                        </a:rPr>
                        <m:t> </m:t>
                      </m:r>
                      <m:r>
                        <m:rPr>
                          <m:sty m:val="p"/>
                        </m:rPr>
                        <a:rPr lang="en-US" b="0" i="0" smtClean="0">
                          <a:latin typeface="Cambria Math" panose="02040503050406030204" pitchFamily="18" charset="0"/>
                        </a:rPr>
                        <m:t>Phase</m:t>
                      </m:r>
                      <m:r>
                        <a:rPr lang="en-US" b="0" i="0" smtClean="0">
                          <a:latin typeface="Cambria Math" panose="02040503050406030204" pitchFamily="18" charset="0"/>
                        </a:rPr>
                        <m:t> </m:t>
                      </m:r>
                      <m:r>
                        <m:rPr>
                          <m:sty m:val="p"/>
                        </m:rPr>
                        <a:rPr lang="en-US" b="0" i="0" smtClean="0">
                          <a:latin typeface="Cambria Math" panose="02040503050406030204" pitchFamily="18" charset="0"/>
                        </a:rPr>
                        <m:t>Lead</m:t>
                      </m:r>
                      <m:r>
                        <a:rPr lang="en-US" b="0" i="0" smtClean="0">
                          <a:latin typeface="Cambria Math" panose="02040503050406030204" pitchFamily="18" charset="0"/>
                        </a:rPr>
                        <m:t> </m:t>
                      </m:r>
                      <m:r>
                        <m:rPr>
                          <m:sty m:val="p"/>
                        </m:rPr>
                        <a:rPr lang="en-US" b="0" i="0" smtClean="0">
                          <a:latin typeface="Cambria Math" panose="02040503050406030204" pitchFamily="18" charset="0"/>
                        </a:rPr>
                        <m:t>with</m:t>
                      </m:r>
                      <m:r>
                        <a:rPr lang="en-US" b="0" i="0" smtClean="0">
                          <a:latin typeface="Cambria Math" panose="02040503050406030204" pitchFamily="18" charset="0"/>
                        </a:rPr>
                        <m:t> </m:t>
                      </m:r>
                      <m:r>
                        <m:rPr>
                          <m:sty m:val="p"/>
                        </m:rPr>
                        <a:rPr lang="en-US" b="0" i="0" smtClean="0">
                          <a:latin typeface="Cambria Math" panose="02040503050406030204" pitchFamily="18" charset="0"/>
                        </a:rPr>
                        <m:t>respect</m:t>
                      </m:r>
                      <m:r>
                        <a:rPr lang="en-US" b="0" i="0" smtClean="0">
                          <a:latin typeface="Cambria Math" panose="02040503050406030204" pitchFamily="18" charset="0"/>
                        </a:rPr>
                        <m:t> </m:t>
                      </m:r>
                      <m:r>
                        <m:rPr>
                          <m:sty m:val="p"/>
                        </m:rPr>
                        <a:rPr lang="en-US" b="0" i="0" smtClean="0">
                          <a:latin typeface="Cambria Math" panose="02040503050406030204" pitchFamily="18" charset="0"/>
                        </a:rPr>
                        <m:t>to</m:t>
                      </m:r>
                      <m:r>
                        <a:rPr lang="en-US" b="0" i="0" smtClean="0">
                          <a:latin typeface="Cambria Math" panose="02040503050406030204" pitchFamily="18" charset="0"/>
                        </a:rPr>
                        <m:t> </m:t>
                      </m:r>
                      <m:r>
                        <m:rPr>
                          <m:sty m:val="p"/>
                        </m:rPr>
                        <a:rPr lang="en-US" b="0" i="0" smtClean="0">
                          <a:latin typeface="Cambria Math" panose="02040503050406030204" pitchFamily="18" charset="0"/>
                        </a:rPr>
                        <m:t>sin</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x</m:t>
                          </m:r>
                        </m:e>
                      </m:d>
                      <m:r>
                        <a:rPr lang="en-US" b="0" i="0" smtClean="0">
                          <a:latin typeface="Cambria Math" panose="02040503050406030204" pitchFamily="18" charset="0"/>
                        </a:rPr>
                        <m:t>.</m:t>
                      </m:r>
                    </m:oMath>
                  </m:oMathPara>
                </a14:m>
                <a:endParaRPr lang="en-US" dirty="0"/>
              </a:p>
              <a:p>
                <a:pPr marL="285750" indent="-285750">
                  <a:buFont typeface="Arial" panose="020B0604020202020204" pitchFamily="34" charset="0"/>
                  <a:buChar char="•"/>
                </a:pPr>
                <a:endParaRPr lang="en-US" dirty="0"/>
              </a:p>
              <a:p>
                <a:pPr marL="285750" indent="-285750">
                  <a:spcAft>
                    <a:spcPts val="1200"/>
                  </a:spcAft>
                  <a:buFont typeface="Arial" panose="020B0604020202020204" pitchFamily="34" charset="0"/>
                  <a:buChar char="•"/>
                </a:pPr>
                <a14:m>
                  <m:oMath xmlns:m="http://schemas.openxmlformats.org/officeDocument/2006/math">
                    <m:r>
                      <m:rPr>
                        <m:sty m:val="p"/>
                      </m:rPr>
                      <a:rPr lang="en-US">
                        <a:latin typeface="Cambria Math" panose="02040503050406030204" pitchFamily="18" charset="0"/>
                      </a:rPr>
                      <m:t>y</m:t>
                    </m:r>
                    <m:r>
                      <a:rPr lang="en-US" b="0" i="1" smtClean="0">
                        <a:latin typeface="Cambria Math" panose="02040503050406030204" pitchFamily="18" charset="0"/>
                      </a:rPr>
                      <m:t>3</m:t>
                    </m:r>
                    <m:d>
                      <m:dPr>
                        <m:ctrlPr>
                          <a:rPr lang="en-US" i="1">
                            <a:latin typeface="Cambria Math" panose="02040503050406030204" pitchFamily="18" charset="0"/>
                          </a:rPr>
                        </m:ctrlPr>
                      </m:dPr>
                      <m:e>
                        <m:r>
                          <m:rPr>
                            <m:sty m:val="p"/>
                          </m:rPr>
                          <a:rPr lang="en-US">
                            <a:latin typeface="Cambria Math" panose="02040503050406030204" pitchFamily="18" charset="0"/>
                          </a:rPr>
                          <m:t>x</m:t>
                        </m:r>
                      </m:e>
                    </m:d>
                    <m:r>
                      <a:rPr lang="en-US">
                        <a:latin typeface="Cambria Math" panose="02040503050406030204" pitchFamily="18" charset="0"/>
                      </a:rPr>
                      <m:t>=</m:t>
                    </m:r>
                    <m:r>
                      <m:rPr>
                        <m:sty m:val="p"/>
                      </m:rPr>
                      <a:rPr lang="en-US">
                        <a:latin typeface="Cambria Math" panose="02040503050406030204" pitchFamily="18" charset="0"/>
                      </a:rPr>
                      <m:t>sin</m:t>
                    </m:r>
                    <m:d>
                      <m:dPr>
                        <m:ctrlPr>
                          <a:rPr lang="en-US" i="1">
                            <a:latin typeface="Cambria Math" panose="02040503050406030204" pitchFamily="18" charset="0"/>
                          </a:rPr>
                        </m:ctrlPr>
                      </m:dPr>
                      <m:e>
                        <m:r>
                          <m:rPr>
                            <m:sty m:val="p"/>
                          </m:rPr>
                          <a:rPr lang="en-US">
                            <a:latin typeface="Cambria Math" panose="02040503050406030204" pitchFamily="18" charset="0"/>
                          </a:rPr>
                          <m:t>x</m:t>
                        </m:r>
                        <m:r>
                          <a:rPr lang="en-US" b="0" i="1" smtClean="0">
                            <a:latin typeface="Cambria Math" panose="02040503050406030204" pitchFamily="18" charset="0"/>
                          </a:rPr>
                          <m:t>−</m:t>
                        </m:r>
                        <m:r>
                          <a:rPr lang="en-US" i="1">
                            <a:latin typeface="Cambria Math" panose="02040503050406030204" pitchFamily="18" charset="0"/>
                          </a:rPr>
                          <m:t>30˚</m:t>
                        </m:r>
                      </m:e>
                    </m:d>
                    <m:r>
                      <a:rPr lang="en-US">
                        <a:latin typeface="Cambria Math" panose="02040503050406030204" pitchFamily="18" charset="0"/>
                      </a:rPr>
                      <m:t>.     </m:t>
                    </m:r>
                  </m:oMath>
                </a14:m>
                <a:endParaRPr lang="en-US"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m:rPr>
                          <m:sty m:val="p"/>
                        </m:rPr>
                        <a:rPr lang="en-US">
                          <a:latin typeface="Cambria Math" panose="02040503050406030204" pitchFamily="18" charset="0"/>
                        </a:rPr>
                        <m:t>Zero</m:t>
                      </m:r>
                      <m:r>
                        <a:rPr lang="en-US">
                          <a:latin typeface="Cambria Math" panose="02040503050406030204" pitchFamily="18" charset="0"/>
                        </a:rPr>
                        <m:t> </m:t>
                      </m:r>
                      <m:r>
                        <m:rPr>
                          <m:sty m:val="p"/>
                        </m:rPr>
                        <a:rPr lang="en-US">
                          <a:latin typeface="Cambria Math" panose="02040503050406030204" pitchFamily="18" charset="0"/>
                        </a:rPr>
                        <m:t>crossing</m:t>
                      </m:r>
                      <m:r>
                        <a:rPr lang="en-US">
                          <a:latin typeface="Cambria Math" panose="02040503050406030204" pitchFamily="18" charset="0"/>
                        </a:rPr>
                        <m:t> </m:t>
                      </m:r>
                      <m:r>
                        <m:rPr>
                          <m:sty m:val="p"/>
                        </m:rPr>
                        <a:rPr lang="en-US">
                          <a:latin typeface="Cambria Math" panose="02040503050406030204" pitchFamily="18" charset="0"/>
                        </a:rPr>
                        <m:t>occurs</m:t>
                      </m:r>
                      <m:r>
                        <a:rPr lang="en-US">
                          <a:latin typeface="Cambria Math" panose="02040503050406030204" pitchFamily="18" charset="0"/>
                        </a:rPr>
                        <m:t> </m:t>
                      </m:r>
                      <m:r>
                        <m:rPr>
                          <m:sty m:val="p"/>
                        </m:rPr>
                        <a:rPr lang="en-US">
                          <a:latin typeface="Cambria Math" panose="02040503050406030204" pitchFamily="18" charset="0"/>
                        </a:rPr>
                        <m:t>for</m:t>
                      </m:r>
                      <m:r>
                        <a:rPr lang="en-US" b="0" i="0" smtClean="0">
                          <a:latin typeface="Cambria Math" panose="02040503050406030204" pitchFamily="18" charset="0"/>
                        </a:rPr>
                        <m:t> </m:t>
                      </m:r>
                      <m:r>
                        <m:rPr>
                          <m:sty m:val="p"/>
                        </m:rPr>
                        <a:rPr lang="en-US" b="0" i="0" smtClean="0">
                          <a:latin typeface="Cambria Math" panose="02040503050406030204" pitchFamily="18" charset="0"/>
                        </a:rPr>
                        <m:t>argument</m:t>
                      </m:r>
                      <m:r>
                        <a:rPr lang="en-US" b="0" i="0" smtClean="0">
                          <a:latin typeface="Cambria Math" panose="02040503050406030204" pitchFamily="18" charset="0"/>
                        </a:rPr>
                        <m:t> </m:t>
                      </m:r>
                      <m:r>
                        <m:rPr>
                          <m:sty m:val="p"/>
                        </m:rPr>
                        <a:rPr lang="en-US">
                          <a:latin typeface="Cambria Math" panose="02040503050406030204" pitchFamily="18" charset="0"/>
                        </a:rPr>
                        <m:t>x</m:t>
                      </m:r>
                      <m:r>
                        <a:rPr lang="en-US" b="0" i="1" smtClean="0">
                          <a:latin typeface="Cambria Math" panose="02040503050406030204" pitchFamily="18" charset="0"/>
                        </a:rPr>
                        <m:t>−</m:t>
                      </m:r>
                      <m:r>
                        <a:rPr lang="en-US" i="1">
                          <a:latin typeface="Cambria Math" panose="02040503050406030204" pitchFamily="18" charset="0"/>
                        </a:rPr>
                        <m:t>30˚</m:t>
                      </m:r>
                      <m:r>
                        <a:rPr lang="en-US">
                          <a:latin typeface="Cambria Math" panose="02040503050406030204" pitchFamily="18" charset="0"/>
                        </a:rPr>
                        <m:t>=0,</m:t>
                      </m:r>
                    </m:oMath>
                  </m:oMathPara>
                </a14:m>
                <a:endParaRPr lang="en-US" dirty="0">
                  <a:latin typeface="Cambria Math" panose="02040503050406030204" pitchFamily="18" charset="0"/>
                </a:endParaRPr>
              </a:p>
              <a:p>
                <a14:m>
                  <m:oMath xmlns:m="http://schemas.openxmlformats.org/officeDocument/2006/math">
                    <m:r>
                      <m:rPr>
                        <m:sty m:val="p"/>
                      </m:rPr>
                      <a:rPr lang="en-US" b="0" i="0" smtClean="0">
                        <a:latin typeface="Cambria Math" panose="02040503050406030204" pitchFamily="18" charset="0"/>
                      </a:rPr>
                      <m:t>or</m:t>
                    </m:r>
                    <m:r>
                      <a:rPr lang="en-US" b="0" i="0" smtClean="0">
                        <a:latin typeface="Cambria Math" panose="02040503050406030204" pitchFamily="18" charset="0"/>
                      </a:rPr>
                      <m:t> </m:t>
                    </m:r>
                    <m:r>
                      <m:rPr>
                        <m:sty m:val="p"/>
                      </m:rPr>
                      <a:rPr lang="en-US">
                        <a:latin typeface="Cambria Math" panose="02040503050406030204" pitchFamily="18" charset="0"/>
                      </a:rPr>
                      <m:t>x</m:t>
                    </m:r>
                    <m:r>
                      <a:rPr lang="en-US">
                        <a:latin typeface="Cambria Math" panose="02040503050406030204" pitchFamily="18" charset="0"/>
                      </a:rPr>
                      <m:t>=30</m:t>
                    </m:r>
                    <m:r>
                      <a:rPr lang="en-US" i="1">
                        <a:latin typeface="Cambria Math" panose="02040503050406030204" pitchFamily="18" charset="0"/>
                      </a:rPr>
                      <m:t>˚.</m:t>
                    </m:r>
                  </m:oMath>
                </a14:m>
                <a:r>
                  <a:rPr lang="en-US" dirty="0">
                    <a:latin typeface="Cambria Math" panose="02040503050406030204" pitchFamily="18" charset="0"/>
                    <a:ea typeface="Cambria Math" panose="02040503050406030204" pitchFamily="18" charset="0"/>
                  </a:rPr>
                  <a:t>   Phase Lag with respect to sin(x).</a:t>
                </a:r>
              </a:p>
              <a:p>
                <a:pPr marL="285750" indent="-285750">
                  <a:buFont typeface="Arial" panose="020B0604020202020204" pitchFamily="34" charset="0"/>
                  <a:buChar char="•"/>
                </a:pPr>
                <a:endParaRPr lang="en-US" dirty="0">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latin typeface="Cambria Math" panose="02040503050406030204" pitchFamily="18" charset="0"/>
                    <a:ea typeface="Cambria Math" panose="02040503050406030204" pitchFamily="18" charset="0"/>
                  </a:rPr>
                  <a:t>Positive phase shift </a:t>
                </a:r>
                <a:r>
                  <a:rPr lang="en-US" sz="1400" dirty="0">
                    <a:latin typeface="Cambria Math" panose="02040503050406030204" pitchFamily="18" charset="0"/>
                    <a:ea typeface="Cambria Math" panose="02040503050406030204" pitchFamily="18" charset="0"/>
                    <a:sym typeface="Wingdings" panose="05000000000000000000" pitchFamily="2" charset="2"/>
                  </a:rPr>
                  <a:t></a:t>
                </a:r>
                <a:r>
                  <a:rPr lang="en-US" dirty="0">
                    <a:latin typeface="Cambria Math" panose="02040503050406030204" pitchFamily="18" charset="0"/>
                    <a:ea typeface="Cambria Math" panose="02040503050406030204" pitchFamily="18" charset="0"/>
                  </a:rPr>
                  <a:t> phase lead or advance.</a:t>
                </a:r>
              </a:p>
              <a:p>
                <a:pPr marL="285750" indent="-285750">
                  <a:buFont typeface="Arial" panose="020B0604020202020204" pitchFamily="34" charset="0"/>
                  <a:buChar char="•"/>
                </a:pPr>
                <a:endParaRPr lang="en-US" dirty="0">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latin typeface="Cambria Math" panose="02040503050406030204" pitchFamily="18" charset="0"/>
                    <a:ea typeface="Cambria Math" panose="02040503050406030204" pitchFamily="18" charset="0"/>
                  </a:rPr>
                  <a:t>Negative phase shift </a:t>
                </a:r>
                <a:r>
                  <a:rPr lang="en-US" sz="1400" dirty="0">
                    <a:latin typeface="Cambria Math" panose="02040503050406030204" pitchFamily="18" charset="0"/>
                    <a:ea typeface="Cambria Math" panose="02040503050406030204" pitchFamily="18" charset="0"/>
                    <a:sym typeface="Wingdings" panose="05000000000000000000" pitchFamily="2" charset="2"/>
                  </a:rPr>
                  <a:t></a:t>
                </a:r>
                <a:r>
                  <a:rPr lang="en-US" dirty="0">
                    <a:latin typeface="Cambria Math" panose="02040503050406030204" pitchFamily="18" charset="0"/>
                    <a:ea typeface="Cambria Math" panose="02040503050406030204" pitchFamily="18" charset="0"/>
                    <a:sym typeface="Wingdings" panose="05000000000000000000" pitchFamily="2" charset="2"/>
                  </a:rPr>
                  <a:t> </a:t>
                </a:r>
                <a:r>
                  <a:rPr lang="en-US" dirty="0">
                    <a:latin typeface="Cambria Math" panose="02040503050406030204" pitchFamily="18" charset="0"/>
                    <a:ea typeface="Cambria Math" panose="02040503050406030204" pitchFamily="18" charset="0"/>
                  </a:rPr>
                  <a:t>phase lag or delay.</a:t>
                </a:r>
              </a:p>
              <a:p>
                <a:pPr marL="285750" indent="-285750">
                  <a:buFont typeface="Arial" panose="020B0604020202020204" pitchFamily="34" charset="0"/>
                  <a:buChar char="•"/>
                </a:pPr>
                <a:endParaRPr lang="en-US" dirty="0">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14:m>
                  <m:oMath xmlns:m="http://schemas.openxmlformats.org/officeDocument/2006/math">
                    <m:f>
                      <m:fPr>
                        <m:type m:val="lin"/>
                        <m:ctrlPr>
                          <a:rPr lang="en-US" i="1">
                            <a:latin typeface="Cambria Math" panose="02040503050406030204" pitchFamily="18" charset="0"/>
                            <a:ea typeface="Cambria Math" panose="02040503050406030204" pitchFamily="18" charset="0"/>
                          </a:rPr>
                        </m:ctrlPr>
                      </m:fPr>
                      <m:num>
                        <m:r>
                          <m:rPr>
                            <m:nor/>
                          </m:rPr>
                          <a:rPr lang="en-US" b="0" i="0" smtClean="0">
                            <a:latin typeface="Cambria Math" panose="02040503050406030204" pitchFamily="18" charset="0"/>
                            <a:ea typeface="Cambria Math" panose="02040503050406030204" pitchFamily="18" charset="0"/>
                          </a:rPr>
                          <m:t>30</m:t>
                        </m:r>
                        <m:r>
                          <m:rPr>
                            <m:nor/>
                          </m:rPr>
                          <a:rPr lang="en-US" dirty="0">
                            <a:latin typeface="Cambria Math" panose="02040503050406030204" pitchFamily="18" charset="0"/>
                            <a:ea typeface="Cambria Math" panose="02040503050406030204" pitchFamily="18" charset="0"/>
                          </a:rPr>
                          <m:t>˚</m:t>
                        </m:r>
                        <m:r>
                          <a:rPr lang="en-US" i="1" dirty="0">
                            <a:latin typeface="Cambria Math" panose="02040503050406030204" pitchFamily="18" charset="0"/>
                            <a:ea typeface="Cambria Math" panose="02040503050406030204" pitchFamily="18" charset="0"/>
                          </a:rPr>
                          <m:t>=</m:t>
                        </m:r>
                        <m:d>
                          <m:dPr>
                            <m:ctrlPr>
                              <a:rPr lang="en-US" i="1">
                                <a:latin typeface="Cambria Math" panose="02040503050406030204" pitchFamily="18" charset="0"/>
                                <a:ea typeface="Cambria Math" panose="02040503050406030204" pitchFamily="18" charset="0"/>
                              </a:rPr>
                            </m:ctrlPr>
                          </m:dPr>
                          <m:e>
                            <m:r>
                              <m:rPr>
                                <m:nor/>
                              </m:rPr>
                              <a:rPr lang="en-US" b="0" i="0" smtClean="0">
                                <a:latin typeface="Cambria Math" panose="02040503050406030204" pitchFamily="18" charset="0"/>
                                <a:ea typeface="Cambria Math" panose="02040503050406030204" pitchFamily="18" charset="0"/>
                              </a:rPr>
                              <m:t>30</m:t>
                            </m:r>
                            <m:r>
                              <m:rPr>
                                <m:nor/>
                              </m:rPr>
                              <a:rPr lang="en-US" dirty="0">
                                <a:latin typeface="Cambria Math" panose="02040503050406030204" pitchFamily="18" charset="0"/>
                                <a:ea typeface="Cambria Math" panose="02040503050406030204" pitchFamily="18" charset="0"/>
                              </a:rPr>
                              <m:t>˚</m:t>
                            </m:r>
                          </m:e>
                        </m:d>
                        <m:d>
                          <m:dPr>
                            <m:ctrlPr>
                              <a:rPr lang="en-US" i="1">
                                <a:latin typeface="Cambria Math" panose="02040503050406030204" pitchFamily="18" charset="0"/>
                                <a:ea typeface="Cambria Math" panose="02040503050406030204" pitchFamily="18" charset="0"/>
                              </a:rPr>
                            </m:ctrlPr>
                          </m:dPr>
                          <m:e>
                            <m:r>
                              <m:rPr>
                                <m:sty m:val="p"/>
                              </m:rPr>
                              <a:rPr lang="en-US">
                                <a:latin typeface="Cambria Math" panose="02040503050406030204" pitchFamily="18" charset="0"/>
                                <a:ea typeface="Cambria Math" panose="02040503050406030204" pitchFamily="18" charset="0"/>
                              </a:rPr>
                              <m:t>π</m:t>
                            </m:r>
                            <m:r>
                              <a:rPr lang="en-US" i="1">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radians</m:t>
                            </m:r>
                          </m:e>
                        </m:d>
                      </m:num>
                      <m:den>
                        <m:r>
                          <a:rPr lang="en-US" i="1">
                            <a:latin typeface="Cambria Math" panose="02040503050406030204" pitchFamily="18" charset="0"/>
                            <a:ea typeface="Cambria Math" panose="02040503050406030204" pitchFamily="18" charset="0"/>
                          </a:rPr>
                          <m:t>180°</m:t>
                        </m:r>
                      </m:den>
                    </m:f>
                    <m:r>
                      <a:rPr lang="en-US" i="1">
                        <a:latin typeface="Cambria Math" panose="02040503050406030204" pitchFamily="18" charset="0"/>
                        <a:ea typeface="Cambria Math" panose="02040503050406030204" pitchFamily="18" charset="0"/>
                      </a:rPr>
                      <m:t>=</m:t>
                    </m:r>
                    <m:f>
                      <m:fPr>
                        <m:type m:val="lin"/>
                        <m:ctrlPr>
                          <a:rPr lang="en-US" i="1">
                            <a:latin typeface="Cambria Math" panose="02040503050406030204" pitchFamily="18" charset="0"/>
                            <a:ea typeface="Cambria Math" panose="02040503050406030204" pitchFamily="18" charset="0"/>
                          </a:rPr>
                        </m:ctrlPr>
                      </m:fPr>
                      <m:num>
                        <m:r>
                          <m:rPr>
                            <m:sty m:val="p"/>
                          </m:rPr>
                          <a:rPr lang="en-US">
                            <a:latin typeface="Cambria Math" panose="02040503050406030204" pitchFamily="18" charset="0"/>
                            <a:ea typeface="Cambria Math" panose="02040503050406030204" pitchFamily="18" charset="0"/>
                          </a:rPr>
                          <m:t>π</m:t>
                        </m:r>
                      </m:num>
                      <m:den>
                        <m:r>
                          <a:rPr lang="en-US" b="0" i="1" smtClean="0">
                            <a:latin typeface="Cambria Math" panose="02040503050406030204" pitchFamily="18" charset="0"/>
                            <a:ea typeface="Cambria Math" panose="02040503050406030204" pitchFamily="18" charset="0"/>
                          </a:rPr>
                          <m:t>6</m:t>
                        </m:r>
                      </m:den>
                    </m:f>
                  </m:oMath>
                </a14:m>
                <a:r>
                  <a:rPr lang="en-US" dirty="0">
                    <a:latin typeface="Cambria Math" panose="02040503050406030204" pitchFamily="18" charset="0"/>
                    <a:ea typeface="Cambria Math" panose="02040503050406030204" pitchFamily="18" charset="0"/>
                  </a:rPr>
                  <a:t> radians.</a:t>
                </a:r>
              </a:p>
              <a:p>
                <a:endParaRPr lang="en-US" dirty="0">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endParaRPr lang="en-US" dirty="0">
                  <a:latin typeface="Cambria Math" panose="02040503050406030204" pitchFamily="18" charset="0"/>
                  <a:ea typeface="Cambria Math" panose="02040503050406030204" pitchFamily="18"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510745" y="1054352"/>
                <a:ext cx="11244650" cy="5539978"/>
              </a:xfrm>
              <a:prstGeom prst="rect">
                <a:avLst/>
              </a:prstGeom>
              <a:blipFill>
                <a:blip r:embed="rId2"/>
                <a:stretch>
                  <a:fillRect l="-162" b="-545"/>
                </a:stretch>
              </a:blipFill>
            </p:spPr>
            <p:txBody>
              <a:bodyPr/>
              <a:lstStyle/>
              <a:p>
                <a:r>
                  <a:rPr lang="en-US">
                    <a:noFill/>
                  </a:rPr>
                  <a:t> </a:t>
                </a:r>
              </a:p>
            </p:txBody>
          </p:sp>
        </mc:Fallback>
      </mc:AlternateContent>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18837" y="1495092"/>
            <a:ext cx="4975094" cy="4658497"/>
          </a:xfrm>
          <a:prstGeom prst="rect">
            <a:avLst/>
          </a:prstGeom>
        </p:spPr>
      </p:pic>
    </p:spTree>
    <p:extLst>
      <p:ext uri="{BB962C8B-B14F-4D97-AF65-F5344CB8AC3E}">
        <p14:creationId xmlns:p14="http://schemas.microsoft.com/office/powerpoint/2010/main" val="821372728"/>
      </p:ext>
    </p:ext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1050" y="1546750"/>
            <a:ext cx="9562276" cy="5284573"/>
          </a:xfrm>
          <a:prstGeom prst="rect">
            <a:avLst/>
          </a:prstGeom>
        </p:spPr>
      </p:pic>
      <p:sp>
        <p:nvSpPr>
          <p:cNvPr id="2" name="Even and Odd Functions (Symmetry)"/>
          <p:cNvSpPr>
            <a:spLocks noGrp="1"/>
          </p:cNvSpPr>
          <p:nvPr>
            <p:ph type="title"/>
          </p:nvPr>
        </p:nvSpPr>
        <p:spPr>
          <a:xfrm>
            <a:off x="288682" y="62055"/>
            <a:ext cx="11614826" cy="553998"/>
          </a:xfrm>
        </p:spPr>
        <p:txBody>
          <a:bodyPr/>
          <a:lstStyle/>
          <a:p>
            <a:pPr algn="ctr"/>
            <a:r>
              <a:rPr lang="en-US" sz="4000" dirty="0"/>
              <a:t>Sinusoidal Voltage Wave Traveling in a Positive x Direction</a:t>
            </a:r>
          </a:p>
        </p:txBody>
      </p:sp>
      <mc:AlternateContent xmlns:mc="http://schemas.openxmlformats.org/markup-compatibility/2006" xmlns:a14="http://schemas.microsoft.com/office/drawing/2010/main">
        <mc:Choice Requires="a14">
          <p:sp>
            <p:nvSpPr>
              <p:cNvPr id="7" name="Rectangle 6"/>
              <p:cNvSpPr/>
              <p:nvPr/>
            </p:nvSpPr>
            <p:spPr>
              <a:xfrm>
                <a:off x="1481328" y="905067"/>
                <a:ext cx="10571242" cy="50687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14:m>
                  <m:oMath xmlns:m="http://schemas.openxmlformats.org/officeDocument/2006/math">
                    <m:r>
                      <a:rPr lang="en-US" b="0" i="0" smtClean="0">
                        <a:latin typeface="Cambria Math" panose="02040503050406030204" pitchFamily="18" charset="0"/>
                      </a:rPr>
                      <m:t>              </m:t>
                    </m:r>
                    <m:r>
                      <m:rPr>
                        <m:sty m:val="p"/>
                      </m:rPr>
                      <a:rPr lang="en-US" b="0" i="0" smtClean="0">
                        <a:latin typeface="Cambria Math" panose="02040503050406030204" pitchFamily="18" charset="0"/>
                      </a:rPr>
                      <m:t>y</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x</m:t>
                        </m:r>
                        <m:r>
                          <a:rPr lang="en-US" b="0" i="0" smtClean="0">
                            <a:latin typeface="Cambria Math" panose="02040503050406030204" pitchFamily="18" charset="0"/>
                          </a:rPr>
                          <m:t>,</m:t>
                        </m:r>
                        <m:r>
                          <m:rPr>
                            <m:sty m:val="p"/>
                          </m:rPr>
                          <a:rPr lang="en-US" b="0" i="0" smtClean="0">
                            <a:latin typeface="Cambria Math" panose="02040503050406030204" pitchFamily="18" charset="0"/>
                          </a:rPr>
                          <m:t>t</m:t>
                        </m:r>
                      </m:e>
                    </m:d>
                    <m:r>
                      <a:rPr lang="en-US" b="0" i="0" smtClean="0">
                        <a:latin typeface="Cambria Math" panose="02040503050406030204" pitchFamily="18" charset="0"/>
                      </a:rPr>
                      <m:t>=</m:t>
                    </m:r>
                    <m:r>
                      <m:rPr>
                        <m:sty m:val="p"/>
                      </m:rPr>
                      <a:rPr lang="en-US" b="0" i="0" smtClean="0">
                        <a:latin typeface="Cambria Math" panose="02040503050406030204" pitchFamily="18" charset="0"/>
                      </a:rPr>
                      <m:t>cos</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0" smtClean="0">
                                <a:latin typeface="Cambria Math" panose="02040503050406030204" pitchFamily="18" charset="0"/>
                              </a:rPr>
                              <m:t>2</m:t>
                            </m:r>
                            <m:r>
                              <m:rPr>
                                <m:sty m:val="p"/>
                              </m:rPr>
                              <a:rPr lang="en-US" b="0" i="0" smtClean="0">
                                <a:latin typeface="Cambria Math" panose="02040503050406030204" pitchFamily="18" charset="0"/>
                                <a:ea typeface="Cambria Math" panose="02040503050406030204" pitchFamily="18" charset="0"/>
                              </a:rPr>
                              <m:t>πt</m:t>
                            </m:r>
                          </m:num>
                          <m:den>
                            <m:r>
                              <m:rPr>
                                <m:sty m:val="p"/>
                              </m:rPr>
                              <a:rPr lang="en-US" b="0" i="0" smtClean="0">
                                <a:latin typeface="Cambria Math" panose="02040503050406030204" pitchFamily="18" charset="0"/>
                              </a:rPr>
                              <m:t>T</m:t>
                            </m:r>
                          </m:den>
                        </m:f>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0" smtClean="0">
                                <a:latin typeface="Cambria Math" panose="02040503050406030204" pitchFamily="18" charset="0"/>
                              </a:rPr>
                              <m:t>2</m:t>
                            </m:r>
                            <m:r>
                              <m:rPr>
                                <m:sty m:val="p"/>
                              </m:rPr>
                              <a:rPr lang="en-US" b="0" i="0" smtClean="0">
                                <a:latin typeface="Cambria Math" panose="02040503050406030204" pitchFamily="18" charset="0"/>
                                <a:ea typeface="Cambria Math" panose="02040503050406030204" pitchFamily="18" charset="0"/>
                              </a:rPr>
                              <m:t>πx</m:t>
                            </m:r>
                          </m:num>
                          <m:den>
                            <m:r>
                              <m:rPr>
                                <m:sty m:val="p"/>
                              </m:rPr>
                              <a:rPr lang="el-GR" b="0" i="0" smtClean="0">
                                <a:latin typeface="Cambria Math" panose="02040503050406030204" pitchFamily="18" charset="0"/>
                              </a:rPr>
                              <m:t>λ</m:t>
                            </m:r>
                          </m:den>
                        </m:f>
                      </m:e>
                    </m:d>
                    <m:r>
                      <a:rPr lang="en-US" b="0" i="1" smtClean="0">
                        <a:latin typeface="Cambria Math" panose="02040503050406030204" pitchFamily="18" charset="0"/>
                      </a:rPr>
                      <m:t> </m:t>
                    </m:r>
                    <m:r>
                      <m:rPr>
                        <m:sty m:val="p"/>
                      </m:rPr>
                      <a:rPr lang="en-US" b="0" i="0" smtClean="0">
                        <a:latin typeface="Cambria Math" panose="02040503050406030204" pitchFamily="18" charset="0"/>
                      </a:rPr>
                      <m:t>V</m:t>
                    </m:r>
                    <m:r>
                      <a:rPr lang="en-US" b="0" i="0" smtClean="0">
                        <a:latin typeface="Cambria Math" panose="02040503050406030204" pitchFamily="18" charset="0"/>
                      </a:rPr>
                      <m:t>. </m:t>
                    </m:r>
                  </m:oMath>
                </a14:m>
                <a:r>
                  <a:rPr lang="en-US" dirty="0">
                    <a:latin typeface="Cambria Math" panose="02040503050406030204" pitchFamily="18" charset="0"/>
                    <a:ea typeface="Cambria Math" panose="02040503050406030204" pitchFamily="18" charset="0"/>
                  </a:rPr>
                  <a:t>T =1 second, </a:t>
                </a:r>
                <a:r>
                  <a:rPr lang="el-GR" dirty="0">
                    <a:latin typeface="Cambria Math" panose="02040503050406030204" pitchFamily="18" charset="0"/>
                    <a:ea typeface="Cambria Math" panose="02040503050406030204" pitchFamily="18" charset="0"/>
                  </a:rPr>
                  <a:t>λ</a:t>
                </a:r>
                <a:r>
                  <a:rPr lang="en-US" dirty="0">
                    <a:latin typeface="Cambria Math" panose="02040503050406030204" pitchFamily="18" charset="0"/>
                    <a:ea typeface="Cambria Math" panose="02040503050406030204" pitchFamily="18" charset="0"/>
                  </a:rPr>
                  <a:t> = 1 meter,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θ</m:t>
                        </m:r>
                      </m:e>
                      <m:sub>
                        <m:r>
                          <a:rPr lang="en-US">
                            <a:latin typeface="Cambria Math" panose="02040503050406030204" pitchFamily="18" charset="0"/>
                          </a:rPr>
                          <m:t>0</m:t>
                        </m:r>
                      </m:sub>
                    </m:sSub>
                    <m:r>
                      <a:rPr lang="en-US" b="0" i="1" smtClean="0">
                        <a:latin typeface="Cambria Math" panose="02040503050406030204" pitchFamily="18" charset="0"/>
                      </a:rPr>
                      <m:t>=0</m:t>
                    </m:r>
                  </m:oMath>
                </a14:m>
                <a:r>
                  <a:rPr lang="en-US" dirty="0">
                    <a:latin typeface="Cambria Math" panose="02040503050406030204" pitchFamily="18" charset="0"/>
                    <a:ea typeface="Cambria Math" panose="02040503050406030204" pitchFamily="18" charset="0"/>
                  </a:rPr>
                  <a:t> radians, Phase Velocity = 1 meter/sec.</a:t>
                </a:r>
                <a:r>
                  <a:rPr lang="en-US" dirty="0"/>
                  <a:t>   </a:t>
                </a:r>
              </a:p>
            </p:txBody>
          </p:sp>
        </mc:Choice>
        <mc:Fallback xmlns="">
          <p:sp>
            <p:nvSpPr>
              <p:cNvPr id="7" name="Rectangle 6"/>
              <p:cNvSpPr>
                <a:spLocks noRot="1" noChangeAspect="1" noMove="1" noResize="1" noEditPoints="1" noAdjustHandles="1" noChangeArrowheads="1" noChangeShapeType="1" noTextEdit="1"/>
              </p:cNvSpPr>
              <p:nvPr/>
            </p:nvSpPr>
            <p:spPr>
              <a:xfrm>
                <a:off x="1481328" y="905067"/>
                <a:ext cx="10571242" cy="506870"/>
              </a:xfrm>
              <a:prstGeom prst="rect">
                <a:avLst/>
              </a:prstGeom>
              <a:blipFill>
                <a:blip r:embed="rId3"/>
                <a:stretch>
                  <a:fillRect/>
                </a:stretch>
              </a:blipFill>
            </p:spPr>
            <p:txBody>
              <a:bodyPr/>
              <a:lstStyle/>
              <a:p>
                <a:r>
                  <a:rPr lang="en-US">
                    <a:noFill/>
                  </a:rPr>
                  <a:t> </a:t>
                </a:r>
              </a:p>
            </p:txBody>
          </p:sp>
        </mc:Fallback>
      </mc:AlternateContent>
      <p:cxnSp>
        <p:nvCxnSpPr>
          <p:cNvPr id="13" name="Straight Arrow Connector 12"/>
          <p:cNvCxnSpPr/>
          <p:nvPr/>
        </p:nvCxnSpPr>
        <p:spPr>
          <a:xfrm>
            <a:off x="2643040" y="2097932"/>
            <a:ext cx="398023" cy="5675"/>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3818365" y="4131400"/>
            <a:ext cx="398023" cy="5675"/>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5055197" y="6199215"/>
            <a:ext cx="398023" cy="5675"/>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864973" y="2496064"/>
            <a:ext cx="1260389" cy="646331"/>
          </a:xfrm>
          <a:prstGeom prst="rect">
            <a:avLst/>
          </a:prstGeom>
          <a:noFill/>
        </p:spPr>
        <p:txBody>
          <a:bodyPr wrap="square" rtlCol="0">
            <a:spAutoFit/>
          </a:bodyPr>
          <a:lstStyle/>
          <a:p>
            <a:r>
              <a:rPr lang="en-US">
                <a:solidFill>
                  <a:schemeClr val="bg1"/>
                </a:solidFill>
              </a:rPr>
              <a:t>Increasing</a:t>
            </a:r>
          </a:p>
          <a:p>
            <a:r>
              <a:rPr lang="en-US">
                <a:solidFill>
                  <a:schemeClr val="bg1"/>
                </a:solidFill>
              </a:rPr>
              <a:t>    time</a:t>
            </a:r>
          </a:p>
        </p:txBody>
      </p:sp>
      <p:cxnSp>
        <p:nvCxnSpPr>
          <p:cNvPr id="9" name="Straight Arrow Connector 8"/>
          <p:cNvCxnSpPr/>
          <p:nvPr/>
        </p:nvCxnSpPr>
        <p:spPr>
          <a:xfrm>
            <a:off x="1355123" y="3212757"/>
            <a:ext cx="0" cy="671088"/>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893614"/>
      </p:ext>
    </p:extLst>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1308" y="1556800"/>
            <a:ext cx="9512320" cy="5292811"/>
          </a:xfrm>
          <a:prstGeom prst="rect">
            <a:avLst/>
          </a:prstGeom>
        </p:spPr>
      </p:pic>
      <p:sp>
        <p:nvSpPr>
          <p:cNvPr id="2" name="Even and Odd Functions (Symmetry)"/>
          <p:cNvSpPr>
            <a:spLocks noGrp="1"/>
          </p:cNvSpPr>
          <p:nvPr>
            <p:ph type="title"/>
          </p:nvPr>
        </p:nvSpPr>
        <p:spPr>
          <a:xfrm>
            <a:off x="118872" y="52911"/>
            <a:ext cx="11903508" cy="1107996"/>
          </a:xfrm>
        </p:spPr>
        <p:txBody>
          <a:bodyPr/>
          <a:lstStyle/>
          <a:p>
            <a:pPr algn="ctr"/>
            <a:r>
              <a:rPr lang="en-US" sz="4000" dirty="0"/>
              <a:t>Sinusoidal Voltage Wave Traveling in a Negative x Direction</a:t>
            </a:r>
          </a:p>
        </p:txBody>
      </p:sp>
      <mc:AlternateContent xmlns:mc="http://schemas.openxmlformats.org/markup-compatibility/2006" xmlns:a14="http://schemas.microsoft.com/office/drawing/2010/main">
        <mc:Choice Requires="a14">
          <p:sp>
            <p:nvSpPr>
              <p:cNvPr id="7" name="Rectangle 6"/>
              <p:cNvSpPr/>
              <p:nvPr/>
            </p:nvSpPr>
            <p:spPr>
              <a:xfrm>
                <a:off x="1355123" y="905067"/>
                <a:ext cx="10697448" cy="50687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14:m>
                  <m:oMath xmlns:m="http://schemas.openxmlformats.org/officeDocument/2006/math">
                    <m:r>
                      <a:rPr lang="en-US" b="0" i="0" smtClean="0">
                        <a:latin typeface="Cambria Math" panose="02040503050406030204" pitchFamily="18" charset="0"/>
                      </a:rPr>
                      <m:t>              </m:t>
                    </m:r>
                    <m:r>
                      <m:rPr>
                        <m:sty m:val="p"/>
                      </m:rPr>
                      <a:rPr lang="en-US" b="0" i="0" smtClean="0">
                        <a:latin typeface="Cambria Math" panose="02040503050406030204" pitchFamily="18" charset="0"/>
                      </a:rPr>
                      <m:t>y</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x</m:t>
                        </m:r>
                        <m:r>
                          <a:rPr lang="en-US" b="0" i="0" smtClean="0">
                            <a:latin typeface="Cambria Math" panose="02040503050406030204" pitchFamily="18" charset="0"/>
                          </a:rPr>
                          <m:t>,</m:t>
                        </m:r>
                        <m:r>
                          <m:rPr>
                            <m:sty m:val="p"/>
                          </m:rPr>
                          <a:rPr lang="en-US" b="0" i="0" smtClean="0">
                            <a:latin typeface="Cambria Math" panose="02040503050406030204" pitchFamily="18" charset="0"/>
                          </a:rPr>
                          <m:t>t</m:t>
                        </m:r>
                      </m:e>
                    </m:d>
                    <m:r>
                      <a:rPr lang="en-US" b="0" i="0" smtClean="0">
                        <a:latin typeface="Cambria Math" panose="02040503050406030204" pitchFamily="18" charset="0"/>
                      </a:rPr>
                      <m:t>=</m:t>
                    </m:r>
                    <m:r>
                      <m:rPr>
                        <m:sty m:val="p"/>
                      </m:rPr>
                      <a:rPr lang="en-US" b="0" i="0" smtClean="0">
                        <a:latin typeface="Cambria Math" panose="02040503050406030204" pitchFamily="18" charset="0"/>
                      </a:rPr>
                      <m:t>cos</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0" smtClean="0">
                                <a:latin typeface="Cambria Math" panose="02040503050406030204" pitchFamily="18" charset="0"/>
                              </a:rPr>
                              <m:t>2</m:t>
                            </m:r>
                            <m:r>
                              <m:rPr>
                                <m:sty m:val="p"/>
                              </m:rPr>
                              <a:rPr lang="en-US" b="0" i="0" smtClean="0">
                                <a:latin typeface="Cambria Math" panose="02040503050406030204" pitchFamily="18" charset="0"/>
                                <a:ea typeface="Cambria Math" panose="02040503050406030204" pitchFamily="18" charset="0"/>
                              </a:rPr>
                              <m:t>πt</m:t>
                            </m:r>
                          </m:num>
                          <m:den>
                            <m:r>
                              <m:rPr>
                                <m:sty m:val="p"/>
                              </m:rPr>
                              <a:rPr lang="en-US" b="0" i="0" smtClean="0">
                                <a:latin typeface="Cambria Math" panose="02040503050406030204" pitchFamily="18" charset="0"/>
                              </a:rPr>
                              <m:t>T</m:t>
                            </m:r>
                          </m:den>
                        </m:f>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0" smtClean="0">
                                <a:latin typeface="Cambria Math" panose="02040503050406030204" pitchFamily="18" charset="0"/>
                              </a:rPr>
                              <m:t>2</m:t>
                            </m:r>
                            <m:r>
                              <m:rPr>
                                <m:sty m:val="p"/>
                              </m:rPr>
                              <a:rPr lang="en-US" b="0" i="0" smtClean="0">
                                <a:latin typeface="Cambria Math" panose="02040503050406030204" pitchFamily="18" charset="0"/>
                                <a:ea typeface="Cambria Math" panose="02040503050406030204" pitchFamily="18" charset="0"/>
                              </a:rPr>
                              <m:t>πx</m:t>
                            </m:r>
                          </m:num>
                          <m:den>
                            <m:r>
                              <m:rPr>
                                <m:sty m:val="p"/>
                              </m:rPr>
                              <a:rPr lang="el-GR" b="0" i="0" smtClean="0">
                                <a:latin typeface="Cambria Math" panose="02040503050406030204" pitchFamily="18" charset="0"/>
                              </a:rPr>
                              <m:t>λ</m:t>
                            </m:r>
                          </m:den>
                        </m:f>
                      </m:e>
                    </m:d>
                    <m:r>
                      <a:rPr lang="en-US" b="0" i="1" smtClean="0">
                        <a:latin typeface="Cambria Math" panose="02040503050406030204" pitchFamily="18" charset="0"/>
                      </a:rPr>
                      <m:t> </m:t>
                    </m:r>
                    <m:r>
                      <m:rPr>
                        <m:sty m:val="p"/>
                      </m:rPr>
                      <a:rPr lang="en-US" b="0" i="0" smtClean="0">
                        <a:latin typeface="Cambria Math" panose="02040503050406030204" pitchFamily="18" charset="0"/>
                      </a:rPr>
                      <m:t>V</m:t>
                    </m:r>
                    <m:r>
                      <a:rPr lang="en-US" b="0" i="0" smtClean="0">
                        <a:latin typeface="Cambria Math" panose="02040503050406030204" pitchFamily="18" charset="0"/>
                      </a:rPr>
                      <m:t>. </m:t>
                    </m:r>
                  </m:oMath>
                </a14:m>
                <a:r>
                  <a:rPr lang="en-US" dirty="0">
                    <a:latin typeface="Cambria Math" panose="02040503050406030204" pitchFamily="18" charset="0"/>
                    <a:ea typeface="Cambria Math" panose="02040503050406030204" pitchFamily="18" charset="0"/>
                  </a:rPr>
                  <a:t>T =1 second, </a:t>
                </a:r>
                <a:r>
                  <a:rPr lang="el-GR" dirty="0">
                    <a:latin typeface="Cambria Math" panose="02040503050406030204" pitchFamily="18" charset="0"/>
                    <a:ea typeface="Cambria Math" panose="02040503050406030204" pitchFamily="18" charset="0"/>
                  </a:rPr>
                  <a:t>λ</a:t>
                </a:r>
                <a:r>
                  <a:rPr lang="en-US" dirty="0">
                    <a:latin typeface="Cambria Math" panose="02040503050406030204" pitchFamily="18" charset="0"/>
                    <a:ea typeface="Cambria Math" panose="02040503050406030204" pitchFamily="18" charset="0"/>
                  </a:rPr>
                  <a:t> = 1 meter,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θ</m:t>
                        </m:r>
                      </m:e>
                      <m:sub>
                        <m:r>
                          <a:rPr lang="en-US">
                            <a:latin typeface="Cambria Math" panose="02040503050406030204" pitchFamily="18" charset="0"/>
                          </a:rPr>
                          <m:t>0</m:t>
                        </m:r>
                      </m:sub>
                    </m:sSub>
                    <m:r>
                      <a:rPr lang="en-US" b="0" i="1" smtClean="0">
                        <a:latin typeface="Cambria Math" panose="02040503050406030204" pitchFamily="18" charset="0"/>
                      </a:rPr>
                      <m:t>=0</m:t>
                    </m:r>
                  </m:oMath>
                </a14:m>
                <a:r>
                  <a:rPr lang="en-US" dirty="0">
                    <a:latin typeface="Cambria Math" panose="02040503050406030204" pitchFamily="18" charset="0"/>
                    <a:ea typeface="Cambria Math" panose="02040503050406030204" pitchFamily="18" charset="0"/>
                  </a:rPr>
                  <a:t> radians, Phase Velocity = 1 meter/sec.</a:t>
                </a:r>
                <a:r>
                  <a:rPr lang="en-US" dirty="0"/>
                  <a:t>   </a:t>
                </a:r>
              </a:p>
            </p:txBody>
          </p:sp>
        </mc:Choice>
        <mc:Fallback xmlns="">
          <p:sp>
            <p:nvSpPr>
              <p:cNvPr id="7" name="Rectangle 6"/>
              <p:cNvSpPr>
                <a:spLocks noRot="1" noChangeAspect="1" noMove="1" noResize="1" noEditPoints="1" noAdjustHandles="1" noChangeArrowheads="1" noChangeShapeType="1" noTextEdit="1"/>
              </p:cNvSpPr>
              <p:nvPr/>
            </p:nvSpPr>
            <p:spPr>
              <a:xfrm>
                <a:off x="1355123" y="905067"/>
                <a:ext cx="10697448" cy="506870"/>
              </a:xfrm>
              <a:prstGeom prst="rect">
                <a:avLst/>
              </a:prstGeom>
              <a:blipFill>
                <a:blip r:embed="rId3"/>
                <a:stretch>
                  <a:fillRect/>
                </a:stretch>
              </a:blipFill>
            </p:spPr>
            <p:txBody>
              <a:bodyPr/>
              <a:lstStyle/>
              <a:p>
                <a:r>
                  <a:rPr lang="en-US">
                    <a:noFill/>
                  </a:rPr>
                  <a:t> </a:t>
                </a:r>
              </a:p>
            </p:txBody>
          </p:sp>
        </mc:Fallback>
      </mc:AlternateContent>
      <p:cxnSp>
        <p:nvCxnSpPr>
          <p:cNvPr id="24" name="Straight Arrow Connector 23"/>
          <p:cNvCxnSpPr/>
          <p:nvPr/>
        </p:nvCxnSpPr>
        <p:spPr>
          <a:xfrm flipH="1">
            <a:off x="11043209" y="2103944"/>
            <a:ext cx="398023" cy="1219"/>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a:off x="9979651" y="4138948"/>
            <a:ext cx="398023" cy="1219"/>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8857727" y="6188444"/>
            <a:ext cx="398023" cy="1219"/>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864973" y="2496064"/>
            <a:ext cx="1260389" cy="646331"/>
          </a:xfrm>
          <a:prstGeom prst="rect">
            <a:avLst/>
          </a:prstGeom>
          <a:noFill/>
        </p:spPr>
        <p:txBody>
          <a:bodyPr wrap="square" rtlCol="0">
            <a:spAutoFit/>
          </a:bodyPr>
          <a:lstStyle/>
          <a:p>
            <a:r>
              <a:rPr lang="en-US">
                <a:solidFill>
                  <a:schemeClr val="bg1"/>
                </a:solidFill>
              </a:rPr>
              <a:t>Increasing</a:t>
            </a:r>
          </a:p>
          <a:p>
            <a:r>
              <a:rPr lang="en-US">
                <a:solidFill>
                  <a:schemeClr val="bg1"/>
                </a:solidFill>
              </a:rPr>
              <a:t>    time</a:t>
            </a:r>
          </a:p>
        </p:txBody>
      </p:sp>
      <p:cxnSp>
        <p:nvCxnSpPr>
          <p:cNvPr id="9" name="Straight Arrow Connector 8"/>
          <p:cNvCxnSpPr/>
          <p:nvPr/>
        </p:nvCxnSpPr>
        <p:spPr>
          <a:xfrm>
            <a:off x="1355123" y="3212757"/>
            <a:ext cx="0" cy="671088"/>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831422"/>
      </p:ext>
    </p:extLst>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344049" y="19250"/>
            <a:ext cx="11351741" cy="609600"/>
          </a:xfrm>
        </p:spPr>
        <p:txBody>
          <a:bodyPr/>
          <a:lstStyle/>
          <a:p>
            <a:r>
              <a:rPr lang="en-US" sz="4000"/>
              <a:t>Why is Electricity and Magnetism Important to My Life?</a:t>
            </a:r>
          </a:p>
        </p:txBody>
      </p:sp>
      <p:sp>
        <p:nvSpPr>
          <p:cNvPr id="5" name="Rectangle 4">
            <a:extLst>
              <a:ext uri="{FF2B5EF4-FFF2-40B4-BE49-F238E27FC236}">
                <a16:creationId xmlns:a16="http://schemas.microsoft.com/office/drawing/2014/main" id="{5B229122-B96B-40A9-A914-FFC985B839E6}"/>
              </a:ext>
            </a:extLst>
          </p:cNvPr>
          <p:cNvSpPr/>
          <p:nvPr/>
        </p:nvSpPr>
        <p:spPr>
          <a:xfrm>
            <a:off x="344049" y="804513"/>
            <a:ext cx="11207338" cy="5632311"/>
          </a:xfrm>
          <a:prstGeom prst="rect">
            <a:avLst/>
          </a:prstGeom>
          <a:solidFill>
            <a:srgbClr val="FFFFFF"/>
          </a:solidFill>
          <a:ln w="55000" cap="flat" cmpd="thickThin" algn="ctr">
            <a:solidFill>
              <a:srgbClr val="FFC000"/>
            </a:solidFill>
            <a:prstDash val="solid"/>
          </a:ln>
          <a:effectLst/>
        </p:spPr>
        <p:txBody>
          <a:bodyPr wrap="square">
            <a:spAutoFit/>
          </a:bodyPr>
          <a:lstStyle/>
          <a:p>
            <a:pPr marL="285750" indent="-285750">
              <a:buFont typeface="Arial" panose="020B0604020202020204" pitchFamily="34" charset="0"/>
              <a:buChar char="•"/>
              <a:defRPr/>
            </a:pPr>
            <a:r>
              <a:rPr lang="en-US" kern="0" dirty="0">
                <a:solidFill>
                  <a:prstClr val="black"/>
                </a:solidFill>
                <a:latin typeface="Cambria Math" panose="02040503050406030204" pitchFamily="18" charset="0"/>
                <a:ea typeface="Cambria Math" panose="02040503050406030204" pitchFamily="18" charset="0"/>
                <a:cs typeface="Arial" panose="020B0604020202020204" pitchFamily="34" charset="0"/>
              </a:rPr>
              <a:t>Electromagnetic (EM) energy is the most versatile and easily controlled form of energy we have today.</a:t>
            </a:r>
          </a:p>
          <a:p>
            <a:pPr marL="285750" indent="-285750">
              <a:buFont typeface="Arial" panose="020B0604020202020204" pitchFamily="34" charset="0"/>
              <a:buChar char="•"/>
              <a:defRPr/>
            </a:pPr>
            <a:endParaRPr lang="en-US" kern="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defRPr/>
            </a:pPr>
            <a:r>
              <a:rPr lang="en-US" kern="0" dirty="0">
                <a:solidFill>
                  <a:prstClr val="black"/>
                </a:solidFill>
                <a:latin typeface="Cambria Math" panose="02040503050406030204" pitchFamily="18" charset="0"/>
                <a:ea typeface="Cambria Math" panose="02040503050406030204" pitchFamily="18" charset="0"/>
                <a:cs typeface="Arial" panose="020B0604020202020204" pitchFamily="34" charset="0"/>
              </a:rPr>
              <a:t>EM energy can be generated and transmitted long distances efficiently by means of transmission lines.</a:t>
            </a:r>
          </a:p>
          <a:p>
            <a:pPr marL="285750" indent="-285750">
              <a:buFont typeface="Arial" panose="020B0604020202020204" pitchFamily="34" charset="0"/>
              <a:buChar char="•"/>
              <a:defRPr/>
            </a:pPr>
            <a:endParaRPr lang="en-US" kern="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defRPr/>
            </a:pPr>
            <a:r>
              <a:rPr lang="en-US" kern="0" dirty="0">
                <a:solidFill>
                  <a:prstClr val="black"/>
                </a:solidFill>
                <a:latin typeface="Cambria Math" panose="02040503050406030204" pitchFamily="18" charset="0"/>
                <a:ea typeface="Cambria Math" panose="02040503050406030204" pitchFamily="18" charset="0"/>
                <a:cs typeface="Arial" panose="020B0604020202020204" pitchFamily="34" charset="0"/>
              </a:rPr>
              <a:t>EM signals are extensively used for modern communication.</a:t>
            </a:r>
          </a:p>
          <a:p>
            <a:pPr marL="285750" indent="-285750">
              <a:buFont typeface="Arial" panose="020B0604020202020204" pitchFamily="34" charset="0"/>
              <a:buChar char="•"/>
              <a:defRPr/>
            </a:pPr>
            <a:endParaRPr lang="en-US" kern="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defRPr/>
            </a:pPr>
            <a:r>
              <a:rPr lang="en-US" kern="0" dirty="0">
                <a:solidFill>
                  <a:prstClr val="black"/>
                </a:solidFill>
                <a:latin typeface="Cambria Math" panose="02040503050406030204" pitchFamily="18" charset="0"/>
                <a:ea typeface="Cambria Math" panose="02040503050406030204" pitchFamily="18" charset="0"/>
                <a:cs typeface="Arial" panose="020B0604020202020204" pitchFamily="34" charset="0"/>
              </a:rPr>
              <a:t>EM principles are utilized to do a multitude of useful functions such as long-distance communication, information storage, the generation of light, heat, force, torque, vibrations, etc.</a:t>
            </a:r>
          </a:p>
          <a:p>
            <a:pPr marL="285750" indent="-285750">
              <a:buFont typeface="Arial" panose="020B0604020202020204" pitchFamily="34" charset="0"/>
              <a:buChar char="•"/>
              <a:defRPr/>
            </a:pPr>
            <a:endParaRPr lang="en-US" kern="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defRPr/>
            </a:pPr>
            <a:r>
              <a:rPr lang="en-US" kern="0" dirty="0">
                <a:solidFill>
                  <a:prstClr val="black"/>
                </a:solidFill>
                <a:latin typeface="Cambria Math" panose="02040503050406030204" pitchFamily="18" charset="0"/>
                <a:ea typeface="Cambria Math" panose="02040503050406030204" pitchFamily="18" charset="0"/>
                <a:cs typeface="Arial" panose="020B0604020202020204" pitchFamily="34" charset="0"/>
              </a:rPr>
              <a:t>EM parameters such as voltage and/or current can be utilized to measure many physical quantities such as temperature, pressure, strain, flow, humidity, acceleration, solar radiation, moisture content, etc.</a:t>
            </a:r>
          </a:p>
          <a:p>
            <a:pPr>
              <a:defRPr/>
            </a:pPr>
            <a:endParaRPr lang="en-US" kern="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defRPr/>
            </a:pPr>
            <a:r>
              <a:rPr lang="en-US" kern="0" dirty="0">
                <a:solidFill>
                  <a:prstClr val="black"/>
                </a:solidFill>
                <a:latin typeface="Cambria Math" panose="02040503050406030204" pitchFamily="18" charset="0"/>
                <a:ea typeface="Cambria Math" panose="02040503050406030204" pitchFamily="18" charset="0"/>
                <a:cs typeface="Arial" panose="020B0604020202020204" pitchFamily="34" charset="0"/>
              </a:rPr>
              <a:t>Technologists have transformed our world into one in which our daily lives greatly blessed by and greatly depend upon electricity and magnetism.</a:t>
            </a:r>
          </a:p>
          <a:p>
            <a:pPr marL="285750" indent="-285750">
              <a:buFont typeface="Arial" panose="020B0604020202020204" pitchFamily="34" charset="0"/>
              <a:buChar char="•"/>
              <a:defRPr/>
            </a:pPr>
            <a:endParaRPr lang="en-US" kern="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defRPr/>
            </a:pPr>
            <a:r>
              <a:rPr lang="en-US" kern="0" dirty="0">
                <a:solidFill>
                  <a:prstClr val="black"/>
                </a:solidFill>
                <a:latin typeface="Cambria Math" panose="02040503050406030204" pitchFamily="18" charset="0"/>
                <a:ea typeface="Cambria Math" panose="02040503050406030204" pitchFamily="18" charset="0"/>
                <a:cs typeface="Arial" panose="020B0604020202020204" pitchFamily="34" charset="0"/>
              </a:rPr>
              <a:t>Electrical Engineering is one of the key disciplines that expands the use of electromagnetics to improve the quality of our lives.</a:t>
            </a:r>
          </a:p>
          <a:p>
            <a:pPr marL="285750" indent="-285750">
              <a:buFont typeface="Arial" panose="020B0604020202020204" pitchFamily="34" charset="0"/>
              <a:buChar char="•"/>
              <a:defRPr/>
            </a:pPr>
            <a:endParaRPr lang="en-US" kern="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defRPr/>
            </a:pPr>
            <a:r>
              <a:rPr lang="en-US" kern="0" dirty="0">
                <a:solidFill>
                  <a:prstClr val="black"/>
                </a:solidFill>
                <a:latin typeface="Cambria Math" panose="02040503050406030204" pitchFamily="18" charset="0"/>
                <a:ea typeface="Cambria Math" panose="02040503050406030204" pitchFamily="18" charset="0"/>
                <a:cs typeface="Arial" panose="020B0604020202020204" pitchFamily="34" charset="0"/>
              </a:rPr>
              <a:t>A working knowledge of “Electromagnetics (EM)” is a highly sought after skill today, and in the foreseeable future.</a:t>
            </a:r>
          </a:p>
        </p:txBody>
      </p:sp>
    </p:spTree>
    <p:extLst>
      <p:ext uri="{BB962C8B-B14F-4D97-AF65-F5344CB8AC3E}">
        <p14:creationId xmlns:p14="http://schemas.microsoft.com/office/powerpoint/2010/main" val="430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 calcmode="lin" valueType="num">
                                      <p:cBhvr additive="base">
                                        <p:cTn id="25"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8" end="8"/>
                                            </p:txEl>
                                          </p:spTgt>
                                        </p:tgtEl>
                                        <p:attrNameLst>
                                          <p:attrName>style.visibility</p:attrName>
                                        </p:attrNameLst>
                                      </p:cBhvr>
                                      <p:to>
                                        <p:strVal val="visible"/>
                                      </p:to>
                                    </p:set>
                                    <p:anim calcmode="lin" valueType="num">
                                      <p:cBhvr additive="base">
                                        <p:cTn id="31"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8" end="8"/>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5">
                                            <p:txEl>
                                              <p:pRg st="10" end="10"/>
                                            </p:txEl>
                                          </p:spTgt>
                                        </p:tgtEl>
                                        <p:attrNameLst>
                                          <p:attrName>style.visibility</p:attrName>
                                        </p:attrNameLst>
                                      </p:cBhvr>
                                      <p:to>
                                        <p:strVal val="visible"/>
                                      </p:to>
                                    </p:set>
                                    <p:anim calcmode="lin" valueType="num">
                                      <p:cBhvr additive="base">
                                        <p:cTn id="35"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5">
                                            <p:txEl>
                                              <p:pRg st="12" end="12"/>
                                            </p:txEl>
                                          </p:spTgt>
                                        </p:tgtEl>
                                        <p:attrNameLst>
                                          <p:attrName>style.visibility</p:attrName>
                                        </p:attrNameLst>
                                      </p:cBhvr>
                                      <p:to>
                                        <p:strVal val="visible"/>
                                      </p:to>
                                    </p:set>
                                    <p:anim calcmode="lin" valueType="num">
                                      <p:cBhvr additive="base">
                                        <p:cTn id="41" dur="500" fill="hold"/>
                                        <p:tgtEl>
                                          <p:spTgt spid="5">
                                            <p:txEl>
                                              <p:pRg st="12" end="12"/>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5">
                                            <p:txEl>
                                              <p:pRg st="12" end="12"/>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5">
                                            <p:txEl>
                                              <p:pRg st="14" end="14"/>
                                            </p:txEl>
                                          </p:spTgt>
                                        </p:tgtEl>
                                        <p:attrNameLst>
                                          <p:attrName>style.visibility</p:attrName>
                                        </p:attrNameLst>
                                      </p:cBhvr>
                                      <p:to>
                                        <p:strVal val="visible"/>
                                      </p:to>
                                    </p:set>
                                    <p:anim calcmode="lin" valueType="num">
                                      <p:cBhvr additive="base">
                                        <p:cTn id="45" dur="500" fill="hold"/>
                                        <p:tgtEl>
                                          <p:spTgt spid="5">
                                            <p:txEl>
                                              <p:pRg st="14" end="14"/>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5">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3118339" y="66738"/>
            <a:ext cx="5353538" cy="563244"/>
          </a:xfrm>
        </p:spPr>
        <p:txBody>
          <a:bodyPr/>
          <a:lstStyle/>
          <a:p>
            <a:r>
              <a:rPr lang="en-US" sz="4000"/>
              <a:t> </a:t>
            </a:r>
            <a:r>
              <a:rPr lang="en-US" sz="4000">
                <a:latin typeface="Cambria Math" panose="02040503050406030204" pitchFamily="18" charset="0"/>
                <a:ea typeface="Cambria Math" panose="02040503050406030204" pitchFamily="18" charset="0"/>
              </a:rPr>
              <a:t>What Do Engineers Do?</a:t>
            </a:r>
          </a:p>
        </p:txBody>
      </p:sp>
      <p:sp>
        <p:nvSpPr>
          <p:cNvPr id="7" name="Rectangle 6"/>
          <p:cNvSpPr/>
          <p:nvPr/>
        </p:nvSpPr>
        <p:spPr>
          <a:xfrm>
            <a:off x="382742" y="995448"/>
            <a:ext cx="10972799" cy="378565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342900" marR="0" lvl="0" indent="-342900" algn="l" defTabSz="914400" rtl="0" eaLnBrk="1" fontAlgn="auto" latinLnBrk="0" hangingPunct="1">
              <a:lnSpc>
                <a:spcPct val="100000"/>
              </a:lnSpc>
              <a:spcBef>
                <a:spcPts val="0"/>
              </a:spcBef>
              <a:spcAft>
                <a:spcPts val="0"/>
              </a:spcAft>
              <a:buClr>
                <a:srgbClr val="4E5B6F"/>
              </a:buClr>
              <a:buSzTx/>
              <a:buFont typeface="Wingdings" panose="05000000000000000000" pitchFamily="2" charset="2"/>
              <a:buChar char="Ø"/>
              <a:tabLst/>
              <a:defRPr/>
            </a:pPr>
            <a:r>
              <a:rPr kumimoji="0" lang="en-US" sz="2000" b="0"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Apply math and science to solve problems. </a:t>
            </a:r>
          </a:p>
          <a:p>
            <a:pPr marL="0" marR="0" lvl="0" indent="0" algn="l" defTabSz="914400" rtl="0" eaLnBrk="1" fontAlgn="auto" latinLnBrk="0" hangingPunct="1">
              <a:lnSpc>
                <a:spcPct val="100000"/>
              </a:lnSpc>
              <a:spcBef>
                <a:spcPts val="0"/>
              </a:spcBef>
              <a:spcAft>
                <a:spcPts val="0"/>
              </a:spcAft>
              <a:buClr>
                <a:srgbClr val="4E5B6F"/>
              </a:buClr>
              <a:buSzTx/>
              <a:buFontTx/>
              <a:buNone/>
              <a:tabLst/>
              <a:defRPr/>
            </a:pPr>
            <a:endParaRPr kumimoji="0" lang="en-US" sz="2000" b="0"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0"/>
              </a:spcAft>
              <a:buClr>
                <a:srgbClr val="4E5B6F"/>
              </a:buClr>
              <a:buSzTx/>
              <a:buFont typeface="Wingdings" panose="05000000000000000000" pitchFamily="2" charset="2"/>
              <a:buChar char="Ø"/>
              <a:tabLst/>
              <a:defRPr/>
            </a:pPr>
            <a:r>
              <a:rPr kumimoji="0" lang="en-US" sz="2000" b="0"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Problems to be solved are opportunities for engineers.</a:t>
            </a:r>
          </a:p>
          <a:p>
            <a:pPr marL="0" marR="0" lvl="0" indent="0" algn="l" defTabSz="914400" rtl="0" eaLnBrk="1" fontAlgn="auto" latinLnBrk="0" hangingPunct="1">
              <a:lnSpc>
                <a:spcPct val="100000"/>
              </a:lnSpc>
              <a:spcBef>
                <a:spcPts val="0"/>
              </a:spcBef>
              <a:spcAft>
                <a:spcPts val="0"/>
              </a:spcAft>
              <a:buClr>
                <a:srgbClr val="4E5B6F"/>
              </a:buClr>
              <a:buSzTx/>
              <a:buFontTx/>
              <a:buNone/>
              <a:tabLst/>
              <a:defRPr/>
            </a:pPr>
            <a:endParaRPr kumimoji="0" lang="en-US" sz="2000" b="0"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0"/>
              </a:spcAft>
              <a:buClr>
                <a:srgbClr val="4E5B6F"/>
              </a:buClr>
              <a:buSzTx/>
              <a:buFont typeface="Wingdings" panose="05000000000000000000" pitchFamily="2" charset="2"/>
              <a:buChar char="Ø"/>
              <a:tabLst/>
              <a:defRPr/>
            </a:pPr>
            <a:r>
              <a:rPr kumimoji="0" lang="en-US" sz="2000" b="0"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Engineers are sustained by problems that are big enough for someone to pay for your skills to solve.</a:t>
            </a:r>
          </a:p>
          <a:p>
            <a:pPr marL="0" marR="0" lvl="0" indent="0" algn="l" defTabSz="914400" rtl="0" eaLnBrk="1" fontAlgn="auto" latinLnBrk="0" hangingPunct="1">
              <a:lnSpc>
                <a:spcPct val="100000"/>
              </a:lnSpc>
              <a:spcBef>
                <a:spcPts val="0"/>
              </a:spcBef>
              <a:spcAft>
                <a:spcPts val="0"/>
              </a:spcAft>
              <a:buClr>
                <a:srgbClr val="4E5B6F"/>
              </a:buClr>
              <a:buSzTx/>
              <a:buFontTx/>
              <a:buNone/>
              <a:tabLst/>
              <a:defRPr/>
            </a:pPr>
            <a:endParaRPr kumimoji="0" lang="en-US" sz="2000" b="0"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0"/>
              </a:spcAft>
              <a:buClr>
                <a:srgbClr val="4E5B6F"/>
              </a:buClr>
              <a:buSzTx/>
              <a:buFont typeface="Wingdings" panose="05000000000000000000" pitchFamily="2" charset="2"/>
              <a:buChar char="Ø"/>
              <a:tabLst/>
              <a:defRPr/>
            </a:pPr>
            <a:r>
              <a:rPr kumimoji="0" lang="en-US" sz="2000" b="0"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Intuitive understanding of how something works is very helpful when trying to figure out why it is not working.</a:t>
            </a:r>
          </a:p>
          <a:p>
            <a:pPr marL="342900" marR="0" lvl="0" indent="-342900" algn="l" defTabSz="914400" rtl="0" eaLnBrk="1" fontAlgn="auto" latinLnBrk="0" hangingPunct="1">
              <a:lnSpc>
                <a:spcPct val="100000"/>
              </a:lnSpc>
              <a:spcBef>
                <a:spcPts val="0"/>
              </a:spcBef>
              <a:spcAft>
                <a:spcPts val="0"/>
              </a:spcAft>
              <a:buClr>
                <a:srgbClr val="4E5B6F"/>
              </a:buClr>
              <a:buSzTx/>
              <a:buFont typeface="Wingdings" panose="05000000000000000000" pitchFamily="2" charset="2"/>
              <a:buChar char="Ø"/>
              <a:tabLst/>
              <a:defRPr/>
            </a:pPr>
            <a:endParaRPr kumimoji="0" lang="en-US" sz="2000" b="0"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0"/>
              </a:spcAft>
              <a:buClr>
                <a:srgbClr val="4E5B6F"/>
              </a:buClr>
              <a:buSzTx/>
              <a:buFont typeface="Wingdings" panose="05000000000000000000" pitchFamily="2" charset="2"/>
              <a:buChar char="Ø"/>
              <a:tabLst/>
              <a:defRPr/>
            </a:pPr>
            <a:r>
              <a:rPr kumimoji="0" lang="en-US" sz="2000" b="0"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Intuitive understanding has longer shelf life than a superficial understanding just sufficient to pass a test.</a:t>
            </a:r>
          </a:p>
        </p:txBody>
      </p:sp>
    </p:spTree>
    <p:extLst>
      <p:ext uri="{BB962C8B-B14F-4D97-AF65-F5344CB8AC3E}">
        <p14:creationId xmlns:p14="http://schemas.microsoft.com/office/powerpoint/2010/main" val="3714251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6" end="6"/>
                                            </p:txEl>
                                          </p:spTgt>
                                        </p:tgtEl>
                                        <p:attrNameLst>
                                          <p:attrName>style.visibility</p:attrName>
                                        </p:attrNameLst>
                                      </p:cBhvr>
                                      <p:to>
                                        <p:strVal val="visible"/>
                                      </p:to>
                                    </p:set>
                                    <p:anim calcmode="lin" valueType="num">
                                      <p:cBhvr additive="base">
                                        <p:cTn id="13"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6" end="6"/>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7">
                                            <p:txEl>
                                              <p:pRg st="8" end="8"/>
                                            </p:txEl>
                                          </p:spTgt>
                                        </p:tgtEl>
                                        <p:attrNameLst>
                                          <p:attrName>style.visibility</p:attrName>
                                        </p:attrNameLst>
                                      </p:cBhvr>
                                      <p:to>
                                        <p:strVal val="visible"/>
                                      </p:to>
                                    </p:set>
                                    <p:anim calcmode="lin" valueType="num">
                                      <p:cBhvr additive="base">
                                        <p:cTn id="17"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2547817" y="0"/>
            <a:ext cx="7323015" cy="563244"/>
          </a:xfrm>
        </p:spPr>
        <p:txBody>
          <a:bodyPr/>
          <a:lstStyle/>
          <a:p>
            <a:r>
              <a:rPr lang="en-US" sz="4000"/>
              <a:t> </a:t>
            </a:r>
            <a:r>
              <a:rPr lang="en-US" sz="4000">
                <a:latin typeface="Cambria Math" panose="02040503050406030204" pitchFamily="18" charset="0"/>
                <a:ea typeface="Cambria Math" panose="02040503050406030204" pitchFamily="18" charset="0"/>
              </a:rPr>
              <a:t>What are Employers Looking For?</a:t>
            </a:r>
          </a:p>
        </p:txBody>
      </p:sp>
      <p:sp>
        <p:nvSpPr>
          <p:cNvPr id="5" name="Rectangle 4"/>
          <p:cNvSpPr/>
          <p:nvPr/>
        </p:nvSpPr>
        <p:spPr>
          <a:xfrm>
            <a:off x="569009" y="1012381"/>
            <a:ext cx="10972799" cy="532453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Someone who is hard working, self-motivated and demonstrates integrity.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Solid grasp of circuit analysis &amp; design fundamentals.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Good problem solving methodology. Take stock of what you do know.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Detailed understanding of how something works is very helpful when trying to solve problems.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	What does the characteristic impedance of a transmission line mean and is it a function of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	frequency?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	What causes waveform reflections on transmission lines and how can they be avoided?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	Is it better to have a PC board laminate with high or low relative permittivity and why?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	What does antenna gain refer to since an antenna is a passive device?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Can easily look up equations, but can’t so easily look up concepts.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p:txBody>
      </p:sp>
    </p:spTree>
    <p:extLst>
      <p:ext uri="{BB962C8B-B14F-4D97-AF65-F5344CB8AC3E}">
        <p14:creationId xmlns:p14="http://schemas.microsoft.com/office/powerpoint/2010/main" val="3700547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 calcmode="lin" valueType="num">
                                      <p:cBhvr additive="base">
                                        <p:cTn id="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anim calcmode="lin" valueType="num">
                                      <p:cBhvr additive="base">
                                        <p:cTn id="13"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7" end="7"/>
                                            </p:txEl>
                                          </p:spTgt>
                                        </p:tgtEl>
                                        <p:attrNameLst>
                                          <p:attrName>style.visibility</p:attrName>
                                        </p:attrNameLst>
                                      </p:cBhvr>
                                      <p:to>
                                        <p:strVal val="visible"/>
                                      </p:to>
                                    </p:set>
                                    <p:anim calcmode="lin" valueType="num">
                                      <p:cBhvr additive="base">
                                        <p:cTn id="19"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8" end="8"/>
                                            </p:txEl>
                                          </p:spTgt>
                                        </p:tgtEl>
                                        <p:attrNameLst>
                                          <p:attrName>style.visibility</p:attrName>
                                        </p:attrNameLst>
                                      </p:cBhvr>
                                      <p:to>
                                        <p:strVal val="visible"/>
                                      </p:to>
                                    </p:set>
                                    <p:anim calcmode="lin" valueType="num">
                                      <p:cBhvr additive="base">
                                        <p:cTn id="25"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8" end="8"/>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5">
                                            <p:txEl>
                                              <p:pRg st="9" end="9"/>
                                            </p:txEl>
                                          </p:spTgt>
                                        </p:tgtEl>
                                        <p:attrNameLst>
                                          <p:attrName>style.visibility</p:attrName>
                                        </p:attrNameLst>
                                      </p:cBhvr>
                                      <p:to>
                                        <p:strVal val="visible"/>
                                      </p:to>
                                    </p:set>
                                    <p:anim calcmode="lin" valueType="num">
                                      <p:cBhvr additive="base">
                                        <p:cTn id="29"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5">
                                            <p:txEl>
                                              <p:pRg st="10" end="10"/>
                                            </p:txEl>
                                          </p:spTgt>
                                        </p:tgtEl>
                                        <p:attrNameLst>
                                          <p:attrName>style.visibility</p:attrName>
                                        </p:attrNameLst>
                                      </p:cBhvr>
                                      <p:to>
                                        <p:strVal val="visible"/>
                                      </p:to>
                                    </p:set>
                                    <p:anim calcmode="lin" valueType="num">
                                      <p:cBhvr additive="base">
                                        <p:cTn id="35"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5">
                                            <p:txEl>
                                              <p:pRg st="11" end="11"/>
                                            </p:txEl>
                                          </p:spTgt>
                                        </p:tgtEl>
                                        <p:attrNameLst>
                                          <p:attrName>style.visibility</p:attrName>
                                        </p:attrNameLst>
                                      </p:cBhvr>
                                      <p:to>
                                        <p:strVal val="visible"/>
                                      </p:to>
                                    </p:set>
                                    <p:anim calcmode="lin" valueType="num">
                                      <p:cBhvr additive="base">
                                        <p:cTn id="41" dur="500" fill="hold"/>
                                        <p:tgtEl>
                                          <p:spTgt spid="5">
                                            <p:txEl>
                                              <p:pRg st="11" end="11"/>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5">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5">
                                            <p:txEl>
                                              <p:pRg st="12" end="12"/>
                                            </p:txEl>
                                          </p:spTgt>
                                        </p:tgtEl>
                                        <p:attrNameLst>
                                          <p:attrName>style.visibility</p:attrName>
                                        </p:attrNameLst>
                                      </p:cBhvr>
                                      <p:to>
                                        <p:strVal val="visible"/>
                                      </p:to>
                                    </p:set>
                                    <p:anim calcmode="lin" valueType="num">
                                      <p:cBhvr additive="base">
                                        <p:cTn id="47" dur="500" fill="hold"/>
                                        <p:tgtEl>
                                          <p:spTgt spid="5">
                                            <p:txEl>
                                              <p:pRg st="12" end="12"/>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5">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5">
                                            <p:txEl>
                                              <p:pRg st="15" end="15"/>
                                            </p:txEl>
                                          </p:spTgt>
                                        </p:tgtEl>
                                        <p:attrNameLst>
                                          <p:attrName>style.visibility</p:attrName>
                                        </p:attrNameLst>
                                      </p:cBhvr>
                                      <p:to>
                                        <p:strVal val="visible"/>
                                      </p:to>
                                    </p:set>
                                    <p:anim calcmode="lin" valueType="num">
                                      <p:cBhvr additive="base">
                                        <p:cTn id="53" dur="500" fill="hold"/>
                                        <p:tgtEl>
                                          <p:spTgt spid="5">
                                            <p:txEl>
                                              <p:pRg st="15" end="15"/>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5">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ctrTitle"/>
          </p:nvPr>
        </p:nvSpPr>
        <p:spPr>
          <a:xfrm>
            <a:off x="3524185" y="125496"/>
            <a:ext cx="5583776" cy="923132"/>
          </a:xfrm>
        </p:spPr>
        <p:txBody>
          <a:bodyPr/>
          <a:lstStyle/>
          <a:p>
            <a:r>
              <a:rPr lang="en-US" sz="4800"/>
              <a:t>Complex Numbers</a:t>
            </a:r>
          </a:p>
        </p:txBody>
      </p:sp>
      <mc:AlternateContent xmlns:mc="http://schemas.openxmlformats.org/markup-compatibility/2006" xmlns:a14="http://schemas.microsoft.com/office/drawing/2010/main">
        <mc:Choice Requires="a14">
          <p:sp>
            <p:nvSpPr>
              <p:cNvPr id="5" name="TextBox 4"/>
              <p:cNvSpPr txBox="1"/>
              <p:nvPr/>
            </p:nvSpPr>
            <p:spPr>
              <a:xfrm>
                <a:off x="993618" y="1227448"/>
                <a:ext cx="10644910" cy="51353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altLang="en-US">
                    <a:solidFill>
                      <a:schemeClr val="bg1"/>
                    </a:solidFill>
                    <a:latin typeface="Cambria Math" panose="02040503050406030204" pitchFamily="18" charset="0"/>
                    <a:ea typeface="Cambria Math" panose="02040503050406030204" pitchFamily="18" charset="0"/>
                    <a:cs typeface="Arial" panose="020B0604020202020204" pitchFamily="34" charset="0"/>
                  </a:rPr>
                  <a:t>Mathematicians use </a:t>
                </a:r>
                <a:r>
                  <a:rPr lang="en-US" altLang="en-US" err="1">
                    <a:solidFill>
                      <a:schemeClr val="bg1"/>
                    </a:solidFill>
                    <a:latin typeface="Cambria Math" panose="02040503050406030204" pitchFamily="18" charset="0"/>
                    <a:ea typeface="Cambria Math" panose="02040503050406030204" pitchFamily="18" charset="0"/>
                    <a:cs typeface="Arial" panose="020B0604020202020204" pitchFamily="34" charset="0"/>
                  </a:rPr>
                  <a:t>i</a:t>
                </a:r>
                <a:r>
                  <a:rPr lang="en-US" altLang="en-US">
                    <a:solidFill>
                      <a:schemeClr val="bg1"/>
                    </a:solidFill>
                    <a:latin typeface="Cambria Math" panose="02040503050406030204" pitchFamily="18" charset="0"/>
                    <a:ea typeface="Cambria Math" panose="02040503050406030204" pitchFamily="18" charset="0"/>
                    <a:cs typeface="Arial" panose="020B0604020202020204" pitchFamily="34" charset="0"/>
                  </a:rPr>
                  <a:t> to designate the “Imaginary” unit, although Electrical Engineers use j for imaginary unit since </a:t>
                </a:r>
                <a:r>
                  <a:rPr lang="en-US" altLang="en-US" err="1">
                    <a:solidFill>
                      <a:schemeClr val="bg1"/>
                    </a:solidFill>
                    <a:latin typeface="Cambria Math" panose="02040503050406030204" pitchFamily="18" charset="0"/>
                    <a:ea typeface="Cambria Math" panose="02040503050406030204" pitchFamily="18" charset="0"/>
                    <a:cs typeface="Arial" panose="020B0604020202020204" pitchFamily="34" charset="0"/>
                  </a:rPr>
                  <a:t>i</a:t>
                </a:r>
                <a:r>
                  <a:rPr lang="en-US" altLang="en-US">
                    <a:solidFill>
                      <a:schemeClr val="bg1"/>
                    </a:solidFill>
                    <a:latin typeface="Cambria Math" panose="02040503050406030204" pitchFamily="18" charset="0"/>
                    <a:ea typeface="Cambria Math" panose="02040503050406030204" pitchFamily="18" charset="0"/>
                    <a:cs typeface="Arial" panose="020B0604020202020204" pitchFamily="34" charset="0"/>
                  </a:rPr>
                  <a:t> is used for current.</a:t>
                </a:r>
              </a:p>
              <a:p>
                <a:pPr marL="285750" indent="-285750">
                  <a:buFont typeface="Arial" panose="020B0604020202020204" pitchFamily="34" charset="0"/>
                  <a:buChar char="•"/>
                </a:pPr>
                <a:endParaRPr lang="en-US" altLang="en-US">
                  <a:solidFill>
                    <a:schemeClr val="bg1"/>
                  </a:solidFill>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pPr>
                <a:r>
                  <a:rPr lang="en-US" altLang="en-US">
                    <a:solidFill>
                      <a:schemeClr val="bg1"/>
                    </a:solidFill>
                    <a:latin typeface="Cambria Math" panose="02040503050406030204" pitchFamily="18" charset="0"/>
                    <a:ea typeface="Cambria Math" panose="02040503050406030204" pitchFamily="18" charset="0"/>
                  </a:rPr>
                  <a:t>Imaginary Operator:  </a:t>
                </a:r>
                <a14:m>
                  <m:oMath xmlns:m="http://schemas.openxmlformats.org/officeDocument/2006/math">
                    <m:r>
                      <m:rPr>
                        <m:sty m:val="p"/>
                      </m:rPr>
                      <a:rPr lang="en-US" i="0">
                        <a:solidFill>
                          <a:schemeClr val="bg1"/>
                        </a:solidFill>
                        <a:latin typeface="Cambria Math" panose="02040503050406030204" pitchFamily="18" charset="0"/>
                        <a:ea typeface="Cambria Math" panose="02040503050406030204" pitchFamily="18" charset="0"/>
                      </a:rPr>
                      <m:t>j</m:t>
                    </m:r>
                    <m:r>
                      <a:rPr lang="en-US" i="1">
                        <a:solidFill>
                          <a:schemeClr val="bg1"/>
                        </a:solidFill>
                        <a:latin typeface="Cambria Math" panose="02040503050406030204" pitchFamily="18" charset="0"/>
                        <a:ea typeface="Cambria Math" panose="02040503050406030204" pitchFamily="18" charset="0"/>
                      </a:rPr>
                      <m:t>= </m:t>
                    </m:r>
                    <m:rad>
                      <m:radPr>
                        <m:degHide m:val="on"/>
                        <m:ctrlPr>
                          <a:rPr lang="en-US" i="1">
                            <a:solidFill>
                              <a:schemeClr val="bg1"/>
                            </a:solidFill>
                            <a:latin typeface="Cambria Math" panose="02040503050406030204" pitchFamily="18" charset="0"/>
                            <a:ea typeface="Cambria Math" panose="02040503050406030204" pitchFamily="18" charset="0"/>
                          </a:rPr>
                        </m:ctrlPr>
                      </m:radPr>
                      <m:deg/>
                      <m:e>
                        <m:r>
                          <a:rPr lang="en-US" i="1">
                            <a:solidFill>
                              <a:schemeClr val="bg1"/>
                            </a:solidFill>
                            <a:latin typeface="Cambria Math" panose="02040503050406030204" pitchFamily="18" charset="0"/>
                            <a:ea typeface="Cambria Math" panose="02040503050406030204" pitchFamily="18" charset="0"/>
                          </a:rPr>
                          <m:t>−1</m:t>
                        </m:r>
                      </m:e>
                    </m:rad>
                  </m:oMath>
                </a14:m>
                <a:r>
                  <a:rPr lang="en-US" altLang="en-US">
                    <a:solidFill>
                      <a:schemeClr val="bg1"/>
                    </a:solidFill>
                    <a:latin typeface="Cambria Math" panose="02040503050406030204" pitchFamily="18" charset="0"/>
                    <a:ea typeface="Cambria Math" panose="02040503050406030204" pitchFamily="18" charset="0"/>
                    <a:cs typeface="Arial" panose="020B0604020202020204" pitchFamily="34" charset="0"/>
                  </a:rPr>
                  <a:t>.</a:t>
                </a:r>
              </a:p>
              <a:p>
                <a:endParaRPr lang="en-US">
                  <a:solidFill>
                    <a:schemeClr val="bg1"/>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a:solidFill>
                      <a:schemeClr val="bg1"/>
                    </a:solidFill>
                    <a:latin typeface="Cambria Math" panose="02040503050406030204" pitchFamily="18" charset="0"/>
                    <a:ea typeface="Cambria Math" panose="02040503050406030204" pitchFamily="18" charset="0"/>
                    <a:cs typeface="Arial" panose="020B0604020202020204" pitchFamily="34" charset="0"/>
                  </a:rPr>
                  <a:t>A complex number is a number that has both a real and imaginary part, i.e</a:t>
                </a:r>
                <a:r>
                  <a:rPr lang="en-US" dirty="0">
                    <a:solidFill>
                      <a:schemeClr val="bg1"/>
                    </a:solidFill>
                    <a:latin typeface="Cambria Math" panose="02040503050406030204" pitchFamily="18" charset="0"/>
                    <a:ea typeface="Cambria Math" panose="02040503050406030204" pitchFamily="18" charset="0"/>
                    <a:cs typeface="Arial" panose="020B0604020202020204" pitchFamily="34" charset="0"/>
                  </a:rPr>
                  <a:t>.,</a:t>
                </a:r>
                <a:r>
                  <a:rPr lang="en-US">
                    <a:solidFill>
                      <a:schemeClr val="bg1"/>
                    </a:solidFill>
                    <a:latin typeface="Cambria Math" panose="02040503050406030204" pitchFamily="18" charset="0"/>
                    <a:ea typeface="Cambria Math" panose="02040503050406030204" pitchFamily="18" charset="0"/>
                    <a:cs typeface="Arial" panose="020B0604020202020204" pitchFamily="34" charset="0"/>
                  </a:rPr>
                  <a:t> 3 + j2, where j is the imaginary operator, designating the imaginary part.</a:t>
                </a:r>
              </a:p>
              <a:p>
                <a:endParaRPr lang="en-US">
                  <a:solidFill>
                    <a:schemeClr val="bg1"/>
                  </a:solidFill>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pPr>
                <a:r>
                  <a:rPr lang="en-US">
                    <a:solidFill>
                      <a:schemeClr val="bg1"/>
                    </a:solidFill>
                    <a:latin typeface="Cambria Math" panose="02040503050406030204" pitchFamily="18" charset="0"/>
                    <a:ea typeface="Cambria Math" panose="02040503050406030204" pitchFamily="18" charset="0"/>
                    <a:cs typeface="Arial" panose="020B0604020202020204" pitchFamily="34" charset="0"/>
                  </a:rPr>
                  <a:t>Complex numbers are used in electrical engineering to represent the amplitude and phase of sinusoids in the complex plane.</a:t>
                </a:r>
              </a:p>
              <a:p>
                <a:pPr marL="285750" indent="-285750">
                  <a:buFont typeface="Arial" panose="020B0604020202020204" pitchFamily="34" charset="0"/>
                  <a:buChar char="•"/>
                </a:pPr>
                <a:endParaRPr lang="en-US">
                  <a:solidFill>
                    <a:schemeClr val="bg1"/>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altLang="en-US">
                    <a:solidFill>
                      <a:schemeClr val="bg1"/>
                    </a:solidFill>
                    <a:latin typeface="Cambria Math" panose="02040503050406030204" pitchFamily="18" charset="0"/>
                    <a:ea typeface="Cambria Math" panose="02040503050406030204" pitchFamily="18" charset="0"/>
                    <a:cs typeface="Arial" panose="020B0604020202020204" pitchFamily="34" charset="0"/>
                  </a:rPr>
                  <a:t>Imaginary Operator Properties:</a:t>
                </a:r>
              </a:p>
              <a:p>
                <a:pPr marL="285750" indent="-285750">
                  <a:buFont typeface="Arial" panose="020B0604020202020204" pitchFamily="34" charset="0"/>
                  <a:buChar char="•"/>
                </a:pPr>
                <a:endParaRPr lang="en-US" altLang="en-US">
                  <a:solidFill>
                    <a:schemeClr val="bg1"/>
                  </a:solidFill>
                  <a:latin typeface="Cambria Math" panose="02040503050406030204" pitchFamily="18" charset="0"/>
                  <a:ea typeface="Cambria Math" panose="02040503050406030204" pitchFamily="18" charset="0"/>
                </a:endParaRPr>
              </a:p>
              <a:p>
                <a:pPr algn="ctr"/>
                <a:r>
                  <a:rPr lang="en-US" altLang="en-US">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m:rPr>
                        <m:sty m:val="p"/>
                      </m:rPr>
                      <a:rPr lang="en-US" i="0">
                        <a:solidFill>
                          <a:schemeClr val="bg1"/>
                        </a:solidFill>
                        <a:latin typeface="Cambria Math" panose="02040503050406030204" pitchFamily="18" charset="0"/>
                        <a:ea typeface="Cambria Math" panose="02040503050406030204" pitchFamily="18" charset="0"/>
                      </a:rPr>
                      <m:t>j</m:t>
                    </m:r>
                    <m:r>
                      <a:rPr lang="en-US" i="0">
                        <a:solidFill>
                          <a:schemeClr val="bg1"/>
                        </a:solidFill>
                        <a:latin typeface="Cambria Math" panose="02040503050406030204" pitchFamily="18" charset="0"/>
                        <a:ea typeface="Cambria Math" panose="02040503050406030204" pitchFamily="18" charset="0"/>
                      </a:rPr>
                      <m:t>= </m:t>
                    </m:r>
                    <m:rad>
                      <m:radPr>
                        <m:degHide m:val="on"/>
                        <m:ctrlPr>
                          <a:rPr lang="en-US" i="1">
                            <a:solidFill>
                              <a:schemeClr val="bg1"/>
                            </a:solidFill>
                            <a:latin typeface="Cambria Math" panose="02040503050406030204" pitchFamily="18" charset="0"/>
                            <a:ea typeface="Cambria Math" panose="02040503050406030204" pitchFamily="18" charset="0"/>
                          </a:rPr>
                        </m:ctrlPr>
                      </m:radPr>
                      <m:deg/>
                      <m:e>
                        <m:r>
                          <a:rPr lang="en-US" i="0">
                            <a:solidFill>
                              <a:schemeClr val="bg1"/>
                            </a:solidFill>
                            <a:latin typeface="Cambria Math" panose="02040503050406030204" pitchFamily="18" charset="0"/>
                            <a:ea typeface="Cambria Math" panose="02040503050406030204" pitchFamily="18" charset="0"/>
                          </a:rPr>
                          <m:t>−1</m:t>
                        </m:r>
                      </m:e>
                    </m:rad>
                    <m:r>
                      <a:rPr lang="en-US" b="0" i="0" smtClean="0">
                        <a:solidFill>
                          <a:schemeClr val="bg1"/>
                        </a:solidFill>
                        <a:latin typeface="Cambria Math" panose="02040503050406030204" pitchFamily="18" charset="0"/>
                        <a:ea typeface="Cambria Math" panose="02040503050406030204" pitchFamily="18" charset="0"/>
                      </a:rPr>
                      <m:t> </m:t>
                    </m:r>
                    <m:d>
                      <m:dPr>
                        <m:ctrlPr>
                          <a:rPr lang="en-US" b="0" i="1" smtClean="0">
                            <a:solidFill>
                              <a:schemeClr val="bg1"/>
                            </a:solidFill>
                            <a:latin typeface="Cambria Math" panose="02040503050406030204" pitchFamily="18" charset="0"/>
                            <a:ea typeface="Cambria Math" panose="02040503050406030204" pitchFamily="18" charset="0"/>
                          </a:rPr>
                        </m:ctrlPr>
                      </m:dPr>
                      <m:e>
                        <m:r>
                          <m:rPr>
                            <m:sty m:val="p"/>
                          </m:rPr>
                          <a:rPr lang="en-US" b="0" i="0" smtClean="0">
                            <a:solidFill>
                              <a:schemeClr val="bg1"/>
                            </a:solidFill>
                            <a:latin typeface="Cambria Math" panose="02040503050406030204" pitchFamily="18" charset="0"/>
                            <a:ea typeface="Cambria Math" panose="02040503050406030204" pitchFamily="18" charset="0"/>
                          </a:rPr>
                          <m:t>imaginary</m:t>
                        </m:r>
                      </m:e>
                    </m:d>
                    <m:r>
                      <a:rPr lang="en-US" b="0" i="0" smtClean="0">
                        <a:solidFill>
                          <a:schemeClr val="bg1"/>
                        </a:solidFill>
                        <a:latin typeface="Cambria Math" panose="02040503050406030204" pitchFamily="18" charset="0"/>
                        <a:ea typeface="Cambria Math" panose="02040503050406030204" pitchFamily="18" charset="0"/>
                      </a:rPr>
                      <m:t>,  </m:t>
                    </m:r>
                    <m:sSup>
                      <m:sSupPr>
                        <m:ctrlPr>
                          <a:rPr lang="en-US" i="1">
                            <a:solidFill>
                              <a:schemeClr val="bg1"/>
                            </a:solidFill>
                            <a:latin typeface="Cambria Math" panose="02040503050406030204" pitchFamily="18" charset="0"/>
                            <a:ea typeface="Cambria Math" panose="02040503050406030204" pitchFamily="18" charset="0"/>
                          </a:rPr>
                        </m:ctrlPr>
                      </m:sSupPr>
                      <m:e>
                        <m:r>
                          <m:rPr>
                            <m:sty m:val="p"/>
                          </m:rPr>
                          <a:rPr lang="en-US" i="0">
                            <a:solidFill>
                              <a:schemeClr val="bg1"/>
                            </a:solidFill>
                            <a:latin typeface="Cambria Math" panose="02040503050406030204" pitchFamily="18" charset="0"/>
                            <a:ea typeface="Cambria Math" panose="02040503050406030204" pitchFamily="18" charset="0"/>
                          </a:rPr>
                          <m:t>j</m:t>
                        </m:r>
                      </m:e>
                      <m:sup>
                        <m:r>
                          <a:rPr lang="en-US" i="0">
                            <a:solidFill>
                              <a:schemeClr val="bg1"/>
                            </a:solidFill>
                            <a:latin typeface="Cambria Math" panose="02040503050406030204" pitchFamily="18" charset="0"/>
                            <a:ea typeface="Cambria Math" panose="02040503050406030204" pitchFamily="18" charset="0"/>
                          </a:rPr>
                          <m:t>2</m:t>
                        </m:r>
                      </m:sup>
                    </m:sSup>
                    <m:r>
                      <a:rPr lang="en-US" i="0">
                        <a:solidFill>
                          <a:schemeClr val="bg1"/>
                        </a:solidFill>
                        <a:latin typeface="Cambria Math" panose="02040503050406030204" pitchFamily="18" charset="0"/>
                        <a:ea typeface="Cambria Math" panose="02040503050406030204" pitchFamily="18" charset="0"/>
                      </a:rPr>
                      <m:t>=−1</m:t>
                    </m:r>
                    <m:r>
                      <a:rPr lang="en-US" b="0" i="0" smtClean="0">
                        <a:solidFill>
                          <a:schemeClr val="bg1"/>
                        </a:solidFill>
                        <a:latin typeface="Cambria Math" panose="02040503050406030204" pitchFamily="18" charset="0"/>
                        <a:ea typeface="Cambria Math" panose="02040503050406030204" pitchFamily="18" charset="0"/>
                      </a:rPr>
                      <m:t> </m:t>
                    </m:r>
                    <m:d>
                      <m:dPr>
                        <m:ctrlPr>
                          <a:rPr lang="en-US" b="0" i="1" smtClean="0">
                            <a:solidFill>
                              <a:schemeClr val="bg1"/>
                            </a:solidFill>
                            <a:latin typeface="Cambria Math" panose="02040503050406030204" pitchFamily="18" charset="0"/>
                            <a:ea typeface="Cambria Math" panose="02040503050406030204" pitchFamily="18" charset="0"/>
                          </a:rPr>
                        </m:ctrlPr>
                      </m:dPr>
                      <m:e>
                        <m:r>
                          <m:rPr>
                            <m:sty m:val="p"/>
                          </m:rPr>
                          <a:rPr lang="en-US" b="0" i="0" smtClean="0">
                            <a:solidFill>
                              <a:schemeClr val="bg1"/>
                            </a:solidFill>
                            <a:latin typeface="Cambria Math" panose="02040503050406030204" pitchFamily="18" charset="0"/>
                            <a:ea typeface="Cambria Math" panose="02040503050406030204" pitchFamily="18" charset="0"/>
                          </a:rPr>
                          <m:t>real</m:t>
                        </m:r>
                      </m:e>
                    </m:d>
                    <m:r>
                      <a:rPr lang="en-US" i="0">
                        <a:solidFill>
                          <a:schemeClr val="bg1"/>
                        </a:solidFill>
                        <a:latin typeface="Cambria Math" panose="02040503050406030204" pitchFamily="18" charset="0"/>
                        <a:ea typeface="Cambria Math" panose="02040503050406030204" pitchFamily="18" charset="0"/>
                      </a:rPr>
                      <m:t>,  </m:t>
                    </m:r>
                    <m:sSup>
                      <m:sSupPr>
                        <m:ctrlPr>
                          <a:rPr lang="en-US" i="1">
                            <a:solidFill>
                              <a:schemeClr val="bg1"/>
                            </a:solidFill>
                            <a:latin typeface="Cambria Math" panose="02040503050406030204" pitchFamily="18" charset="0"/>
                            <a:ea typeface="Cambria Math" panose="02040503050406030204" pitchFamily="18" charset="0"/>
                          </a:rPr>
                        </m:ctrlPr>
                      </m:sSupPr>
                      <m:e>
                        <m:r>
                          <m:rPr>
                            <m:sty m:val="p"/>
                          </m:rPr>
                          <a:rPr lang="en-US" i="0">
                            <a:solidFill>
                              <a:schemeClr val="bg1"/>
                            </a:solidFill>
                            <a:latin typeface="Cambria Math" panose="02040503050406030204" pitchFamily="18" charset="0"/>
                            <a:ea typeface="Cambria Math" panose="02040503050406030204" pitchFamily="18" charset="0"/>
                          </a:rPr>
                          <m:t>j</m:t>
                        </m:r>
                      </m:e>
                      <m:sup>
                        <m:r>
                          <a:rPr lang="en-US" i="0">
                            <a:solidFill>
                              <a:schemeClr val="bg1"/>
                            </a:solidFill>
                            <a:latin typeface="Cambria Math" panose="02040503050406030204" pitchFamily="18" charset="0"/>
                            <a:ea typeface="Cambria Math" panose="02040503050406030204" pitchFamily="18" charset="0"/>
                          </a:rPr>
                          <m:t>3</m:t>
                        </m:r>
                      </m:sup>
                    </m:sSup>
                    <m:r>
                      <a:rPr lang="en-US" i="0">
                        <a:solidFill>
                          <a:schemeClr val="bg1"/>
                        </a:solidFill>
                        <a:latin typeface="Cambria Math" panose="02040503050406030204" pitchFamily="18" charset="0"/>
                        <a:ea typeface="Cambria Math" panose="02040503050406030204" pitchFamily="18" charset="0"/>
                      </a:rPr>
                      <m:t>=</m:t>
                    </m:r>
                    <m:r>
                      <m:rPr>
                        <m:sty m:val="p"/>
                      </m:rPr>
                      <a:rPr lang="en-US" b="0" i="0" smtClean="0">
                        <a:solidFill>
                          <a:schemeClr val="bg1"/>
                        </a:solidFill>
                        <a:latin typeface="Cambria Math" panose="02040503050406030204" pitchFamily="18" charset="0"/>
                        <a:ea typeface="Cambria Math" panose="02040503050406030204" pitchFamily="18" charset="0"/>
                      </a:rPr>
                      <m:t>j</m:t>
                    </m:r>
                    <m:d>
                      <m:dPr>
                        <m:ctrlPr>
                          <a:rPr lang="en-US" b="0" i="1" smtClean="0">
                            <a:solidFill>
                              <a:schemeClr val="bg1"/>
                            </a:solidFill>
                            <a:latin typeface="Cambria Math" panose="02040503050406030204" pitchFamily="18" charset="0"/>
                            <a:ea typeface="Cambria Math" panose="02040503050406030204" pitchFamily="18" charset="0"/>
                          </a:rPr>
                        </m:ctrlPr>
                      </m:dPr>
                      <m:e>
                        <m:r>
                          <a:rPr lang="en-US" b="0" i="0" smtClean="0">
                            <a:solidFill>
                              <a:schemeClr val="bg1"/>
                            </a:solidFill>
                            <a:latin typeface="Cambria Math" panose="02040503050406030204" pitchFamily="18" charset="0"/>
                            <a:ea typeface="Cambria Math" panose="02040503050406030204" pitchFamily="18" charset="0"/>
                          </a:rPr>
                          <m:t>−1</m:t>
                        </m:r>
                      </m:e>
                    </m:d>
                    <m:r>
                      <a:rPr lang="en-US" b="0" i="0" smtClean="0">
                        <a:solidFill>
                          <a:schemeClr val="bg1"/>
                        </a:solidFill>
                        <a:latin typeface="Cambria Math" panose="02040503050406030204" pitchFamily="18" charset="0"/>
                        <a:ea typeface="Cambria Math" panose="02040503050406030204" pitchFamily="18" charset="0"/>
                      </a:rPr>
                      <m:t>=</m:t>
                    </m:r>
                    <m:r>
                      <a:rPr lang="en-US" i="0">
                        <a:solidFill>
                          <a:schemeClr val="bg1"/>
                        </a:solidFill>
                        <a:latin typeface="Cambria Math" panose="02040503050406030204" pitchFamily="18" charset="0"/>
                        <a:ea typeface="Cambria Math" panose="02040503050406030204" pitchFamily="18" charset="0"/>
                      </a:rPr>
                      <m:t>−</m:t>
                    </m:r>
                    <m:r>
                      <m:rPr>
                        <m:sty m:val="p"/>
                      </m:rPr>
                      <a:rPr lang="en-US" i="0">
                        <a:solidFill>
                          <a:schemeClr val="bg1"/>
                        </a:solidFill>
                        <a:latin typeface="Cambria Math" panose="02040503050406030204" pitchFamily="18" charset="0"/>
                        <a:ea typeface="Cambria Math" panose="02040503050406030204" pitchFamily="18" charset="0"/>
                      </a:rPr>
                      <m:t>j</m:t>
                    </m:r>
                    <m:r>
                      <a:rPr lang="en-US" b="0" i="0" smtClean="0">
                        <a:solidFill>
                          <a:schemeClr val="bg1"/>
                        </a:solidFill>
                        <a:latin typeface="Cambria Math" panose="02040503050406030204" pitchFamily="18" charset="0"/>
                        <a:ea typeface="Cambria Math" panose="02040503050406030204" pitchFamily="18" charset="0"/>
                      </a:rPr>
                      <m:t> </m:t>
                    </m:r>
                    <m:d>
                      <m:dPr>
                        <m:ctrlPr>
                          <a:rPr lang="en-US" i="1">
                            <a:solidFill>
                              <a:schemeClr val="bg1"/>
                            </a:solidFill>
                            <a:latin typeface="Cambria Math" panose="02040503050406030204" pitchFamily="18" charset="0"/>
                            <a:ea typeface="Cambria Math" panose="02040503050406030204" pitchFamily="18" charset="0"/>
                          </a:rPr>
                        </m:ctrlPr>
                      </m:dPr>
                      <m:e>
                        <m:r>
                          <m:rPr>
                            <m:sty m:val="p"/>
                          </m:rPr>
                          <a:rPr lang="en-US" i="0">
                            <a:solidFill>
                              <a:schemeClr val="bg1"/>
                            </a:solidFill>
                            <a:latin typeface="Cambria Math" panose="02040503050406030204" pitchFamily="18" charset="0"/>
                            <a:ea typeface="Cambria Math" panose="02040503050406030204" pitchFamily="18" charset="0"/>
                          </a:rPr>
                          <m:t>imaginary</m:t>
                        </m:r>
                      </m:e>
                    </m:d>
                    <m:r>
                      <a:rPr lang="en-US" i="0">
                        <a:solidFill>
                          <a:schemeClr val="bg1"/>
                        </a:solidFill>
                        <a:latin typeface="Cambria Math" panose="02040503050406030204" pitchFamily="18" charset="0"/>
                        <a:ea typeface="Cambria Math" panose="02040503050406030204" pitchFamily="18" charset="0"/>
                      </a:rPr>
                      <m:t>,   </m:t>
                    </m:r>
                  </m:oMath>
                </a14:m>
                <a:endParaRPr lang="en-US">
                  <a:solidFill>
                    <a:schemeClr val="bg1"/>
                  </a:solidFill>
                  <a:latin typeface="Cambria Math" panose="02040503050406030204" pitchFamily="18" charset="0"/>
                  <a:ea typeface="Cambria Math" panose="02040503050406030204" pitchFamily="18" charset="0"/>
                </a:endParaRPr>
              </a:p>
              <a:p>
                <a:pPr algn="ctr"/>
                <a:r>
                  <a:rPr lang="en-US">
                    <a:solidFill>
                      <a:schemeClr val="bg1"/>
                    </a:solidFill>
                    <a:latin typeface="Cambria Math" panose="02040503050406030204" pitchFamily="18" charset="0"/>
                    <a:ea typeface="Cambria Math" panose="02040503050406030204" pitchFamily="18" charset="0"/>
                  </a:rPr>
                  <a:t>         </a:t>
                </a:r>
                <a14:m>
                  <m:oMath xmlns:m="http://schemas.openxmlformats.org/officeDocument/2006/math">
                    <m:sSup>
                      <m:sSupPr>
                        <m:ctrlPr>
                          <a:rPr lang="en-US" i="1">
                            <a:solidFill>
                              <a:schemeClr val="bg1"/>
                            </a:solidFill>
                            <a:latin typeface="Cambria Math" panose="02040503050406030204" pitchFamily="18" charset="0"/>
                            <a:ea typeface="Cambria Math" panose="02040503050406030204" pitchFamily="18" charset="0"/>
                          </a:rPr>
                        </m:ctrlPr>
                      </m:sSupPr>
                      <m:e>
                        <m:r>
                          <m:rPr>
                            <m:sty m:val="p"/>
                          </m:rPr>
                          <a:rPr lang="en-US" i="0">
                            <a:solidFill>
                              <a:schemeClr val="bg1"/>
                            </a:solidFill>
                            <a:latin typeface="Cambria Math" panose="02040503050406030204" pitchFamily="18" charset="0"/>
                            <a:ea typeface="Cambria Math" panose="02040503050406030204" pitchFamily="18" charset="0"/>
                          </a:rPr>
                          <m:t>j</m:t>
                        </m:r>
                      </m:e>
                      <m:sup>
                        <m:r>
                          <a:rPr lang="en-US" i="0">
                            <a:solidFill>
                              <a:schemeClr val="bg1"/>
                            </a:solidFill>
                            <a:latin typeface="Cambria Math" panose="02040503050406030204" pitchFamily="18" charset="0"/>
                            <a:ea typeface="Cambria Math" panose="02040503050406030204" pitchFamily="18" charset="0"/>
                          </a:rPr>
                          <m:t>4</m:t>
                        </m:r>
                      </m:sup>
                    </m:sSup>
                    <m:r>
                      <a:rPr lang="en-US" i="0">
                        <a:solidFill>
                          <a:schemeClr val="bg1"/>
                        </a:solidFill>
                        <a:latin typeface="Cambria Math" panose="02040503050406030204" pitchFamily="18" charset="0"/>
                        <a:ea typeface="Cambria Math" panose="02040503050406030204" pitchFamily="18" charset="0"/>
                      </a:rPr>
                      <m:t>=</m:t>
                    </m:r>
                    <m:r>
                      <m:rPr>
                        <m:sty m:val="p"/>
                      </m:rPr>
                      <a:rPr lang="en-US" i="0">
                        <a:solidFill>
                          <a:schemeClr val="bg1"/>
                        </a:solidFill>
                        <a:latin typeface="Cambria Math" panose="02040503050406030204" pitchFamily="18" charset="0"/>
                        <a:ea typeface="Cambria Math" panose="02040503050406030204" pitchFamily="18" charset="0"/>
                      </a:rPr>
                      <m:t>j</m:t>
                    </m:r>
                    <m:d>
                      <m:dPr>
                        <m:ctrlPr>
                          <a:rPr lang="en-US" i="1">
                            <a:solidFill>
                              <a:schemeClr val="bg1"/>
                            </a:solidFill>
                            <a:latin typeface="Cambria Math" panose="02040503050406030204" pitchFamily="18" charset="0"/>
                            <a:ea typeface="Cambria Math" panose="02040503050406030204" pitchFamily="18" charset="0"/>
                          </a:rPr>
                        </m:ctrlPr>
                      </m:dPr>
                      <m:e>
                        <m:r>
                          <a:rPr lang="en-US" i="0">
                            <a:solidFill>
                              <a:schemeClr val="bg1"/>
                            </a:solidFill>
                            <a:latin typeface="Cambria Math" panose="02040503050406030204" pitchFamily="18" charset="0"/>
                            <a:ea typeface="Cambria Math" panose="02040503050406030204" pitchFamily="18" charset="0"/>
                          </a:rPr>
                          <m:t>−</m:t>
                        </m:r>
                        <m:r>
                          <m:rPr>
                            <m:sty m:val="p"/>
                          </m:rPr>
                          <a:rPr lang="en-US" b="0" i="0" smtClean="0">
                            <a:solidFill>
                              <a:schemeClr val="bg1"/>
                            </a:solidFill>
                            <a:latin typeface="Cambria Math" panose="02040503050406030204" pitchFamily="18" charset="0"/>
                            <a:ea typeface="Cambria Math" panose="02040503050406030204" pitchFamily="18" charset="0"/>
                          </a:rPr>
                          <m:t>j</m:t>
                        </m:r>
                      </m:e>
                    </m:d>
                    <m:r>
                      <a:rPr lang="en-US" b="0" i="0" smtClean="0">
                        <a:solidFill>
                          <a:schemeClr val="bg1"/>
                        </a:solidFill>
                        <a:latin typeface="Cambria Math" panose="02040503050406030204" pitchFamily="18" charset="0"/>
                        <a:ea typeface="Cambria Math" panose="02040503050406030204" pitchFamily="18" charset="0"/>
                      </a:rPr>
                      <m:t>=−</m:t>
                    </m:r>
                    <m:sSup>
                      <m:sSupPr>
                        <m:ctrlPr>
                          <a:rPr lang="en-US" i="1">
                            <a:solidFill>
                              <a:schemeClr val="bg1"/>
                            </a:solidFill>
                            <a:latin typeface="Cambria Math" panose="02040503050406030204" pitchFamily="18" charset="0"/>
                            <a:ea typeface="Cambria Math" panose="02040503050406030204" pitchFamily="18" charset="0"/>
                          </a:rPr>
                        </m:ctrlPr>
                      </m:sSupPr>
                      <m:e>
                        <m:r>
                          <m:rPr>
                            <m:sty m:val="p"/>
                          </m:rPr>
                          <a:rPr lang="en-US" i="0">
                            <a:solidFill>
                              <a:schemeClr val="bg1"/>
                            </a:solidFill>
                            <a:latin typeface="Cambria Math" panose="02040503050406030204" pitchFamily="18" charset="0"/>
                            <a:ea typeface="Cambria Math" panose="02040503050406030204" pitchFamily="18" charset="0"/>
                          </a:rPr>
                          <m:t>j</m:t>
                        </m:r>
                      </m:e>
                      <m:sup>
                        <m:r>
                          <a:rPr lang="en-US" i="0">
                            <a:solidFill>
                              <a:schemeClr val="bg1"/>
                            </a:solidFill>
                            <a:latin typeface="Cambria Math" panose="02040503050406030204" pitchFamily="18" charset="0"/>
                            <a:ea typeface="Cambria Math" panose="02040503050406030204" pitchFamily="18" charset="0"/>
                          </a:rPr>
                          <m:t>2</m:t>
                        </m:r>
                      </m:sup>
                    </m:sSup>
                    <m:r>
                      <a:rPr lang="en-US" b="0" i="0" smtClean="0">
                        <a:solidFill>
                          <a:schemeClr val="bg1"/>
                        </a:solidFill>
                        <a:latin typeface="Cambria Math" panose="02040503050406030204" pitchFamily="18" charset="0"/>
                        <a:ea typeface="Cambria Math" panose="02040503050406030204" pitchFamily="18" charset="0"/>
                      </a:rPr>
                      <m:t>=1 </m:t>
                    </m:r>
                    <m:d>
                      <m:dPr>
                        <m:ctrlPr>
                          <a:rPr lang="en-US" b="0" i="1" smtClean="0">
                            <a:solidFill>
                              <a:schemeClr val="bg1"/>
                            </a:solidFill>
                            <a:latin typeface="Cambria Math" panose="02040503050406030204" pitchFamily="18" charset="0"/>
                            <a:ea typeface="Cambria Math" panose="02040503050406030204" pitchFamily="18" charset="0"/>
                          </a:rPr>
                        </m:ctrlPr>
                      </m:dPr>
                      <m:e>
                        <m:r>
                          <m:rPr>
                            <m:sty m:val="p"/>
                          </m:rPr>
                          <a:rPr lang="en-US" b="0" i="0" smtClean="0">
                            <a:solidFill>
                              <a:schemeClr val="bg1"/>
                            </a:solidFill>
                            <a:latin typeface="Cambria Math" panose="02040503050406030204" pitchFamily="18" charset="0"/>
                            <a:ea typeface="Cambria Math" panose="02040503050406030204" pitchFamily="18" charset="0"/>
                          </a:rPr>
                          <m:t>real</m:t>
                        </m:r>
                      </m:e>
                    </m:d>
                    <m:r>
                      <a:rPr lang="en-US" b="0" i="0" smtClean="0">
                        <a:solidFill>
                          <a:schemeClr val="bg1"/>
                        </a:solidFill>
                        <a:latin typeface="Cambria Math" panose="02040503050406030204" pitchFamily="18" charset="0"/>
                        <a:ea typeface="Cambria Math" panose="02040503050406030204" pitchFamily="18" charset="0"/>
                      </a:rPr>
                      <m:t>,</m:t>
                    </m:r>
                    <m:sSup>
                      <m:sSupPr>
                        <m:ctrlPr>
                          <a:rPr lang="en-US" i="1">
                            <a:solidFill>
                              <a:schemeClr val="bg1"/>
                            </a:solidFill>
                            <a:latin typeface="Cambria Math" panose="02040503050406030204" pitchFamily="18" charset="0"/>
                            <a:ea typeface="Cambria Math" panose="02040503050406030204" pitchFamily="18" charset="0"/>
                          </a:rPr>
                        </m:ctrlPr>
                      </m:sSupPr>
                      <m:e>
                        <m:r>
                          <a:rPr lang="en-US" b="0" i="0" smtClean="0">
                            <a:solidFill>
                              <a:schemeClr val="bg1"/>
                            </a:solidFill>
                            <a:latin typeface="Cambria Math" panose="02040503050406030204" pitchFamily="18" charset="0"/>
                            <a:ea typeface="Cambria Math" panose="02040503050406030204" pitchFamily="18" charset="0"/>
                          </a:rPr>
                          <m:t>  </m:t>
                        </m:r>
                        <m:r>
                          <m:rPr>
                            <m:sty m:val="p"/>
                          </m:rPr>
                          <a:rPr lang="en-US" i="0">
                            <a:solidFill>
                              <a:schemeClr val="bg1"/>
                            </a:solidFill>
                            <a:latin typeface="Cambria Math" panose="02040503050406030204" pitchFamily="18" charset="0"/>
                            <a:ea typeface="Cambria Math" panose="02040503050406030204" pitchFamily="18" charset="0"/>
                          </a:rPr>
                          <m:t>j</m:t>
                        </m:r>
                      </m:e>
                      <m:sup>
                        <m:r>
                          <a:rPr lang="en-US" b="0" i="0" smtClean="0">
                            <a:solidFill>
                              <a:schemeClr val="bg1"/>
                            </a:solidFill>
                            <a:latin typeface="Cambria Math" panose="02040503050406030204" pitchFamily="18" charset="0"/>
                            <a:ea typeface="Cambria Math" panose="02040503050406030204" pitchFamily="18" charset="0"/>
                          </a:rPr>
                          <m:t>5</m:t>
                        </m:r>
                      </m:sup>
                    </m:sSup>
                    <m:r>
                      <a:rPr lang="en-US" i="0">
                        <a:solidFill>
                          <a:schemeClr val="bg1"/>
                        </a:solidFill>
                        <a:latin typeface="Cambria Math" panose="02040503050406030204" pitchFamily="18" charset="0"/>
                        <a:ea typeface="Cambria Math" panose="02040503050406030204" pitchFamily="18" charset="0"/>
                      </a:rPr>
                      <m:t>=</m:t>
                    </m:r>
                    <m:r>
                      <m:rPr>
                        <m:sty m:val="p"/>
                      </m:rPr>
                      <a:rPr lang="en-US" i="0">
                        <a:solidFill>
                          <a:schemeClr val="bg1"/>
                        </a:solidFill>
                        <a:latin typeface="Cambria Math" panose="02040503050406030204" pitchFamily="18" charset="0"/>
                        <a:ea typeface="Cambria Math" panose="02040503050406030204" pitchFamily="18" charset="0"/>
                      </a:rPr>
                      <m:t>j</m:t>
                    </m:r>
                    <m:r>
                      <a:rPr lang="en-US" b="0" i="0" smtClean="0">
                        <a:solidFill>
                          <a:schemeClr val="bg1"/>
                        </a:solidFill>
                        <a:latin typeface="Cambria Math" panose="02040503050406030204" pitchFamily="18" charset="0"/>
                        <a:ea typeface="Cambria Math" panose="02040503050406030204" pitchFamily="18" charset="0"/>
                      </a:rPr>
                      <m:t> </m:t>
                    </m:r>
                    <m:d>
                      <m:dPr>
                        <m:ctrlPr>
                          <a:rPr lang="en-US" b="0" i="1" smtClean="0">
                            <a:solidFill>
                              <a:schemeClr val="bg1"/>
                            </a:solidFill>
                            <a:latin typeface="Cambria Math" panose="02040503050406030204" pitchFamily="18" charset="0"/>
                            <a:ea typeface="Cambria Math" panose="02040503050406030204" pitchFamily="18" charset="0"/>
                          </a:rPr>
                        </m:ctrlPr>
                      </m:dPr>
                      <m:e>
                        <m:r>
                          <m:rPr>
                            <m:sty m:val="p"/>
                          </m:rPr>
                          <a:rPr lang="en-US" b="0" i="0" smtClean="0">
                            <a:solidFill>
                              <a:schemeClr val="bg1"/>
                            </a:solidFill>
                            <a:latin typeface="Cambria Math" panose="02040503050406030204" pitchFamily="18" charset="0"/>
                            <a:ea typeface="Cambria Math" panose="02040503050406030204" pitchFamily="18" charset="0"/>
                          </a:rPr>
                          <m:t>imaginary</m:t>
                        </m:r>
                      </m:e>
                    </m:d>
                    <m:r>
                      <a:rPr lang="en-US" b="0" i="0" smtClean="0">
                        <a:solidFill>
                          <a:schemeClr val="bg1"/>
                        </a:solidFill>
                        <a:latin typeface="Cambria Math" panose="02040503050406030204" pitchFamily="18" charset="0"/>
                        <a:ea typeface="Cambria Math" panose="02040503050406030204" pitchFamily="18" charset="0"/>
                      </a:rPr>
                      <m:t>,  </m:t>
                    </m:r>
                    <m:sSup>
                      <m:sSupPr>
                        <m:ctrlPr>
                          <a:rPr lang="en-US" i="1">
                            <a:solidFill>
                              <a:schemeClr val="bg1"/>
                            </a:solidFill>
                            <a:latin typeface="Cambria Math" panose="02040503050406030204" pitchFamily="18" charset="0"/>
                            <a:ea typeface="Cambria Math" panose="02040503050406030204" pitchFamily="18" charset="0"/>
                          </a:rPr>
                        </m:ctrlPr>
                      </m:sSupPr>
                      <m:e>
                        <m:r>
                          <m:rPr>
                            <m:sty m:val="p"/>
                          </m:rPr>
                          <a:rPr lang="en-US" i="0">
                            <a:solidFill>
                              <a:schemeClr val="bg1"/>
                            </a:solidFill>
                            <a:latin typeface="Cambria Math" panose="02040503050406030204" pitchFamily="18" charset="0"/>
                            <a:ea typeface="Cambria Math" panose="02040503050406030204" pitchFamily="18" charset="0"/>
                          </a:rPr>
                          <m:t>j</m:t>
                        </m:r>
                      </m:e>
                      <m:sup>
                        <m:r>
                          <a:rPr lang="en-US" b="0" i="0" smtClean="0">
                            <a:solidFill>
                              <a:schemeClr val="bg1"/>
                            </a:solidFill>
                            <a:latin typeface="Cambria Math" panose="02040503050406030204" pitchFamily="18" charset="0"/>
                            <a:ea typeface="Cambria Math" panose="02040503050406030204" pitchFamily="18" charset="0"/>
                          </a:rPr>
                          <m:t>6</m:t>
                        </m:r>
                      </m:sup>
                    </m:sSup>
                    <m:r>
                      <a:rPr lang="en-US" i="0">
                        <a:solidFill>
                          <a:schemeClr val="bg1"/>
                        </a:solidFill>
                        <a:latin typeface="Cambria Math" panose="02040503050406030204" pitchFamily="18" charset="0"/>
                        <a:ea typeface="Cambria Math" panose="02040503050406030204" pitchFamily="18" charset="0"/>
                      </a:rPr>
                      <m:t>=</m:t>
                    </m:r>
                    <m:r>
                      <m:rPr>
                        <m:sty m:val="p"/>
                      </m:rPr>
                      <a:rPr lang="en-US" i="0">
                        <a:solidFill>
                          <a:schemeClr val="bg1"/>
                        </a:solidFill>
                        <a:latin typeface="Cambria Math" panose="02040503050406030204" pitchFamily="18" charset="0"/>
                        <a:ea typeface="Cambria Math" panose="02040503050406030204" pitchFamily="18" charset="0"/>
                      </a:rPr>
                      <m:t>jj</m:t>
                    </m:r>
                    <m:r>
                      <a:rPr lang="en-US" i="0">
                        <a:solidFill>
                          <a:schemeClr val="bg1"/>
                        </a:solidFill>
                        <a:latin typeface="Cambria Math" panose="02040503050406030204" pitchFamily="18" charset="0"/>
                        <a:ea typeface="Cambria Math" panose="02040503050406030204" pitchFamily="18" charset="0"/>
                      </a:rPr>
                      <m:t>=−1 </m:t>
                    </m:r>
                    <m:d>
                      <m:dPr>
                        <m:ctrlPr>
                          <a:rPr lang="en-US" i="1">
                            <a:solidFill>
                              <a:schemeClr val="bg1"/>
                            </a:solidFill>
                            <a:latin typeface="Cambria Math" panose="02040503050406030204" pitchFamily="18" charset="0"/>
                            <a:ea typeface="Cambria Math" panose="02040503050406030204" pitchFamily="18" charset="0"/>
                          </a:rPr>
                        </m:ctrlPr>
                      </m:dPr>
                      <m:e>
                        <m:r>
                          <m:rPr>
                            <m:sty m:val="p"/>
                          </m:rPr>
                          <a:rPr lang="en-US" i="0">
                            <a:solidFill>
                              <a:schemeClr val="bg1"/>
                            </a:solidFill>
                            <a:latin typeface="Cambria Math" panose="02040503050406030204" pitchFamily="18" charset="0"/>
                            <a:ea typeface="Cambria Math" panose="02040503050406030204" pitchFamily="18" charset="0"/>
                          </a:rPr>
                          <m:t>real</m:t>
                        </m:r>
                      </m:e>
                    </m:d>
                    <m:r>
                      <a:rPr lang="en-US" b="0" i="0" smtClean="0">
                        <a:solidFill>
                          <a:schemeClr val="bg1"/>
                        </a:solidFill>
                        <a:latin typeface="Cambria Math" panose="02040503050406030204" pitchFamily="18" charset="0"/>
                        <a:ea typeface="Cambria Math" panose="02040503050406030204" pitchFamily="18" charset="0"/>
                      </a:rPr>
                      <m:t>.</m:t>
                    </m:r>
                  </m:oMath>
                </a14:m>
                <a:endParaRPr lang="en-US">
                  <a:solidFill>
                    <a:schemeClr val="bg1"/>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endParaRPr lang="en-US">
                  <a:solidFill>
                    <a:schemeClr val="bg1"/>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a:solidFill>
                      <a:schemeClr val="bg1"/>
                    </a:solidFill>
                    <a:latin typeface="Cambria Math" panose="02040503050406030204" pitchFamily="18" charset="0"/>
                    <a:ea typeface="Cambria Math" panose="02040503050406030204" pitchFamily="18" charset="0"/>
                    <a:cs typeface="Arial" panose="020B0604020202020204" pitchFamily="34" charset="0"/>
                  </a:rPr>
                  <a:t>Multiplying a number by j results in a 90˚ advancement on the complex plane. </a:t>
                </a:r>
              </a:p>
              <a:p>
                <a:pPr marL="285750" indent="-285750">
                  <a:buFont typeface="Arial" panose="020B0604020202020204" pitchFamily="34" charset="0"/>
                  <a:buChar char="•"/>
                </a:pPr>
                <a:endParaRPr lang="en-US">
                  <a:solidFill>
                    <a:schemeClr val="bg1"/>
                  </a:solidFill>
                  <a:latin typeface="Cambria Math" panose="02040503050406030204" pitchFamily="18" charset="0"/>
                  <a:ea typeface="Cambria Math" panose="02040503050406030204" pitchFamily="18"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993618" y="1227448"/>
                <a:ext cx="10644910" cy="5135380"/>
              </a:xfrm>
              <a:prstGeom prst="rect">
                <a:avLst/>
              </a:prstGeom>
              <a:blipFill>
                <a:blip r:embed="rId3"/>
                <a:stretch>
                  <a:fillRect l="-171" t="-235" r="-456"/>
                </a:stretch>
              </a:blipFill>
            </p:spPr>
            <p:txBody>
              <a:bodyPr/>
              <a:lstStyle/>
              <a:p>
                <a:r>
                  <a:rPr lang="en-US">
                    <a:noFill/>
                  </a:rPr>
                  <a:t> </a:t>
                </a:r>
              </a:p>
            </p:txBody>
          </p:sp>
        </mc:Fallback>
      </mc:AlternateContent>
    </p:spTree>
    <p:extLst>
      <p:ext uri="{BB962C8B-B14F-4D97-AF65-F5344CB8AC3E}">
        <p14:creationId xmlns:p14="http://schemas.microsoft.com/office/powerpoint/2010/main" val="966993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bwMode="auto">
          <a:xfrm>
            <a:off x="971855" y="1844431"/>
            <a:ext cx="4880382" cy="465003"/>
          </a:xfrm>
          <a:prstGeom prst="rect">
            <a:avLst/>
          </a:prstGeom>
          <a:solidFill>
            <a:schemeClr val="tx1"/>
          </a:soli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rgbClr val="FFFFFF"/>
              </a:solidFill>
              <a:effectLst>
                <a:outerShdw blurRad="38100" dist="38100" dir="2700000" algn="tl">
                  <a:srgbClr val="000000">
                    <a:alpha val="43137"/>
                  </a:srgbClr>
                </a:outerShdw>
              </a:effectLst>
              <a:latin typeface="Cambria Math" panose="02040503050406030204" pitchFamily="18" charset="0"/>
            </a:endParaRPr>
          </a:p>
        </p:txBody>
      </p:sp>
      <p:sp>
        <p:nvSpPr>
          <p:cNvPr id="2" name="Title 1"/>
          <p:cNvSpPr>
            <a:spLocks noGrp="1"/>
          </p:cNvSpPr>
          <p:nvPr>
            <p:ph type="title"/>
          </p:nvPr>
        </p:nvSpPr>
        <p:spPr>
          <a:xfrm>
            <a:off x="4549284" y="77615"/>
            <a:ext cx="3352799" cy="533400"/>
          </a:xfrm>
        </p:spPr>
        <p:txBody>
          <a:bodyPr>
            <a:normAutofit fontScale="90000"/>
          </a:bodyPr>
          <a:lstStyle/>
          <a:p>
            <a:r>
              <a:rPr lang="en-US"/>
              <a:t>Complex Plane</a:t>
            </a:r>
          </a:p>
        </p:txBody>
      </p:sp>
      <mc:AlternateContent xmlns:mc="http://schemas.openxmlformats.org/markup-compatibility/2006" xmlns:a14="http://schemas.microsoft.com/office/drawing/2010/main">
        <mc:Choice Requires="a14">
          <p:sp>
            <p:nvSpPr>
              <p:cNvPr id="4" name="TextBox 3"/>
              <p:cNvSpPr txBox="1"/>
              <p:nvPr/>
            </p:nvSpPr>
            <p:spPr>
              <a:xfrm>
                <a:off x="6775996" y="2229290"/>
                <a:ext cx="3019257" cy="208505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altLang="en-US">
                    <a:solidFill>
                      <a:schemeClr val="bg1"/>
                    </a:solidFill>
                  </a:rPr>
                  <a:t>Imaginary Unit:   </a:t>
                </a:r>
              </a:p>
              <a:p>
                <a:r>
                  <a:rPr lang="en-US">
                    <a:solidFill>
                      <a:schemeClr val="bg1"/>
                    </a:solidFill>
                  </a:rPr>
                  <a:t> 	  </a:t>
                </a:r>
                <a14:m>
                  <m:oMath xmlns:m="http://schemas.openxmlformats.org/officeDocument/2006/math">
                    <m:r>
                      <m:rPr>
                        <m:sty m:val="p"/>
                      </m:rPr>
                      <a:rPr lang="en-US" i="0">
                        <a:solidFill>
                          <a:schemeClr val="bg1"/>
                        </a:solidFill>
                        <a:latin typeface="Cambria Math" panose="02040503050406030204" pitchFamily="18" charset="0"/>
                      </a:rPr>
                      <m:t>j</m:t>
                    </m:r>
                    <m:r>
                      <a:rPr lang="en-US" i="0">
                        <a:solidFill>
                          <a:schemeClr val="bg1"/>
                        </a:solidFill>
                        <a:latin typeface="Cambria Math" panose="02040503050406030204" pitchFamily="18" charset="0"/>
                      </a:rPr>
                      <m:t>= </m:t>
                    </m:r>
                    <m:rad>
                      <m:radPr>
                        <m:degHide m:val="on"/>
                        <m:ctrlPr>
                          <a:rPr lang="en-US" i="1">
                            <a:solidFill>
                              <a:schemeClr val="bg1"/>
                            </a:solidFill>
                            <a:latin typeface="Cambria Math" panose="02040503050406030204" pitchFamily="18" charset="0"/>
                          </a:rPr>
                        </m:ctrlPr>
                      </m:radPr>
                      <m:deg/>
                      <m:e>
                        <m:r>
                          <a:rPr lang="en-US" i="0">
                            <a:solidFill>
                              <a:schemeClr val="bg1"/>
                            </a:solidFill>
                            <a:latin typeface="Cambria Math" panose="02040503050406030204" pitchFamily="18" charset="0"/>
                          </a:rPr>
                          <m:t>−1</m:t>
                        </m:r>
                      </m:e>
                    </m:rad>
                    <m:r>
                      <a:rPr lang="en-US" i="0">
                        <a:solidFill>
                          <a:schemeClr val="bg1"/>
                        </a:solidFill>
                        <a:latin typeface="Cambria Math" panose="02040503050406030204" pitchFamily="18" charset="0"/>
                      </a:rPr>
                      <m:t>,   </m:t>
                    </m:r>
                  </m:oMath>
                </a14:m>
                <a:endParaRPr lang="en-US">
                  <a:solidFill>
                    <a:schemeClr val="bg1"/>
                  </a:solidFill>
                  <a:latin typeface="Cambria Math" panose="02040503050406030204" pitchFamily="18" charset="0"/>
                </a:endParaRPr>
              </a:p>
              <a:p>
                <a:r>
                  <a:rPr lang="en-US">
                    <a:solidFill>
                      <a:schemeClr val="bg1"/>
                    </a:solidFill>
                  </a:rPr>
                  <a:t> 	  </a:t>
                </a:r>
                <a14:m>
                  <m:oMath xmlns:m="http://schemas.openxmlformats.org/officeDocument/2006/math">
                    <m:sSup>
                      <m:sSupPr>
                        <m:ctrlPr>
                          <a:rPr lang="en-US" i="1">
                            <a:solidFill>
                              <a:schemeClr val="bg1"/>
                            </a:solidFill>
                            <a:latin typeface="Cambria Math" panose="02040503050406030204" pitchFamily="18" charset="0"/>
                          </a:rPr>
                        </m:ctrlPr>
                      </m:sSupPr>
                      <m:e>
                        <m:r>
                          <m:rPr>
                            <m:sty m:val="p"/>
                          </m:rPr>
                          <a:rPr lang="en-US" i="0">
                            <a:solidFill>
                              <a:schemeClr val="bg1"/>
                            </a:solidFill>
                            <a:latin typeface="Cambria Math" panose="02040503050406030204" pitchFamily="18" charset="0"/>
                          </a:rPr>
                          <m:t>j</m:t>
                        </m:r>
                      </m:e>
                      <m:sup>
                        <m:r>
                          <a:rPr lang="en-US" i="0">
                            <a:solidFill>
                              <a:schemeClr val="bg1"/>
                            </a:solidFill>
                            <a:latin typeface="Cambria Math" panose="02040503050406030204" pitchFamily="18" charset="0"/>
                          </a:rPr>
                          <m:t>2</m:t>
                        </m:r>
                      </m:sup>
                    </m:sSup>
                    <m:r>
                      <a:rPr lang="en-US" i="0">
                        <a:solidFill>
                          <a:schemeClr val="bg1"/>
                        </a:solidFill>
                        <a:latin typeface="Cambria Math" panose="02040503050406030204" pitchFamily="18" charset="0"/>
                      </a:rPr>
                      <m:t>=−1,  </m:t>
                    </m:r>
                  </m:oMath>
                </a14:m>
                <a:endParaRPr lang="en-US">
                  <a:solidFill>
                    <a:schemeClr val="bg1"/>
                  </a:solidFill>
                  <a:latin typeface="Cambria Math" panose="02040503050406030204" pitchFamily="18" charset="0"/>
                </a:endParaRPr>
              </a:p>
              <a:p>
                <a:r>
                  <a:rPr lang="en-US">
                    <a:solidFill>
                      <a:schemeClr val="bg1"/>
                    </a:solidFill>
                  </a:rPr>
                  <a:t> 	  </a:t>
                </a:r>
                <a14:m>
                  <m:oMath xmlns:m="http://schemas.openxmlformats.org/officeDocument/2006/math">
                    <m:sSup>
                      <m:sSupPr>
                        <m:ctrlPr>
                          <a:rPr lang="en-US" i="1">
                            <a:solidFill>
                              <a:schemeClr val="bg1"/>
                            </a:solidFill>
                            <a:latin typeface="Cambria Math" panose="02040503050406030204" pitchFamily="18" charset="0"/>
                          </a:rPr>
                        </m:ctrlPr>
                      </m:sSupPr>
                      <m:e>
                        <m:r>
                          <m:rPr>
                            <m:sty m:val="p"/>
                          </m:rPr>
                          <a:rPr lang="en-US" i="0">
                            <a:solidFill>
                              <a:schemeClr val="bg1"/>
                            </a:solidFill>
                            <a:latin typeface="Cambria Math" panose="02040503050406030204" pitchFamily="18" charset="0"/>
                          </a:rPr>
                          <m:t>j</m:t>
                        </m:r>
                      </m:e>
                      <m:sup>
                        <m:r>
                          <a:rPr lang="en-US" i="0">
                            <a:solidFill>
                              <a:schemeClr val="bg1"/>
                            </a:solidFill>
                            <a:latin typeface="Cambria Math" panose="02040503050406030204" pitchFamily="18" charset="0"/>
                          </a:rPr>
                          <m:t>3</m:t>
                        </m:r>
                      </m:sup>
                    </m:sSup>
                    <m:r>
                      <a:rPr lang="en-US" i="0">
                        <a:solidFill>
                          <a:schemeClr val="bg1"/>
                        </a:solidFill>
                        <a:latin typeface="Cambria Math" panose="02040503050406030204" pitchFamily="18" charset="0"/>
                      </a:rPr>
                      <m:t>=−</m:t>
                    </m:r>
                    <m:r>
                      <m:rPr>
                        <m:sty m:val="p"/>
                      </m:rPr>
                      <a:rPr lang="en-US" i="0">
                        <a:solidFill>
                          <a:schemeClr val="bg1"/>
                        </a:solidFill>
                        <a:latin typeface="Cambria Math" panose="02040503050406030204" pitchFamily="18" charset="0"/>
                      </a:rPr>
                      <m:t>j</m:t>
                    </m:r>
                    <m:r>
                      <a:rPr lang="en-US" i="0">
                        <a:solidFill>
                          <a:schemeClr val="bg1"/>
                        </a:solidFill>
                        <a:latin typeface="Cambria Math" panose="02040503050406030204" pitchFamily="18" charset="0"/>
                      </a:rPr>
                      <m:t>,   </m:t>
                    </m:r>
                  </m:oMath>
                </a14:m>
                <a:endParaRPr lang="en-US">
                  <a:solidFill>
                    <a:schemeClr val="bg1"/>
                  </a:solidFill>
                  <a:latin typeface="Cambria Math" panose="02040503050406030204" pitchFamily="18" charset="0"/>
                </a:endParaRPr>
              </a:p>
              <a:p>
                <a:r>
                  <a:rPr lang="en-US">
                    <a:solidFill>
                      <a:schemeClr val="bg1"/>
                    </a:solidFill>
                  </a:rPr>
                  <a:t> 	  </a:t>
                </a:r>
                <a14:m>
                  <m:oMath xmlns:m="http://schemas.openxmlformats.org/officeDocument/2006/math">
                    <m:sSup>
                      <m:sSupPr>
                        <m:ctrlPr>
                          <a:rPr lang="en-US" i="1">
                            <a:solidFill>
                              <a:schemeClr val="bg1"/>
                            </a:solidFill>
                            <a:latin typeface="Cambria Math" panose="02040503050406030204" pitchFamily="18" charset="0"/>
                          </a:rPr>
                        </m:ctrlPr>
                      </m:sSupPr>
                      <m:e>
                        <m:r>
                          <m:rPr>
                            <m:sty m:val="p"/>
                          </m:rPr>
                          <a:rPr lang="en-US" i="0">
                            <a:solidFill>
                              <a:schemeClr val="bg1"/>
                            </a:solidFill>
                            <a:latin typeface="Cambria Math" panose="02040503050406030204" pitchFamily="18" charset="0"/>
                          </a:rPr>
                          <m:t>j</m:t>
                        </m:r>
                      </m:e>
                      <m:sup>
                        <m:r>
                          <a:rPr lang="en-US" i="0">
                            <a:solidFill>
                              <a:schemeClr val="bg1"/>
                            </a:solidFill>
                            <a:latin typeface="Cambria Math" panose="02040503050406030204" pitchFamily="18" charset="0"/>
                          </a:rPr>
                          <m:t>4</m:t>
                        </m:r>
                      </m:sup>
                    </m:sSup>
                    <m:r>
                      <a:rPr lang="en-US" i="0">
                        <a:solidFill>
                          <a:schemeClr val="bg1"/>
                        </a:solidFill>
                        <a:latin typeface="Cambria Math" panose="02040503050406030204" pitchFamily="18" charset="0"/>
                      </a:rPr>
                      <m:t>=1,  </m:t>
                    </m:r>
                  </m:oMath>
                </a14:m>
                <a:endParaRPr lang="en-US">
                  <a:solidFill>
                    <a:schemeClr val="bg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p>
                        <m:sSupPr>
                          <m:ctrlPr>
                            <a:rPr lang="en-US" i="1">
                              <a:solidFill>
                                <a:schemeClr val="bg1"/>
                              </a:solidFill>
                              <a:latin typeface="Cambria Math" panose="02040503050406030204" pitchFamily="18" charset="0"/>
                            </a:rPr>
                          </m:ctrlPr>
                        </m:sSupPr>
                        <m:e>
                          <m:r>
                            <m:rPr>
                              <m:sty m:val="p"/>
                            </m:rPr>
                            <a:rPr lang="en-US" i="0">
                              <a:solidFill>
                                <a:schemeClr val="bg1"/>
                              </a:solidFill>
                              <a:latin typeface="Cambria Math" panose="02040503050406030204" pitchFamily="18" charset="0"/>
                            </a:rPr>
                            <m:t>j</m:t>
                          </m:r>
                        </m:e>
                        <m:sup>
                          <m:r>
                            <a:rPr lang="en-US" i="0">
                              <a:solidFill>
                                <a:schemeClr val="bg1"/>
                              </a:solidFill>
                              <a:latin typeface="Cambria Math" panose="02040503050406030204" pitchFamily="18" charset="0"/>
                            </a:rPr>
                            <m:t>5</m:t>
                          </m:r>
                        </m:sup>
                      </m:sSup>
                      <m:r>
                        <a:rPr lang="en-US" i="0">
                          <a:solidFill>
                            <a:schemeClr val="bg1"/>
                          </a:solidFill>
                          <a:latin typeface="Cambria Math" panose="02040503050406030204" pitchFamily="18" charset="0"/>
                        </a:rPr>
                        <m:t>=</m:t>
                      </m:r>
                      <m:r>
                        <m:rPr>
                          <m:sty m:val="p"/>
                        </m:rPr>
                        <a:rPr lang="en-US" i="0">
                          <a:solidFill>
                            <a:schemeClr val="bg1"/>
                          </a:solidFill>
                          <a:latin typeface="Cambria Math" panose="02040503050406030204" pitchFamily="18" charset="0"/>
                        </a:rPr>
                        <m:t>j</m:t>
                      </m:r>
                      <m:r>
                        <a:rPr lang="en-US" b="0" i="0" smtClean="0">
                          <a:solidFill>
                            <a:schemeClr val="bg1"/>
                          </a:solidFill>
                          <a:latin typeface="Cambria Math" panose="02040503050406030204" pitchFamily="18" charset="0"/>
                        </a:rPr>
                        <m:t>,</m:t>
                      </m:r>
                      <m:r>
                        <a:rPr lang="en-US" i="0">
                          <a:solidFill>
                            <a:schemeClr val="bg1"/>
                          </a:solidFill>
                          <a:latin typeface="Cambria Math" panose="02040503050406030204" pitchFamily="18" charset="0"/>
                        </a:rPr>
                        <m:t> </m:t>
                      </m:r>
                    </m:oMath>
                  </m:oMathPara>
                </a14:m>
                <a:endParaRPr lang="en-US">
                  <a:solidFill>
                    <a:schemeClr val="bg1"/>
                  </a:solidFill>
                </a:endParaRPr>
              </a:p>
              <a:p>
                <a:pPr/>
                <a14:m>
                  <m:oMathPara xmlns:m="http://schemas.openxmlformats.org/officeDocument/2006/math">
                    <m:oMathParaPr>
                      <m:jc m:val="centerGroup"/>
                    </m:oMathParaPr>
                    <m:oMath xmlns:m="http://schemas.openxmlformats.org/officeDocument/2006/math">
                      <m:sSup>
                        <m:sSupPr>
                          <m:ctrlPr>
                            <a:rPr lang="en-US" i="1">
                              <a:solidFill>
                                <a:schemeClr val="bg1"/>
                              </a:solidFill>
                              <a:latin typeface="Cambria Math" panose="02040503050406030204" pitchFamily="18" charset="0"/>
                            </a:rPr>
                          </m:ctrlPr>
                        </m:sSupPr>
                        <m:e>
                          <m:r>
                            <m:rPr>
                              <m:sty m:val="p"/>
                            </m:rPr>
                            <a:rPr lang="en-US" i="0">
                              <a:solidFill>
                                <a:schemeClr val="bg1"/>
                              </a:solidFill>
                              <a:latin typeface="Cambria Math" panose="02040503050406030204" pitchFamily="18" charset="0"/>
                            </a:rPr>
                            <m:t>j</m:t>
                          </m:r>
                        </m:e>
                        <m:sup>
                          <m:r>
                            <a:rPr lang="en-US" b="0" i="0" smtClean="0">
                              <a:solidFill>
                                <a:schemeClr val="bg1"/>
                              </a:solidFill>
                              <a:latin typeface="Cambria Math" panose="02040503050406030204" pitchFamily="18" charset="0"/>
                            </a:rPr>
                            <m:t>6</m:t>
                          </m:r>
                        </m:sup>
                      </m:sSup>
                      <m:sSup>
                        <m:sSupPr>
                          <m:ctrlPr>
                            <a:rPr lang="en-US" i="1">
                              <a:solidFill>
                                <a:schemeClr val="bg1"/>
                              </a:solidFill>
                              <a:latin typeface="Cambria Math" panose="02040503050406030204" pitchFamily="18" charset="0"/>
                            </a:rPr>
                          </m:ctrlPr>
                        </m:sSupPr>
                        <m:e>
                          <m:r>
                            <a:rPr lang="en-US" b="0" i="0" smtClean="0">
                              <a:solidFill>
                                <a:schemeClr val="bg1"/>
                              </a:solidFill>
                              <a:latin typeface="Cambria Math" panose="02040503050406030204" pitchFamily="18" charset="0"/>
                            </a:rPr>
                            <m:t>=</m:t>
                          </m:r>
                          <m:r>
                            <m:rPr>
                              <m:sty m:val="p"/>
                            </m:rPr>
                            <a:rPr lang="en-US" i="0">
                              <a:solidFill>
                                <a:schemeClr val="bg1"/>
                              </a:solidFill>
                              <a:latin typeface="Cambria Math" panose="02040503050406030204" pitchFamily="18" charset="0"/>
                            </a:rPr>
                            <m:t>j</m:t>
                          </m:r>
                        </m:e>
                        <m:sup>
                          <m:r>
                            <a:rPr lang="en-US" i="0">
                              <a:solidFill>
                                <a:schemeClr val="bg1"/>
                              </a:solidFill>
                              <a:latin typeface="Cambria Math" panose="02040503050406030204" pitchFamily="18" charset="0"/>
                            </a:rPr>
                            <m:t>2</m:t>
                          </m:r>
                        </m:sup>
                      </m:sSup>
                      <m:r>
                        <a:rPr lang="en-US" i="0">
                          <a:solidFill>
                            <a:schemeClr val="bg1"/>
                          </a:solidFill>
                          <a:latin typeface="Cambria Math" panose="02040503050406030204" pitchFamily="18" charset="0"/>
                        </a:rPr>
                        <m:t>=</m:t>
                      </m:r>
                      <m:r>
                        <a:rPr lang="en-US" b="0" i="0" smtClean="0">
                          <a:solidFill>
                            <a:schemeClr val="bg1"/>
                          </a:solidFill>
                          <a:latin typeface="Cambria Math" panose="02040503050406030204" pitchFamily="18" charset="0"/>
                        </a:rPr>
                        <m:t>−1</m:t>
                      </m:r>
                      <m:r>
                        <a:rPr lang="en-US" b="0" i="1" smtClean="0">
                          <a:solidFill>
                            <a:schemeClr val="bg1"/>
                          </a:solidFill>
                          <a:latin typeface="Cambria Math" panose="02040503050406030204" pitchFamily="18" charset="0"/>
                        </a:rPr>
                        <m:t>. </m:t>
                      </m:r>
                    </m:oMath>
                  </m:oMathPara>
                </a14:m>
                <a:endParaRPr lang="en-US">
                  <a:solidFill>
                    <a:schemeClr val="bg1"/>
                  </a:solidFill>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6775996" y="2229290"/>
                <a:ext cx="3019257" cy="2085058"/>
              </a:xfrm>
              <a:prstGeom prst="rect">
                <a:avLst/>
              </a:prstGeom>
              <a:blipFill rotWithShape="0">
                <a:blip r:embed="rId2"/>
                <a:stretch>
                  <a:fillRect l="-595" t="-570"/>
                </a:stretch>
              </a:blipFill>
            </p:spPr>
            <p:txBody>
              <a:bodyPr/>
              <a:lstStyle/>
              <a:p>
                <a:r>
                  <a:rPr lang="en-US">
                    <a:noFill/>
                  </a:rPr>
                  <a:t> </a:t>
                </a:r>
              </a:p>
            </p:txBody>
          </p:sp>
        </mc:Fallback>
      </mc:AlternateContent>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854" y="2236962"/>
            <a:ext cx="4880383" cy="4621038"/>
          </a:xfrm>
          <a:prstGeom prst="rect">
            <a:avLst/>
          </a:prstGeom>
        </p:spPr>
      </p:pic>
      <p:sp>
        <p:nvSpPr>
          <p:cNvPr id="3" name="Rectangle 2"/>
          <p:cNvSpPr/>
          <p:nvPr/>
        </p:nvSpPr>
        <p:spPr>
          <a:xfrm>
            <a:off x="1156582" y="963637"/>
            <a:ext cx="9141964"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a:buFont typeface="Arial" panose="020B0604020202020204" pitchFamily="34" charset="0"/>
              <a:buChar char="•"/>
            </a:pPr>
            <a:r>
              <a:rPr lang="en-US" altLang="en-US">
                <a:solidFill>
                  <a:schemeClr val="bg1"/>
                </a:solidFill>
                <a:latin typeface="Arial" panose="020B0604020202020204" pitchFamily="34" charset="0"/>
                <a:cs typeface="Arial" panose="020B0604020202020204" pitchFamily="34" charset="0"/>
              </a:rPr>
              <a:t>2-D plane with x – axis being the real portion (Re) and the y-axis being the imaginary portion (</a:t>
            </a:r>
            <a:r>
              <a:rPr lang="en-US" altLang="en-US" err="1">
                <a:solidFill>
                  <a:schemeClr val="bg1"/>
                </a:solidFill>
                <a:latin typeface="Arial" panose="020B0604020202020204" pitchFamily="34" charset="0"/>
                <a:cs typeface="Arial" panose="020B0604020202020204" pitchFamily="34" charset="0"/>
              </a:rPr>
              <a:t>Im</a:t>
            </a:r>
            <a:r>
              <a:rPr lang="en-US" altLang="en-US">
                <a:solidFill>
                  <a:schemeClr val="bg1"/>
                </a:solidFill>
                <a:latin typeface="Arial" panose="020B0604020202020204" pitchFamily="34" charset="0"/>
                <a:cs typeface="Arial" panose="020B0604020202020204" pitchFamily="34" charset="0"/>
              </a:rPr>
              <a:t>) of complex numbers. </a:t>
            </a:r>
          </a:p>
        </p:txBody>
      </p:sp>
      <p:sp>
        <p:nvSpPr>
          <p:cNvPr id="16" name="TextBox 15"/>
          <p:cNvSpPr txBox="1"/>
          <p:nvPr/>
        </p:nvSpPr>
        <p:spPr>
          <a:xfrm>
            <a:off x="2537446" y="1940102"/>
            <a:ext cx="1749197" cy="369332"/>
          </a:xfrm>
          <a:prstGeom prst="rect">
            <a:avLst/>
          </a:prstGeom>
          <a:noFill/>
        </p:spPr>
        <p:txBody>
          <a:bodyPr wrap="none" rtlCol="0">
            <a:spAutoFit/>
          </a:bodyPr>
          <a:lstStyle/>
          <a:p>
            <a:r>
              <a:rPr lang="en-US">
                <a:solidFill>
                  <a:schemeClr val="bg1"/>
                </a:solidFill>
              </a:rPr>
              <a:t>Complex Plane</a:t>
            </a:r>
          </a:p>
        </p:txBody>
      </p:sp>
      <p:sp>
        <p:nvSpPr>
          <p:cNvPr id="17" name="Rectangle 16"/>
          <p:cNvSpPr/>
          <p:nvPr/>
        </p:nvSpPr>
        <p:spPr>
          <a:xfrm>
            <a:off x="6400799" y="4953443"/>
            <a:ext cx="4040554"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solidFill>
                  <a:schemeClr val="bg1"/>
                </a:solidFill>
              </a:rPr>
              <a:t>Multiplying a number by j results in a 90˚ advancement on the complex plane. </a:t>
            </a:r>
          </a:p>
        </p:txBody>
      </p:sp>
    </p:spTree>
    <p:extLst>
      <p:ext uri="{BB962C8B-B14F-4D97-AF65-F5344CB8AC3E}">
        <p14:creationId xmlns:p14="http://schemas.microsoft.com/office/powerpoint/2010/main" val="82008060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extBox 53"/>
          <p:cNvSpPr txBox="1"/>
          <p:nvPr/>
        </p:nvSpPr>
        <p:spPr>
          <a:xfrm>
            <a:off x="683736" y="1065120"/>
            <a:ext cx="10997513" cy="563231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endParaRPr lang="en-US" sz="2000">
              <a:solidFill>
                <a:schemeClr val="bg1"/>
              </a:solidFill>
            </a:endParaRPr>
          </a:p>
          <a:p>
            <a:endParaRPr lang="en-US" sz="2000">
              <a:solidFill>
                <a:schemeClr val="bg1"/>
              </a:solidFill>
            </a:endParaRPr>
          </a:p>
          <a:p>
            <a:endParaRPr lang="en-US" sz="2000">
              <a:solidFill>
                <a:schemeClr val="bg1"/>
              </a:solidFill>
            </a:endParaRPr>
          </a:p>
          <a:p>
            <a:endParaRPr lang="en-US" sz="2000">
              <a:solidFill>
                <a:schemeClr val="bg1"/>
              </a:solidFill>
            </a:endParaRPr>
          </a:p>
          <a:p>
            <a:endParaRPr lang="en-US" sz="2000">
              <a:solidFill>
                <a:schemeClr val="bg1"/>
              </a:solidFill>
            </a:endParaRPr>
          </a:p>
          <a:p>
            <a:endParaRPr lang="en-US" sz="2000">
              <a:solidFill>
                <a:schemeClr val="bg1"/>
              </a:solidFill>
            </a:endParaRPr>
          </a:p>
          <a:p>
            <a:endParaRPr lang="en-US" sz="2000">
              <a:solidFill>
                <a:schemeClr val="bg1"/>
              </a:solidFill>
            </a:endParaRPr>
          </a:p>
          <a:p>
            <a:endParaRPr lang="en-US" sz="2000">
              <a:solidFill>
                <a:schemeClr val="bg1"/>
              </a:solidFill>
            </a:endParaRPr>
          </a:p>
          <a:p>
            <a:endParaRPr lang="en-US" sz="2000">
              <a:solidFill>
                <a:schemeClr val="bg1"/>
              </a:solidFill>
            </a:endParaRPr>
          </a:p>
          <a:p>
            <a:endParaRPr lang="en-US" sz="2000">
              <a:solidFill>
                <a:schemeClr val="bg1"/>
              </a:solidFill>
            </a:endParaRPr>
          </a:p>
          <a:p>
            <a:endParaRPr lang="en-US" sz="2000">
              <a:solidFill>
                <a:schemeClr val="bg1"/>
              </a:solidFill>
            </a:endParaRPr>
          </a:p>
          <a:p>
            <a:endParaRPr lang="en-US" sz="2000">
              <a:solidFill>
                <a:schemeClr val="bg1"/>
              </a:solidFill>
            </a:endParaRPr>
          </a:p>
          <a:p>
            <a:endParaRPr lang="en-US" sz="2000">
              <a:solidFill>
                <a:schemeClr val="bg1"/>
              </a:solidFill>
            </a:endParaRPr>
          </a:p>
          <a:p>
            <a:endParaRPr lang="en-US" sz="2000">
              <a:solidFill>
                <a:schemeClr val="bg1"/>
              </a:solidFill>
            </a:endParaRPr>
          </a:p>
          <a:p>
            <a:endParaRPr lang="en-US" sz="2000">
              <a:solidFill>
                <a:schemeClr val="bg1"/>
              </a:solidFill>
            </a:endParaRPr>
          </a:p>
          <a:p>
            <a:endParaRPr lang="en-US" sz="2000">
              <a:solidFill>
                <a:schemeClr val="bg1"/>
              </a:solidFill>
            </a:endParaRPr>
          </a:p>
          <a:p>
            <a:endParaRPr lang="en-US" sz="2000">
              <a:solidFill>
                <a:schemeClr val="bg1"/>
              </a:solidFill>
            </a:endParaRPr>
          </a:p>
          <a:p>
            <a:endParaRPr lang="en-US" sz="2000">
              <a:solidFill>
                <a:schemeClr val="bg1"/>
              </a:solidFill>
            </a:endParaRPr>
          </a:p>
        </p:txBody>
      </p:sp>
      <p:sp>
        <p:nvSpPr>
          <p:cNvPr id="2" name="Title 1"/>
          <p:cNvSpPr>
            <a:spLocks noGrp="1"/>
          </p:cNvSpPr>
          <p:nvPr>
            <p:ph type="title"/>
          </p:nvPr>
        </p:nvSpPr>
        <p:spPr>
          <a:xfrm>
            <a:off x="3922690" y="191042"/>
            <a:ext cx="5611091" cy="533400"/>
          </a:xfrm>
        </p:spPr>
        <p:txBody>
          <a:bodyPr>
            <a:normAutofit fontScale="90000"/>
          </a:bodyPr>
          <a:lstStyle/>
          <a:p>
            <a:r>
              <a:rPr lang="en-US"/>
              <a:t>Complex Exponentials</a:t>
            </a:r>
          </a:p>
        </p:txBody>
      </p:sp>
      <mc:AlternateContent xmlns:mc="http://schemas.openxmlformats.org/markup-compatibility/2006" xmlns:a14="http://schemas.microsoft.com/office/drawing/2010/main">
        <mc:Choice Requires="a14">
          <p:sp>
            <p:nvSpPr>
              <p:cNvPr id="4" name="TextBox 3"/>
              <p:cNvSpPr txBox="1"/>
              <p:nvPr/>
            </p:nvSpPr>
            <p:spPr>
              <a:xfrm>
                <a:off x="1469342" y="1139926"/>
                <a:ext cx="9770007" cy="959109"/>
              </a:xfrm>
              <a:prstGeom prst="rect">
                <a:avLst/>
              </a:prstGeom>
              <a:noFill/>
            </p:spPr>
            <p:txBody>
              <a:bodyPr wrap="square" rtlCol="0">
                <a:spAutoFit/>
              </a:bodyPr>
              <a:lstStyle/>
              <a:p>
                <a14:m>
                  <m:oMath xmlns:m="http://schemas.openxmlformats.org/officeDocument/2006/math">
                    <m:sSup>
                      <m:sSupPr>
                        <m:ctrlPr>
                          <a:rPr lang="en-US" i="1" smtClean="0">
                            <a:solidFill>
                              <a:schemeClr val="bg1"/>
                            </a:solidFill>
                            <a:latin typeface="Cambria Math" panose="02040503050406030204" pitchFamily="18" charset="0"/>
                          </a:rPr>
                        </m:ctrlPr>
                      </m:sSupPr>
                      <m:e>
                        <m:r>
                          <m:rPr>
                            <m:sty m:val="p"/>
                          </m:rPr>
                          <a:rPr lang="en-US">
                            <a:solidFill>
                              <a:schemeClr val="bg1"/>
                            </a:solidFill>
                            <a:latin typeface="Cambria Math" panose="02040503050406030204" pitchFamily="18" charset="0"/>
                          </a:rPr>
                          <m:t>e</m:t>
                        </m:r>
                      </m:e>
                      <m:sup>
                        <m:r>
                          <m:rPr>
                            <m:sty m:val="p"/>
                          </m:rPr>
                          <a:rPr lang="en-US">
                            <a:solidFill>
                              <a:schemeClr val="bg1"/>
                            </a:solidFill>
                            <a:latin typeface="Cambria Math" panose="02040503050406030204" pitchFamily="18" charset="0"/>
                          </a:rPr>
                          <m:t>j</m:t>
                        </m:r>
                        <m:r>
                          <m:rPr>
                            <m:sty m:val="p"/>
                          </m:rPr>
                          <a:rPr lang="en-US" i="1">
                            <a:solidFill>
                              <a:schemeClr val="bg1"/>
                            </a:solidFill>
                            <a:latin typeface="Cambria Math" panose="02040503050406030204" pitchFamily="18" charset="0"/>
                            <a:ea typeface="Cambria Math" panose="02040503050406030204" pitchFamily="18" charset="0"/>
                          </a:rPr>
                          <m:t>ωt</m:t>
                        </m:r>
                      </m:sup>
                    </m:sSup>
                    <m:r>
                      <a:rPr lang="en-US">
                        <a:solidFill>
                          <a:schemeClr val="bg1"/>
                        </a:solidFill>
                        <a:latin typeface="Cambria Math" panose="02040503050406030204" pitchFamily="18" charset="0"/>
                      </a:rPr>
                      <m:t>=</m:t>
                    </m:r>
                    <m:func>
                      <m:funcPr>
                        <m:ctrlPr>
                          <a:rPr lang="en-US" i="1">
                            <a:solidFill>
                              <a:schemeClr val="bg1"/>
                            </a:solidFill>
                            <a:latin typeface="Cambria Math" panose="02040503050406030204" pitchFamily="18" charset="0"/>
                          </a:rPr>
                        </m:ctrlPr>
                      </m:funcPr>
                      <m:fName>
                        <m:r>
                          <m:rPr>
                            <m:sty m:val="p"/>
                          </m:rPr>
                          <a:rPr lang="en-US">
                            <a:solidFill>
                              <a:schemeClr val="bg1"/>
                            </a:solidFill>
                            <a:latin typeface="Cambria Math" panose="02040503050406030204" pitchFamily="18" charset="0"/>
                          </a:rPr>
                          <m:t>cos</m:t>
                        </m:r>
                      </m:fName>
                      <m:e>
                        <m:d>
                          <m:dPr>
                            <m:ctrlPr>
                              <a:rPr lang="en-US" i="1">
                                <a:solidFill>
                                  <a:schemeClr val="bg1"/>
                                </a:solidFill>
                                <a:latin typeface="Cambria Math" panose="02040503050406030204" pitchFamily="18" charset="0"/>
                              </a:rPr>
                            </m:ctrlPr>
                          </m:dPr>
                          <m:e>
                            <m:r>
                              <m:rPr>
                                <m:sty m:val="p"/>
                              </m:rPr>
                              <a:rPr lang="en-US" i="1">
                                <a:solidFill>
                                  <a:schemeClr val="bg1"/>
                                </a:solidFill>
                                <a:latin typeface="Cambria Math" panose="02040503050406030204" pitchFamily="18" charset="0"/>
                                <a:ea typeface="Cambria Math" panose="02040503050406030204" pitchFamily="18" charset="0"/>
                              </a:rPr>
                              <m:t>ωt</m:t>
                            </m:r>
                          </m:e>
                        </m:d>
                      </m:e>
                    </m:func>
                    <m:r>
                      <a:rPr lang="en-US">
                        <a:solidFill>
                          <a:schemeClr val="bg1"/>
                        </a:solidFill>
                        <a:latin typeface="Cambria Math" panose="02040503050406030204" pitchFamily="18" charset="0"/>
                      </a:rPr>
                      <m:t>+</m:t>
                    </m:r>
                    <m:func>
                      <m:funcPr>
                        <m:ctrlPr>
                          <a:rPr lang="en-US" i="1">
                            <a:solidFill>
                              <a:schemeClr val="bg1"/>
                            </a:solidFill>
                            <a:latin typeface="Cambria Math" panose="02040503050406030204" pitchFamily="18" charset="0"/>
                          </a:rPr>
                        </m:ctrlPr>
                      </m:funcPr>
                      <m:fName>
                        <m:r>
                          <m:rPr>
                            <m:sty m:val="p"/>
                          </m:rPr>
                          <a:rPr lang="en-US">
                            <a:solidFill>
                              <a:schemeClr val="bg1"/>
                            </a:solidFill>
                            <a:latin typeface="Cambria Math" panose="02040503050406030204" pitchFamily="18" charset="0"/>
                          </a:rPr>
                          <m:t>jsin</m:t>
                        </m:r>
                      </m:fName>
                      <m:e>
                        <m:d>
                          <m:dPr>
                            <m:ctrlPr>
                              <a:rPr lang="en-US" i="1">
                                <a:solidFill>
                                  <a:schemeClr val="bg1"/>
                                </a:solidFill>
                                <a:latin typeface="Cambria Math" panose="02040503050406030204" pitchFamily="18" charset="0"/>
                              </a:rPr>
                            </m:ctrlPr>
                          </m:dPr>
                          <m:e>
                            <m:r>
                              <m:rPr>
                                <m:sty m:val="p"/>
                              </m:rPr>
                              <a:rPr lang="en-US" i="1">
                                <a:solidFill>
                                  <a:schemeClr val="bg1"/>
                                </a:solidFill>
                                <a:latin typeface="Cambria Math" panose="02040503050406030204" pitchFamily="18" charset="0"/>
                                <a:ea typeface="Cambria Math" panose="02040503050406030204" pitchFamily="18" charset="0"/>
                              </a:rPr>
                              <m:t>ωt</m:t>
                            </m:r>
                          </m:e>
                        </m:d>
                      </m:e>
                    </m:func>
                    <m:r>
                      <a:rPr lang="en-US">
                        <a:solidFill>
                          <a:schemeClr val="bg1"/>
                        </a:solidFill>
                        <a:latin typeface="Cambria Math" panose="02040503050406030204" pitchFamily="18" charset="0"/>
                        <a:ea typeface="Cambria Math" panose="02040503050406030204" pitchFamily="18" charset="0"/>
                      </a:rPr>
                      <m:t> −</m:t>
                    </m:r>
                  </m:oMath>
                </a14:m>
                <a:r>
                  <a:rPr lang="en-US">
                    <a:solidFill>
                      <a:schemeClr val="bg1"/>
                    </a:solidFill>
                    <a:latin typeface="Cambria Math" panose="02040503050406030204" pitchFamily="18" charset="0"/>
                    <a:ea typeface="Cambria Math" panose="02040503050406030204" pitchFamily="18" charset="0"/>
                  </a:rPr>
                  <a:t> </a:t>
                </a:r>
                <a:r>
                  <a:rPr lang="en-US" b="1">
                    <a:solidFill>
                      <a:schemeClr val="bg1"/>
                    </a:solidFill>
                    <a:latin typeface="Cambria Math" panose="02040503050406030204" pitchFamily="18" charset="0"/>
                    <a:ea typeface="Cambria Math" panose="02040503050406030204" pitchFamily="18" charset="0"/>
                  </a:rPr>
                  <a:t>Counter Clockwise Rotating Vector</a:t>
                </a:r>
                <a:r>
                  <a:rPr lang="en-US">
                    <a:solidFill>
                      <a:schemeClr val="bg1"/>
                    </a:solidFill>
                    <a:latin typeface="Cambria Math" panose="02040503050406030204" pitchFamily="18" charset="0"/>
                    <a:ea typeface="Cambria Math" panose="02040503050406030204" pitchFamily="18" charset="0"/>
                  </a:rPr>
                  <a:t>.</a:t>
                </a:r>
              </a:p>
              <a:p>
                <a:endParaRPr lang="en-US">
                  <a:solidFill>
                    <a:schemeClr val="bg1"/>
                  </a:solidFill>
                  <a:latin typeface="Cambria Math" panose="02040503050406030204" pitchFamily="18" charset="0"/>
                  <a:ea typeface="Cambria Math" panose="02040503050406030204" pitchFamily="18" charset="0"/>
                </a:endParaRPr>
              </a:p>
              <a:p>
                <a:r>
                  <a:rPr lang="en-US">
                    <a:solidFill>
                      <a:schemeClr val="bg1"/>
                    </a:solidFill>
                    <a:latin typeface="Cambria Math" panose="02040503050406030204" pitchFamily="18" charset="0"/>
                    <a:ea typeface="Cambria Math" panose="02040503050406030204" pitchFamily="18" charset="0"/>
                  </a:rPr>
                  <a:t>Magnitude(</a:t>
                </a:r>
                <a14:m>
                  <m:oMath xmlns:m="http://schemas.openxmlformats.org/officeDocument/2006/math">
                    <m:sSup>
                      <m:sSupPr>
                        <m:ctrlPr>
                          <a:rPr lang="en-US" i="1">
                            <a:solidFill>
                              <a:schemeClr val="bg1"/>
                            </a:solidFill>
                            <a:latin typeface="Cambria Math" panose="02040503050406030204" pitchFamily="18" charset="0"/>
                          </a:rPr>
                        </m:ctrlPr>
                      </m:sSupPr>
                      <m:e>
                        <m:r>
                          <m:rPr>
                            <m:sty m:val="p"/>
                          </m:rPr>
                          <a:rPr lang="en-US">
                            <a:solidFill>
                              <a:schemeClr val="bg1"/>
                            </a:solidFill>
                            <a:latin typeface="Cambria Math" panose="02040503050406030204" pitchFamily="18" charset="0"/>
                          </a:rPr>
                          <m:t>e</m:t>
                        </m:r>
                      </m:e>
                      <m:sup>
                        <m:r>
                          <m:rPr>
                            <m:sty m:val="p"/>
                          </m:rPr>
                          <a:rPr lang="en-US">
                            <a:solidFill>
                              <a:schemeClr val="bg1"/>
                            </a:solidFill>
                            <a:latin typeface="Cambria Math" panose="02040503050406030204" pitchFamily="18" charset="0"/>
                          </a:rPr>
                          <m:t>j</m:t>
                        </m:r>
                        <m:r>
                          <m:rPr>
                            <m:sty m:val="p"/>
                          </m:rPr>
                          <a:rPr lang="en-US" i="1">
                            <a:solidFill>
                              <a:schemeClr val="bg1"/>
                            </a:solidFill>
                            <a:latin typeface="Cambria Math" panose="02040503050406030204" pitchFamily="18" charset="0"/>
                            <a:ea typeface="Cambria Math" panose="02040503050406030204" pitchFamily="18" charset="0"/>
                          </a:rPr>
                          <m:t>ωt</m:t>
                        </m:r>
                      </m:sup>
                    </m:sSup>
                  </m:oMath>
                </a14:m>
                <a:r>
                  <a:rPr lang="en-US">
                    <a:solidFill>
                      <a:schemeClr val="bg1"/>
                    </a:solidFill>
                    <a:latin typeface="Cambria Math" panose="02040503050406030204" pitchFamily="18" charset="0"/>
                    <a:ea typeface="Cambria Math" panose="02040503050406030204" pitchFamily="18" charset="0"/>
                  </a:rPr>
                  <a:t>) = 1 for all </a:t>
                </a:r>
                <a14:m>
                  <m:oMath xmlns:m="http://schemas.openxmlformats.org/officeDocument/2006/math">
                    <m:r>
                      <m:rPr>
                        <m:sty m:val="p"/>
                      </m:rPr>
                      <a:rPr lang="en-US" i="1">
                        <a:solidFill>
                          <a:schemeClr val="bg1"/>
                        </a:solidFill>
                        <a:latin typeface="Cambria Math" panose="02040503050406030204" pitchFamily="18" charset="0"/>
                        <a:ea typeface="Cambria Math" panose="02040503050406030204" pitchFamily="18" charset="0"/>
                      </a:rPr>
                      <m:t>ωt</m:t>
                    </m:r>
                  </m:oMath>
                </a14:m>
                <a:r>
                  <a:rPr lang="en-US">
                    <a:solidFill>
                      <a:schemeClr val="bg1"/>
                    </a:solidFill>
                    <a:latin typeface="Cambria Math" panose="02040503050406030204" pitchFamily="18" charset="0"/>
                    <a:ea typeface="Cambria Math" panose="02040503050406030204" pitchFamily="18" charset="0"/>
                  </a:rPr>
                  <a:t>.  Angle(</a:t>
                </a:r>
                <a14:m>
                  <m:oMath xmlns:m="http://schemas.openxmlformats.org/officeDocument/2006/math">
                    <m:sSup>
                      <m:sSupPr>
                        <m:ctrlPr>
                          <a:rPr lang="en-US" i="1">
                            <a:solidFill>
                              <a:schemeClr val="bg1"/>
                            </a:solidFill>
                            <a:latin typeface="Cambria Math" panose="02040503050406030204" pitchFamily="18" charset="0"/>
                          </a:rPr>
                        </m:ctrlPr>
                      </m:sSupPr>
                      <m:e>
                        <m:r>
                          <m:rPr>
                            <m:sty m:val="p"/>
                          </m:rPr>
                          <a:rPr lang="en-US">
                            <a:solidFill>
                              <a:schemeClr val="bg1"/>
                            </a:solidFill>
                            <a:latin typeface="Cambria Math" panose="02040503050406030204" pitchFamily="18" charset="0"/>
                          </a:rPr>
                          <m:t>e</m:t>
                        </m:r>
                      </m:e>
                      <m:sup>
                        <m:r>
                          <m:rPr>
                            <m:sty m:val="p"/>
                          </m:rPr>
                          <a:rPr lang="en-US">
                            <a:solidFill>
                              <a:schemeClr val="bg1"/>
                            </a:solidFill>
                            <a:latin typeface="Cambria Math" panose="02040503050406030204" pitchFamily="18" charset="0"/>
                          </a:rPr>
                          <m:t>j</m:t>
                        </m:r>
                        <m:r>
                          <m:rPr>
                            <m:sty m:val="p"/>
                          </m:rPr>
                          <a:rPr lang="en-US" i="1">
                            <a:solidFill>
                              <a:schemeClr val="bg1"/>
                            </a:solidFill>
                            <a:latin typeface="Cambria Math" panose="02040503050406030204" pitchFamily="18" charset="0"/>
                            <a:ea typeface="Cambria Math" panose="02040503050406030204" pitchFamily="18" charset="0"/>
                          </a:rPr>
                          <m:t>ωt</m:t>
                        </m:r>
                      </m:sup>
                    </m:sSup>
                  </m:oMath>
                </a14:m>
                <a:r>
                  <a:rPr lang="en-US">
                    <a:solidFill>
                      <a:schemeClr val="bg1"/>
                    </a:solidFill>
                    <a:latin typeface="Cambria Math" panose="02040503050406030204" pitchFamily="18" charset="0"/>
                    <a:ea typeface="Cambria Math" panose="02040503050406030204" pitchFamily="18" charset="0"/>
                  </a:rPr>
                  <a:t>) = </a:t>
                </a:r>
                <a14:m>
                  <m:oMath xmlns:m="http://schemas.openxmlformats.org/officeDocument/2006/math">
                    <m:r>
                      <m:rPr>
                        <m:sty m:val="p"/>
                      </m:rPr>
                      <a:rPr lang="en-US" i="1">
                        <a:solidFill>
                          <a:schemeClr val="bg1"/>
                        </a:solidFill>
                        <a:latin typeface="Cambria Math" panose="02040503050406030204" pitchFamily="18" charset="0"/>
                        <a:ea typeface="Cambria Math" panose="02040503050406030204" pitchFamily="18" charset="0"/>
                      </a:rPr>
                      <m:t>ωt</m:t>
                    </m:r>
                  </m:oMath>
                </a14:m>
                <a:r>
                  <a:rPr lang="en-US">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m:rPr>
                        <m:sty m:val="p"/>
                      </m:rPr>
                      <a:rPr lang="en-US" i="0">
                        <a:solidFill>
                          <a:schemeClr val="bg1"/>
                        </a:solidFill>
                        <a:latin typeface="Cambria Math" panose="02040503050406030204" pitchFamily="18" charset="0"/>
                        <a:ea typeface="Cambria Math" panose="02040503050406030204" pitchFamily="18" charset="0"/>
                      </a:rPr>
                      <m:t>ω</m:t>
                    </m:r>
                    <m:r>
                      <a:rPr lang="en-US" b="0" i="0" smtClean="0">
                        <a:solidFill>
                          <a:schemeClr val="bg1"/>
                        </a:solidFill>
                        <a:latin typeface="Cambria Math" panose="02040503050406030204" pitchFamily="18" charset="0"/>
                        <a:ea typeface="Cambria Math" panose="02040503050406030204" pitchFamily="18" charset="0"/>
                      </a:rPr>
                      <m:t>=2</m:t>
                    </m:r>
                    <m:r>
                      <m:rPr>
                        <m:sty m:val="p"/>
                      </m:rPr>
                      <a:rPr lang="en-US" b="0" i="0" smtClean="0">
                        <a:solidFill>
                          <a:schemeClr val="bg1"/>
                        </a:solidFill>
                        <a:latin typeface="Cambria Math" panose="02040503050406030204" pitchFamily="18" charset="0"/>
                        <a:ea typeface="Cambria Math" panose="02040503050406030204" pitchFamily="18" charset="0"/>
                      </a:rPr>
                      <m:t>πf</m:t>
                    </m:r>
                    <m:r>
                      <a:rPr lang="en-US" b="0" i="1" smtClean="0">
                        <a:solidFill>
                          <a:schemeClr val="bg1"/>
                        </a:solidFill>
                        <a:latin typeface="Cambria Math" panose="02040503050406030204" pitchFamily="18" charset="0"/>
                        <a:ea typeface="Cambria Math" panose="02040503050406030204" pitchFamily="18" charset="0"/>
                      </a:rPr>
                      <m:t>.</m:t>
                    </m:r>
                  </m:oMath>
                </a14:m>
                <a:r>
                  <a:rPr lang="en-US">
                    <a:solidFill>
                      <a:schemeClr val="bg1"/>
                    </a:solidFill>
                    <a:latin typeface="Cambria Math" panose="02040503050406030204" pitchFamily="18" charset="0"/>
                    <a:ea typeface="Cambria Math" panose="02040503050406030204" pitchFamily="18" charset="0"/>
                  </a:rPr>
                  <a:t>     </a:t>
                </a:r>
                <a14:m>
                  <m:oMath xmlns:m="http://schemas.openxmlformats.org/officeDocument/2006/math">
                    <m:sSup>
                      <m:sSupPr>
                        <m:ctrlPr>
                          <a:rPr lang="en-US" i="1">
                            <a:solidFill>
                              <a:schemeClr val="bg1"/>
                            </a:solidFill>
                            <a:latin typeface="Cambria Math" panose="02040503050406030204" pitchFamily="18" charset="0"/>
                            <a:ea typeface="Cambria Math" panose="02040503050406030204" pitchFamily="18" charset="0"/>
                          </a:rPr>
                        </m:ctrlPr>
                      </m:sSupPr>
                      <m:e>
                        <m:r>
                          <m:rPr>
                            <m:sty m:val="p"/>
                          </m:rPr>
                          <a:rPr lang="en-US">
                            <a:solidFill>
                              <a:schemeClr val="bg1"/>
                            </a:solidFill>
                            <a:latin typeface="Cambria Math" panose="02040503050406030204" pitchFamily="18" charset="0"/>
                            <a:ea typeface="Cambria Math" panose="02040503050406030204" pitchFamily="18" charset="0"/>
                          </a:rPr>
                          <m:t>e</m:t>
                        </m:r>
                      </m:e>
                      <m:sup>
                        <m:r>
                          <m:rPr>
                            <m:sty m:val="p"/>
                          </m:rPr>
                          <a:rPr lang="en-US">
                            <a:solidFill>
                              <a:schemeClr val="bg1"/>
                            </a:solidFill>
                            <a:latin typeface="Cambria Math" panose="02040503050406030204" pitchFamily="18" charset="0"/>
                            <a:ea typeface="Cambria Math" panose="02040503050406030204" pitchFamily="18" charset="0"/>
                          </a:rPr>
                          <m:t>j</m:t>
                        </m:r>
                        <m:r>
                          <a:rPr lang="en-US">
                            <a:solidFill>
                              <a:schemeClr val="bg1"/>
                            </a:solidFill>
                            <a:latin typeface="Cambria Math" panose="02040503050406030204" pitchFamily="18" charset="0"/>
                            <a:ea typeface="Cambria Math" panose="02040503050406030204" pitchFamily="18" charset="0"/>
                          </a:rPr>
                          <m:t>2</m:t>
                        </m:r>
                        <m:r>
                          <m:rPr>
                            <m:sty m:val="p"/>
                          </m:rPr>
                          <a:rPr lang="en-US">
                            <a:solidFill>
                              <a:schemeClr val="bg1"/>
                            </a:solidFill>
                            <a:latin typeface="Cambria Math" panose="02040503050406030204" pitchFamily="18" charset="0"/>
                            <a:ea typeface="Cambria Math" panose="02040503050406030204" pitchFamily="18" charset="0"/>
                          </a:rPr>
                          <m:t>πft</m:t>
                        </m:r>
                      </m:sup>
                    </m:sSup>
                    <m:r>
                      <a:rPr lang="en-US" dirty="0">
                        <a:solidFill>
                          <a:schemeClr val="bg1"/>
                        </a:solidFill>
                        <a:latin typeface="Cambria Math" panose="02040503050406030204" pitchFamily="18" charset="0"/>
                        <a:ea typeface="Cambria Math" panose="02040503050406030204" pitchFamily="18" charset="0"/>
                      </a:rPr>
                      <m:t>=1∠2</m:t>
                    </m:r>
                    <m:r>
                      <m:rPr>
                        <m:sty m:val="p"/>
                      </m:rPr>
                      <a:rPr lang="en-US" dirty="0">
                        <a:solidFill>
                          <a:schemeClr val="bg1"/>
                        </a:solidFill>
                        <a:latin typeface="Cambria Math" panose="02040503050406030204" pitchFamily="18" charset="0"/>
                        <a:ea typeface="Cambria Math" panose="02040503050406030204" pitchFamily="18" charset="0"/>
                      </a:rPr>
                      <m:t>πft</m:t>
                    </m:r>
                  </m:oMath>
                </a14:m>
                <a:r>
                  <a:rPr lang="en-US">
                    <a:solidFill>
                      <a:schemeClr val="bg1"/>
                    </a:solidFill>
                    <a:latin typeface="Cambria Math" panose="02040503050406030204" pitchFamily="18" charset="0"/>
                    <a:ea typeface="Cambria Math" panose="02040503050406030204" pitchFamily="18" charset="0"/>
                  </a:rPr>
                  <a:t> - Polar Form.</a:t>
                </a:r>
              </a:p>
            </p:txBody>
          </p:sp>
        </mc:Choice>
        <mc:Fallback xmlns="">
          <p:sp>
            <p:nvSpPr>
              <p:cNvPr id="4" name="TextBox 3"/>
              <p:cNvSpPr txBox="1">
                <a:spLocks noRot="1" noChangeAspect="1" noMove="1" noResize="1" noEditPoints="1" noAdjustHandles="1" noChangeArrowheads="1" noChangeShapeType="1" noTextEdit="1"/>
              </p:cNvSpPr>
              <p:nvPr/>
            </p:nvSpPr>
            <p:spPr>
              <a:xfrm>
                <a:off x="1469342" y="1139926"/>
                <a:ext cx="9770007" cy="959109"/>
              </a:xfrm>
              <a:prstGeom prst="rect">
                <a:avLst/>
              </a:prstGeom>
              <a:blipFill rotWithShape="0">
                <a:blip r:embed="rId2"/>
                <a:stretch>
                  <a:fillRect l="-499" t="-3185" b="-7643"/>
                </a:stretch>
              </a:blipFill>
            </p:spPr>
            <p:txBody>
              <a:bodyPr/>
              <a:lstStyle/>
              <a:p>
                <a:r>
                  <a:rPr lang="en-US">
                    <a:noFill/>
                  </a:rPr>
                  <a:t> </a:t>
                </a:r>
              </a:p>
            </p:txBody>
          </p:sp>
        </mc:Fallback>
      </mc:AlternateContent>
      <p:grpSp>
        <p:nvGrpSpPr>
          <p:cNvPr id="57" name="Group 56"/>
          <p:cNvGrpSpPr/>
          <p:nvPr/>
        </p:nvGrpSpPr>
        <p:grpSpPr>
          <a:xfrm>
            <a:off x="2803284" y="2768885"/>
            <a:ext cx="6173530" cy="3032414"/>
            <a:chOff x="1267122" y="2660559"/>
            <a:chExt cx="6173530" cy="3032414"/>
          </a:xfrm>
        </p:grpSpPr>
        <p:grpSp>
          <p:nvGrpSpPr>
            <p:cNvPr id="58" name="Group 57"/>
            <p:cNvGrpSpPr/>
            <p:nvPr/>
          </p:nvGrpSpPr>
          <p:grpSpPr>
            <a:xfrm>
              <a:off x="1273629" y="2660559"/>
              <a:ext cx="1890807" cy="1461686"/>
              <a:chOff x="174171" y="2543756"/>
              <a:chExt cx="2521076" cy="1948914"/>
            </a:xfrm>
          </p:grpSpPr>
          <p:cxnSp>
            <p:nvCxnSpPr>
              <p:cNvPr id="147" name="Straight Arrow Connector 146"/>
              <p:cNvCxnSpPr/>
              <p:nvPr/>
            </p:nvCxnSpPr>
            <p:spPr>
              <a:xfrm>
                <a:off x="174171" y="3617774"/>
                <a:ext cx="2085975" cy="19050"/>
              </a:xfrm>
              <a:prstGeom prst="straightConnector1">
                <a:avLst/>
              </a:prstGeom>
              <a:noFill/>
              <a:ln w="19050" cap="flat" cmpd="sng" algn="ctr">
                <a:solidFill>
                  <a:srgbClr val="000000"/>
                </a:solidFill>
                <a:prstDash val="solid"/>
                <a:headEnd type="triangle"/>
                <a:tailEnd type="triangle"/>
              </a:ln>
              <a:effectLst/>
            </p:spPr>
          </p:cxnSp>
          <p:cxnSp>
            <p:nvCxnSpPr>
              <p:cNvPr id="148" name="Straight Arrow Connector 147"/>
              <p:cNvCxnSpPr/>
              <p:nvPr/>
            </p:nvCxnSpPr>
            <p:spPr>
              <a:xfrm flipV="1">
                <a:off x="1193347" y="2768646"/>
                <a:ext cx="0" cy="1724024"/>
              </a:xfrm>
              <a:prstGeom prst="straightConnector1">
                <a:avLst/>
              </a:prstGeom>
              <a:noFill/>
              <a:ln w="19050" cap="flat" cmpd="sng" algn="ctr">
                <a:solidFill>
                  <a:srgbClr val="000000"/>
                </a:solidFill>
                <a:prstDash val="solid"/>
                <a:headEnd type="triangle"/>
                <a:tailEnd type="triangle"/>
              </a:ln>
              <a:effectLst/>
            </p:spPr>
          </p:cxnSp>
          <p:sp>
            <p:nvSpPr>
              <p:cNvPr id="149" name="Oval 148"/>
              <p:cNvSpPr/>
              <p:nvPr/>
            </p:nvSpPr>
            <p:spPr bwMode="auto">
              <a:xfrm>
                <a:off x="488281" y="2927105"/>
                <a:ext cx="1394429" cy="1391239"/>
              </a:xfrm>
              <a:prstGeom prst="ellipse">
                <a:avLst/>
              </a:prstGeom>
              <a:noFill/>
              <a:ln w="19050" cap="flat" cmpd="sng" algn="ctr">
                <a:solidFill>
                  <a:srgbClr val="000000"/>
                </a:solidFill>
                <a:prstDash val="solid"/>
                <a:headEnd type="none" w="med" len="med"/>
                <a:tailEnd type="none" w="med" len="med"/>
              </a:ln>
              <a:effectLst/>
            </p:spPr>
            <p:txBody>
              <a:bodyPr vert="horz" wrap="square" lIns="68577" tIns="34289" rIns="68577" bIns="34289" numCol="1" rtlCol="0" anchor="ctr" anchorCtr="0" compatLnSpc="1">
                <a:prstTxWarp prst="textNoShape">
                  <a:avLst/>
                </a:prstTxWarp>
              </a:bodyPr>
              <a:lstStyle/>
              <a:p>
                <a:pPr marL="0" marR="0" lvl="0" indent="0" algn="ctr" defTabSz="685574" eaLnBrk="1" fontAlgn="base" latinLnBrk="0" hangingPunct="1">
                  <a:lnSpc>
                    <a:spcPct val="100000"/>
                  </a:lnSpc>
                  <a:spcBef>
                    <a:spcPct val="0"/>
                  </a:spcBef>
                  <a:spcAft>
                    <a:spcPct val="0"/>
                  </a:spcAft>
                  <a:buClrTx/>
                  <a:buSzTx/>
                  <a:buFontTx/>
                  <a:buNone/>
                  <a:tabLst/>
                  <a:defRPr/>
                </a:pPr>
                <a:endParaRPr kumimoji="0" lang="en-US" sz="1725"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
            <p:nvSpPr>
              <p:cNvPr id="150" name="TextBox 149"/>
              <p:cNvSpPr txBox="1"/>
              <p:nvPr/>
            </p:nvSpPr>
            <p:spPr>
              <a:xfrm>
                <a:off x="796606" y="2543756"/>
                <a:ext cx="840401" cy="284780"/>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788" b="0" i="0" u="none" strike="noStrike" kern="0" cap="none" spc="0" normalizeH="0" baseline="0" noProof="0">
                    <a:ln>
                      <a:noFill/>
                    </a:ln>
                    <a:solidFill>
                      <a:srgbClr val="000000"/>
                    </a:solidFill>
                    <a:effectLst/>
                    <a:uLnTx/>
                    <a:uFillTx/>
                    <a:latin typeface="Cambria" panose="02040503050406030204"/>
                  </a:rPr>
                  <a:t>Imaginary</a:t>
                </a:r>
              </a:p>
            </p:txBody>
          </p:sp>
          <p:sp>
            <p:nvSpPr>
              <p:cNvPr id="151" name="TextBox 150"/>
              <p:cNvSpPr txBox="1"/>
              <p:nvPr/>
            </p:nvSpPr>
            <p:spPr>
              <a:xfrm>
                <a:off x="2196820" y="3482934"/>
                <a:ext cx="498427" cy="284780"/>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788" b="0" i="0" u="none" strike="noStrike" kern="0" cap="none" spc="0" normalizeH="0" baseline="0" noProof="0">
                    <a:ln>
                      <a:noFill/>
                    </a:ln>
                    <a:solidFill>
                      <a:srgbClr val="000000"/>
                    </a:solidFill>
                    <a:effectLst/>
                    <a:uLnTx/>
                    <a:uFillTx/>
                    <a:latin typeface="Cambria" panose="02040503050406030204"/>
                  </a:rPr>
                  <a:t>Real</a:t>
                </a:r>
              </a:p>
            </p:txBody>
          </p:sp>
          <p:cxnSp>
            <p:nvCxnSpPr>
              <p:cNvPr id="152" name="Straight Arrow Connector 151"/>
              <p:cNvCxnSpPr>
                <a:endCxn id="149" idx="6"/>
              </p:cNvCxnSpPr>
              <p:nvPr/>
            </p:nvCxnSpPr>
            <p:spPr>
              <a:xfrm flipV="1">
                <a:off x="1193347" y="3622725"/>
                <a:ext cx="689363" cy="4574"/>
              </a:xfrm>
              <a:prstGeom prst="straightConnector1">
                <a:avLst/>
              </a:prstGeom>
              <a:noFill/>
              <a:ln w="25400" cap="flat" cmpd="sng" algn="ctr">
                <a:solidFill>
                  <a:srgbClr val="FF0000"/>
                </a:solidFill>
                <a:prstDash val="solid"/>
                <a:tailEnd type="triangle"/>
              </a:ln>
              <a:effectLst/>
            </p:spPr>
          </p:cxnSp>
        </p:grpSp>
        <p:sp>
          <p:nvSpPr>
            <p:cNvPr id="59" name="TextBox 58"/>
            <p:cNvSpPr txBox="1"/>
            <p:nvPr/>
          </p:nvSpPr>
          <p:spPr>
            <a:xfrm>
              <a:off x="2242992" y="2821150"/>
              <a:ext cx="930063" cy="213585"/>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788" b="0" i="0" u="none" strike="noStrike" kern="0" cap="none" spc="0" normalizeH="0" baseline="0" noProof="0">
                  <a:ln>
                    <a:noFill/>
                  </a:ln>
                  <a:solidFill>
                    <a:srgbClr val="000000"/>
                  </a:solidFill>
                  <a:effectLst/>
                  <a:uLnTx/>
                  <a:uFillTx/>
                  <a:latin typeface="Cambria" panose="02040503050406030204"/>
                </a:rPr>
                <a:t>2</a:t>
              </a:r>
              <a:r>
                <a:rPr kumimoji="0" lang="el-GR" sz="788" b="0" i="0" u="none" strike="noStrike" kern="0" cap="none" spc="0" normalizeH="0" baseline="0" noProof="0">
                  <a:ln>
                    <a:noFill/>
                  </a:ln>
                  <a:solidFill>
                    <a:srgbClr val="000000"/>
                  </a:solidFill>
                  <a:effectLst/>
                  <a:uLnTx/>
                  <a:uFillTx/>
                  <a:latin typeface="Cambria" panose="02040503050406030204"/>
                </a:rPr>
                <a:t>π</a:t>
              </a:r>
              <a:r>
                <a:rPr kumimoji="0" lang="en-US" sz="788" b="0" i="0" u="none" strike="noStrike" kern="0" cap="none" spc="0" normalizeH="0" baseline="0" noProof="0" err="1">
                  <a:ln>
                    <a:noFill/>
                  </a:ln>
                  <a:solidFill>
                    <a:srgbClr val="000000"/>
                  </a:solidFill>
                  <a:effectLst/>
                  <a:uLnTx/>
                  <a:uFillTx/>
                  <a:latin typeface="Cambria" panose="02040503050406030204"/>
                </a:rPr>
                <a:t>ft</a:t>
              </a:r>
              <a:r>
                <a:rPr kumimoji="0" lang="en-US" sz="788" b="0" i="0" u="none" strike="noStrike" kern="0" cap="none" spc="0" normalizeH="0" baseline="0" noProof="0">
                  <a:ln>
                    <a:noFill/>
                  </a:ln>
                  <a:solidFill>
                    <a:srgbClr val="000000"/>
                  </a:solidFill>
                  <a:effectLst/>
                  <a:uLnTx/>
                  <a:uFillTx/>
                  <a:latin typeface="Cambria" panose="02040503050406030204"/>
                </a:rPr>
                <a:t> = 0 radians</a:t>
              </a:r>
              <a:r>
                <a:rPr kumimoji="0" lang="en-US" sz="788" b="0" i="0" u="none" strike="noStrike" kern="0" cap="none" spc="0" normalizeH="0" baseline="0" noProof="0">
                  <a:ln>
                    <a:noFill/>
                  </a:ln>
                  <a:solidFill>
                    <a:srgbClr val="000000"/>
                  </a:solidFill>
                  <a:effectLst/>
                  <a:uLnTx/>
                  <a:uFillTx/>
                  <a:latin typeface="Arial" charset="0"/>
                </a:rPr>
                <a:t>.</a:t>
              </a:r>
            </a:p>
          </p:txBody>
        </p:sp>
        <p:grpSp>
          <p:nvGrpSpPr>
            <p:cNvPr id="60" name="Group 59"/>
            <p:cNvGrpSpPr/>
            <p:nvPr/>
          </p:nvGrpSpPr>
          <p:grpSpPr>
            <a:xfrm>
              <a:off x="3403236" y="2673193"/>
              <a:ext cx="1890807" cy="1461686"/>
              <a:chOff x="174171" y="2543756"/>
              <a:chExt cx="2521076" cy="1948914"/>
            </a:xfrm>
          </p:grpSpPr>
          <p:cxnSp>
            <p:nvCxnSpPr>
              <p:cNvPr id="141" name="Straight Arrow Connector 140"/>
              <p:cNvCxnSpPr/>
              <p:nvPr/>
            </p:nvCxnSpPr>
            <p:spPr>
              <a:xfrm>
                <a:off x="174171" y="3617774"/>
                <a:ext cx="2085975" cy="19050"/>
              </a:xfrm>
              <a:prstGeom prst="straightConnector1">
                <a:avLst/>
              </a:prstGeom>
              <a:noFill/>
              <a:ln w="19050" cap="flat" cmpd="sng" algn="ctr">
                <a:solidFill>
                  <a:srgbClr val="000000"/>
                </a:solidFill>
                <a:prstDash val="solid"/>
                <a:headEnd type="triangle"/>
                <a:tailEnd type="triangle"/>
              </a:ln>
              <a:effectLst/>
            </p:spPr>
          </p:cxnSp>
          <p:cxnSp>
            <p:nvCxnSpPr>
              <p:cNvPr id="142" name="Straight Arrow Connector 141"/>
              <p:cNvCxnSpPr/>
              <p:nvPr/>
            </p:nvCxnSpPr>
            <p:spPr>
              <a:xfrm flipV="1">
                <a:off x="1193347" y="2768646"/>
                <a:ext cx="0" cy="1724024"/>
              </a:xfrm>
              <a:prstGeom prst="straightConnector1">
                <a:avLst/>
              </a:prstGeom>
              <a:noFill/>
              <a:ln w="19050" cap="flat" cmpd="sng" algn="ctr">
                <a:solidFill>
                  <a:srgbClr val="000000"/>
                </a:solidFill>
                <a:prstDash val="solid"/>
                <a:headEnd type="triangle"/>
                <a:tailEnd type="triangle"/>
              </a:ln>
              <a:effectLst/>
            </p:spPr>
          </p:cxnSp>
          <p:sp>
            <p:nvSpPr>
              <p:cNvPr id="143" name="Oval 142"/>
              <p:cNvSpPr/>
              <p:nvPr/>
            </p:nvSpPr>
            <p:spPr bwMode="auto">
              <a:xfrm>
                <a:off x="488281" y="2927105"/>
                <a:ext cx="1394429" cy="1391239"/>
              </a:xfrm>
              <a:prstGeom prst="ellipse">
                <a:avLst/>
              </a:prstGeom>
              <a:noFill/>
              <a:ln w="19050" cap="flat" cmpd="sng" algn="ctr">
                <a:solidFill>
                  <a:srgbClr val="000000"/>
                </a:solidFill>
                <a:prstDash val="solid"/>
                <a:headEnd type="none" w="med" len="med"/>
                <a:tailEnd type="none" w="med" len="med"/>
              </a:ln>
              <a:effectLst/>
            </p:spPr>
            <p:txBody>
              <a:bodyPr vert="horz" wrap="square" lIns="68577" tIns="34289" rIns="68577" bIns="34289" numCol="1" rtlCol="0" anchor="ctr" anchorCtr="0" compatLnSpc="1">
                <a:prstTxWarp prst="textNoShape">
                  <a:avLst/>
                </a:prstTxWarp>
              </a:bodyPr>
              <a:lstStyle/>
              <a:p>
                <a:pPr marL="0" marR="0" lvl="0" indent="0" algn="ctr" defTabSz="685574" eaLnBrk="1" fontAlgn="base" latinLnBrk="0" hangingPunct="1">
                  <a:lnSpc>
                    <a:spcPct val="100000"/>
                  </a:lnSpc>
                  <a:spcBef>
                    <a:spcPct val="0"/>
                  </a:spcBef>
                  <a:spcAft>
                    <a:spcPct val="0"/>
                  </a:spcAft>
                  <a:buClrTx/>
                  <a:buSzTx/>
                  <a:buFontTx/>
                  <a:buNone/>
                  <a:tabLst/>
                  <a:defRPr/>
                </a:pPr>
                <a:endParaRPr kumimoji="0" lang="en-US" sz="1725"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
            <p:nvSpPr>
              <p:cNvPr id="144" name="TextBox 143"/>
              <p:cNvSpPr txBox="1"/>
              <p:nvPr/>
            </p:nvSpPr>
            <p:spPr>
              <a:xfrm>
                <a:off x="796606" y="2543756"/>
                <a:ext cx="840401" cy="284780"/>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788" b="0" i="0" u="none" strike="noStrike" kern="0" cap="none" spc="0" normalizeH="0" baseline="0" noProof="0">
                    <a:ln>
                      <a:noFill/>
                    </a:ln>
                    <a:solidFill>
                      <a:srgbClr val="000000"/>
                    </a:solidFill>
                    <a:effectLst/>
                    <a:uLnTx/>
                    <a:uFillTx/>
                    <a:latin typeface="Cambria" panose="02040503050406030204"/>
                  </a:rPr>
                  <a:t>Imaginary</a:t>
                </a:r>
              </a:p>
            </p:txBody>
          </p:sp>
          <p:sp>
            <p:nvSpPr>
              <p:cNvPr id="145" name="TextBox 144"/>
              <p:cNvSpPr txBox="1"/>
              <p:nvPr/>
            </p:nvSpPr>
            <p:spPr>
              <a:xfrm>
                <a:off x="2196820" y="3482934"/>
                <a:ext cx="498427" cy="284780"/>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788" b="0" i="0" u="none" strike="noStrike" kern="0" cap="none" spc="0" normalizeH="0" baseline="0" noProof="0">
                    <a:ln>
                      <a:noFill/>
                    </a:ln>
                    <a:solidFill>
                      <a:srgbClr val="000000"/>
                    </a:solidFill>
                    <a:effectLst/>
                    <a:uLnTx/>
                    <a:uFillTx/>
                    <a:latin typeface="Cambria" panose="02040503050406030204"/>
                  </a:rPr>
                  <a:t>Real</a:t>
                </a:r>
              </a:p>
            </p:txBody>
          </p:sp>
          <p:cxnSp>
            <p:nvCxnSpPr>
              <p:cNvPr id="146" name="Straight Arrow Connector 145"/>
              <p:cNvCxnSpPr/>
              <p:nvPr/>
            </p:nvCxnSpPr>
            <p:spPr>
              <a:xfrm flipV="1">
                <a:off x="1193347" y="3039935"/>
                <a:ext cx="400263" cy="587365"/>
              </a:xfrm>
              <a:prstGeom prst="straightConnector1">
                <a:avLst/>
              </a:prstGeom>
              <a:noFill/>
              <a:ln w="25400" cap="flat" cmpd="sng" algn="ctr">
                <a:solidFill>
                  <a:srgbClr val="FF0000"/>
                </a:solidFill>
                <a:prstDash val="solid"/>
                <a:tailEnd type="triangle"/>
              </a:ln>
              <a:effectLst/>
            </p:spPr>
          </p:cxnSp>
        </p:grpSp>
        <p:sp>
          <p:nvSpPr>
            <p:cNvPr id="61" name="TextBox 60"/>
            <p:cNvSpPr txBox="1"/>
            <p:nvPr/>
          </p:nvSpPr>
          <p:spPr>
            <a:xfrm>
              <a:off x="4350758" y="2815840"/>
              <a:ext cx="878767" cy="213585"/>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788" b="0" i="0" u="none" strike="noStrike" kern="0" cap="none" spc="0" normalizeH="0" baseline="0" noProof="0">
                  <a:ln>
                    <a:noFill/>
                  </a:ln>
                  <a:solidFill>
                    <a:srgbClr val="000000"/>
                  </a:solidFill>
                  <a:effectLst/>
                  <a:uLnTx/>
                  <a:uFillTx/>
                  <a:latin typeface="Cambria" panose="02040503050406030204"/>
                </a:rPr>
                <a:t>2</a:t>
              </a:r>
              <a:r>
                <a:rPr kumimoji="0" lang="el-GR" sz="788" b="0" i="0" u="none" strike="noStrike" kern="0" cap="none" spc="0" normalizeH="0" baseline="0" noProof="0">
                  <a:ln>
                    <a:noFill/>
                  </a:ln>
                  <a:solidFill>
                    <a:srgbClr val="000000"/>
                  </a:solidFill>
                  <a:effectLst/>
                  <a:uLnTx/>
                  <a:uFillTx/>
                  <a:latin typeface="Cambria" panose="02040503050406030204"/>
                </a:rPr>
                <a:t>π</a:t>
              </a:r>
              <a:r>
                <a:rPr kumimoji="0" lang="en-US" sz="788" b="0" i="0" u="none" strike="noStrike" kern="0" cap="none" spc="0" normalizeH="0" baseline="0" noProof="0" err="1">
                  <a:ln>
                    <a:noFill/>
                  </a:ln>
                  <a:solidFill>
                    <a:srgbClr val="000000"/>
                  </a:solidFill>
                  <a:effectLst/>
                  <a:uLnTx/>
                  <a:uFillTx/>
                  <a:latin typeface="Cambria" panose="02040503050406030204"/>
                </a:rPr>
                <a:t>ft</a:t>
              </a:r>
              <a:r>
                <a:rPr kumimoji="0" lang="en-US" sz="788" b="0" i="0" u="none" strike="noStrike" kern="0" cap="none" spc="0" normalizeH="0" baseline="0" noProof="0">
                  <a:ln>
                    <a:noFill/>
                  </a:ln>
                  <a:solidFill>
                    <a:srgbClr val="000000"/>
                  </a:solidFill>
                  <a:effectLst/>
                  <a:uLnTx/>
                  <a:uFillTx/>
                  <a:latin typeface="Cambria" panose="02040503050406030204"/>
                </a:rPr>
                <a:t> = 1 radian.</a:t>
              </a:r>
            </a:p>
          </p:txBody>
        </p:sp>
        <p:grpSp>
          <p:nvGrpSpPr>
            <p:cNvPr id="62" name="Group 61"/>
            <p:cNvGrpSpPr/>
            <p:nvPr/>
          </p:nvGrpSpPr>
          <p:grpSpPr>
            <a:xfrm>
              <a:off x="5496516" y="2693046"/>
              <a:ext cx="1890807" cy="1461686"/>
              <a:chOff x="174171" y="2543756"/>
              <a:chExt cx="2521076" cy="1948914"/>
            </a:xfrm>
          </p:grpSpPr>
          <p:cxnSp>
            <p:nvCxnSpPr>
              <p:cNvPr id="135" name="Straight Arrow Connector 134"/>
              <p:cNvCxnSpPr/>
              <p:nvPr/>
            </p:nvCxnSpPr>
            <p:spPr>
              <a:xfrm>
                <a:off x="174171" y="3617774"/>
                <a:ext cx="2085975" cy="19050"/>
              </a:xfrm>
              <a:prstGeom prst="straightConnector1">
                <a:avLst/>
              </a:prstGeom>
              <a:noFill/>
              <a:ln w="19050" cap="flat" cmpd="sng" algn="ctr">
                <a:solidFill>
                  <a:srgbClr val="000000"/>
                </a:solidFill>
                <a:prstDash val="solid"/>
                <a:headEnd type="triangle"/>
                <a:tailEnd type="triangle"/>
              </a:ln>
              <a:effectLst/>
            </p:spPr>
          </p:cxnSp>
          <p:cxnSp>
            <p:nvCxnSpPr>
              <p:cNvPr id="136" name="Straight Arrow Connector 135"/>
              <p:cNvCxnSpPr/>
              <p:nvPr/>
            </p:nvCxnSpPr>
            <p:spPr>
              <a:xfrm flipV="1">
                <a:off x="1193347" y="2768646"/>
                <a:ext cx="0" cy="1724024"/>
              </a:xfrm>
              <a:prstGeom prst="straightConnector1">
                <a:avLst/>
              </a:prstGeom>
              <a:noFill/>
              <a:ln w="19050" cap="flat" cmpd="sng" algn="ctr">
                <a:solidFill>
                  <a:srgbClr val="000000"/>
                </a:solidFill>
                <a:prstDash val="solid"/>
                <a:headEnd type="triangle"/>
                <a:tailEnd type="triangle"/>
              </a:ln>
              <a:effectLst/>
            </p:spPr>
          </p:cxnSp>
          <p:sp>
            <p:nvSpPr>
              <p:cNvPr id="137" name="Oval 136"/>
              <p:cNvSpPr/>
              <p:nvPr/>
            </p:nvSpPr>
            <p:spPr bwMode="auto">
              <a:xfrm>
                <a:off x="488281" y="2927105"/>
                <a:ext cx="1394429" cy="1391239"/>
              </a:xfrm>
              <a:prstGeom prst="ellipse">
                <a:avLst/>
              </a:prstGeom>
              <a:noFill/>
              <a:ln w="19050" cap="flat" cmpd="sng" algn="ctr">
                <a:solidFill>
                  <a:srgbClr val="000000"/>
                </a:solidFill>
                <a:prstDash val="solid"/>
                <a:headEnd type="none" w="med" len="med"/>
                <a:tailEnd type="none" w="med" len="med"/>
              </a:ln>
              <a:effectLst/>
            </p:spPr>
            <p:txBody>
              <a:bodyPr vert="horz" wrap="square" lIns="68577" tIns="34289" rIns="68577" bIns="34289" numCol="1" rtlCol="0" anchor="ctr" anchorCtr="0" compatLnSpc="1">
                <a:prstTxWarp prst="textNoShape">
                  <a:avLst/>
                </a:prstTxWarp>
              </a:bodyPr>
              <a:lstStyle/>
              <a:p>
                <a:pPr marL="0" marR="0" lvl="0" indent="0" algn="ctr" defTabSz="685574" eaLnBrk="1" fontAlgn="base" latinLnBrk="0" hangingPunct="1">
                  <a:lnSpc>
                    <a:spcPct val="100000"/>
                  </a:lnSpc>
                  <a:spcBef>
                    <a:spcPct val="0"/>
                  </a:spcBef>
                  <a:spcAft>
                    <a:spcPct val="0"/>
                  </a:spcAft>
                  <a:buClrTx/>
                  <a:buSzTx/>
                  <a:buFontTx/>
                  <a:buNone/>
                  <a:tabLst/>
                  <a:defRPr/>
                </a:pPr>
                <a:endParaRPr kumimoji="0" lang="en-US" sz="1725"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
            <p:nvSpPr>
              <p:cNvPr id="138" name="TextBox 137"/>
              <p:cNvSpPr txBox="1"/>
              <p:nvPr/>
            </p:nvSpPr>
            <p:spPr>
              <a:xfrm>
                <a:off x="796606" y="2543756"/>
                <a:ext cx="840401" cy="284780"/>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788" b="0" i="0" u="none" strike="noStrike" kern="0" cap="none" spc="0" normalizeH="0" baseline="0" noProof="0">
                    <a:ln>
                      <a:noFill/>
                    </a:ln>
                    <a:solidFill>
                      <a:srgbClr val="000000"/>
                    </a:solidFill>
                    <a:effectLst/>
                    <a:uLnTx/>
                    <a:uFillTx/>
                    <a:latin typeface="Cambria" panose="02040503050406030204"/>
                  </a:rPr>
                  <a:t>Imaginary</a:t>
                </a:r>
              </a:p>
            </p:txBody>
          </p:sp>
          <p:sp>
            <p:nvSpPr>
              <p:cNvPr id="139" name="TextBox 138"/>
              <p:cNvSpPr txBox="1"/>
              <p:nvPr/>
            </p:nvSpPr>
            <p:spPr>
              <a:xfrm>
                <a:off x="2196820" y="3482934"/>
                <a:ext cx="498427" cy="284780"/>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788" b="0" i="0" u="none" strike="noStrike" kern="0" cap="none" spc="0" normalizeH="0" baseline="0" noProof="0">
                    <a:ln>
                      <a:noFill/>
                    </a:ln>
                    <a:solidFill>
                      <a:srgbClr val="000000"/>
                    </a:solidFill>
                    <a:effectLst/>
                    <a:uLnTx/>
                    <a:uFillTx/>
                    <a:latin typeface="Cambria" panose="02040503050406030204"/>
                  </a:rPr>
                  <a:t>Real</a:t>
                </a:r>
              </a:p>
            </p:txBody>
          </p:sp>
          <p:cxnSp>
            <p:nvCxnSpPr>
              <p:cNvPr id="140" name="Straight Arrow Connector 139"/>
              <p:cNvCxnSpPr/>
              <p:nvPr/>
            </p:nvCxnSpPr>
            <p:spPr>
              <a:xfrm flipH="1" flipV="1">
                <a:off x="888543" y="2994163"/>
                <a:ext cx="304805" cy="633137"/>
              </a:xfrm>
              <a:prstGeom prst="straightConnector1">
                <a:avLst/>
              </a:prstGeom>
              <a:noFill/>
              <a:ln w="25400" cap="flat" cmpd="sng" algn="ctr">
                <a:solidFill>
                  <a:srgbClr val="FF0000"/>
                </a:solidFill>
                <a:prstDash val="solid"/>
                <a:tailEnd type="triangle"/>
              </a:ln>
              <a:effectLst/>
            </p:spPr>
          </p:cxnSp>
        </p:grpSp>
        <p:grpSp>
          <p:nvGrpSpPr>
            <p:cNvPr id="63" name="Group 62"/>
            <p:cNvGrpSpPr/>
            <p:nvPr/>
          </p:nvGrpSpPr>
          <p:grpSpPr>
            <a:xfrm>
              <a:off x="1267122" y="4231287"/>
              <a:ext cx="1890807" cy="1461686"/>
              <a:chOff x="174171" y="2543756"/>
              <a:chExt cx="2521076" cy="1948914"/>
            </a:xfrm>
          </p:grpSpPr>
          <p:cxnSp>
            <p:nvCxnSpPr>
              <p:cNvPr id="129" name="Straight Arrow Connector 128"/>
              <p:cNvCxnSpPr/>
              <p:nvPr/>
            </p:nvCxnSpPr>
            <p:spPr>
              <a:xfrm>
                <a:off x="174171" y="3617774"/>
                <a:ext cx="2085975" cy="19050"/>
              </a:xfrm>
              <a:prstGeom prst="straightConnector1">
                <a:avLst/>
              </a:prstGeom>
              <a:noFill/>
              <a:ln w="19050" cap="flat" cmpd="sng" algn="ctr">
                <a:solidFill>
                  <a:srgbClr val="000000"/>
                </a:solidFill>
                <a:prstDash val="solid"/>
                <a:headEnd type="triangle"/>
                <a:tailEnd type="triangle"/>
              </a:ln>
              <a:effectLst/>
            </p:spPr>
          </p:cxnSp>
          <p:cxnSp>
            <p:nvCxnSpPr>
              <p:cNvPr id="130" name="Straight Arrow Connector 129"/>
              <p:cNvCxnSpPr/>
              <p:nvPr/>
            </p:nvCxnSpPr>
            <p:spPr>
              <a:xfrm flipV="1">
                <a:off x="1193347" y="2768646"/>
                <a:ext cx="0" cy="1724024"/>
              </a:xfrm>
              <a:prstGeom prst="straightConnector1">
                <a:avLst/>
              </a:prstGeom>
              <a:noFill/>
              <a:ln w="19050" cap="flat" cmpd="sng" algn="ctr">
                <a:solidFill>
                  <a:srgbClr val="000000"/>
                </a:solidFill>
                <a:prstDash val="solid"/>
                <a:headEnd type="triangle"/>
                <a:tailEnd type="triangle"/>
              </a:ln>
              <a:effectLst/>
            </p:spPr>
          </p:cxnSp>
          <p:sp>
            <p:nvSpPr>
              <p:cNvPr id="131" name="Oval 130"/>
              <p:cNvSpPr/>
              <p:nvPr/>
            </p:nvSpPr>
            <p:spPr bwMode="auto">
              <a:xfrm>
                <a:off x="488281" y="2927105"/>
                <a:ext cx="1394429" cy="1391239"/>
              </a:xfrm>
              <a:prstGeom prst="ellipse">
                <a:avLst/>
              </a:prstGeom>
              <a:noFill/>
              <a:ln w="19050" cap="flat" cmpd="sng" algn="ctr">
                <a:solidFill>
                  <a:srgbClr val="000000"/>
                </a:solidFill>
                <a:prstDash val="solid"/>
                <a:headEnd type="none" w="med" len="med"/>
                <a:tailEnd type="none" w="med" len="med"/>
              </a:ln>
              <a:effectLst/>
            </p:spPr>
            <p:txBody>
              <a:bodyPr vert="horz" wrap="square" lIns="68577" tIns="34289" rIns="68577" bIns="34289" numCol="1" rtlCol="0" anchor="ctr" anchorCtr="0" compatLnSpc="1">
                <a:prstTxWarp prst="textNoShape">
                  <a:avLst/>
                </a:prstTxWarp>
              </a:bodyPr>
              <a:lstStyle/>
              <a:p>
                <a:pPr marL="0" marR="0" lvl="0" indent="0" algn="ctr" defTabSz="685574" eaLnBrk="1" fontAlgn="base" latinLnBrk="0" hangingPunct="1">
                  <a:lnSpc>
                    <a:spcPct val="100000"/>
                  </a:lnSpc>
                  <a:spcBef>
                    <a:spcPct val="0"/>
                  </a:spcBef>
                  <a:spcAft>
                    <a:spcPct val="0"/>
                  </a:spcAft>
                  <a:buClrTx/>
                  <a:buSzTx/>
                  <a:buFontTx/>
                  <a:buNone/>
                  <a:tabLst/>
                  <a:defRPr/>
                </a:pPr>
                <a:endParaRPr kumimoji="0" lang="en-US" sz="1725"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
            <p:nvSpPr>
              <p:cNvPr id="132" name="TextBox 131"/>
              <p:cNvSpPr txBox="1"/>
              <p:nvPr/>
            </p:nvSpPr>
            <p:spPr>
              <a:xfrm>
                <a:off x="796606" y="2543756"/>
                <a:ext cx="840401" cy="284780"/>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788" b="0" i="0" u="none" strike="noStrike" kern="0" cap="none" spc="0" normalizeH="0" baseline="0" noProof="0">
                    <a:ln>
                      <a:noFill/>
                    </a:ln>
                    <a:solidFill>
                      <a:srgbClr val="000000"/>
                    </a:solidFill>
                    <a:effectLst/>
                    <a:uLnTx/>
                    <a:uFillTx/>
                    <a:latin typeface="Cambria" panose="02040503050406030204"/>
                  </a:rPr>
                  <a:t>Imaginary</a:t>
                </a:r>
              </a:p>
            </p:txBody>
          </p:sp>
          <p:sp>
            <p:nvSpPr>
              <p:cNvPr id="133" name="TextBox 132"/>
              <p:cNvSpPr txBox="1"/>
              <p:nvPr/>
            </p:nvSpPr>
            <p:spPr>
              <a:xfrm>
                <a:off x="2196820" y="3482934"/>
                <a:ext cx="498427" cy="284780"/>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788" b="0" i="0" u="none" strike="noStrike" kern="0" cap="none" spc="0" normalizeH="0" baseline="0" noProof="0">
                    <a:ln>
                      <a:noFill/>
                    </a:ln>
                    <a:solidFill>
                      <a:srgbClr val="000000"/>
                    </a:solidFill>
                    <a:effectLst/>
                    <a:uLnTx/>
                    <a:uFillTx/>
                    <a:latin typeface="Cambria" panose="02040503050406030204"/>
                  </a:rPr>
                  <a:t>Real</a:t>
                </a:r>
              </a:p>
            </p:txBody>
          </p:sp>
          <p:cxnSp>
            <p:nvCxnSpPr>
              <p:cNvPr id="134" name="Straight Arrow Connector 133"/>
              <p:cNvCxnSpPr/>
              <p:nvPr/>
            </p:nvCxnSpPr>
            <p:spPr>
              <a:xfrm flipH="1" flipV="1">
                <a:off x="488280" y="3482935"/>
                <a:ext cx="705067" cy="144364"/>
              </a:xfrm>
              <a:prstGeom prst="straightConnector1">
                <a:avLst/>
              </a:prstGeom>
              <a:noFill/>
              <a:ln w="25400" cap="flat" cmpd="sng" algn="ctr">
                <a:solidFill>
                  <a:srgbClr val="FF0000"/>
                </a:solidFill>
                <a:prstDash val="solid"/>
                <a:tailEnd type="triangle"/>
              </a:ln>
              <a:effectLst/>
            </p:spPr>
          </p:cxnSp>
        </p:grpSp>
        <p:grpSp>
          <p:nvGrpSpPr>
            <p:cNvPr id="64" name="Group 63"/>
            <p:cNvGrpSpPr/>
            <p:nvPr/>
          </p:nvGrpSpPr>
          <p:grpSpPr>
            <a:xfrm>
              <a:off x="3403260" y="4223240"/>
              <a:ext cx="1890807" cy="1461686"/>
              <a:chOff x="174171" y="2543756"/>
              <a:chExt cx="2521076" cy="1948914"/>
            </a:xfrm>
          </p:grpSpPr>
          <p:cxnSp>
            <p:nvCxnSpPr>
              <p:cNvPr id="119" name="Straight Arrow Connector 118"/>
              <p:cNvCxnSpPr/>
              <p:nvPr/>
            </p:nvCxnSpPr>
            <p:spPr>
              <a:xfrm>
                <a:off x="174171" y="3617774"/>
                <a:ext cx="2085975" cy="19050"/>
              </a:xfrm>
              <a:prstGeom prst="straightConnector1">
                <a:avLst/>
              </a:prstGeom>
              <a:noFill/>
              <a:ln w="19050" cap="flat" cmpd="sng" algn="ctr">
                <a:solidFill>
                  <a:srgbClr val="000000"/>
                </a:solidFill>
                <a:prstDash val="solid"/>
                <a:headEnd type="triangle"/>
                <a:tailEnd type="triangle"/>
              </a:ln>
              <a:effectLst/>
            </p:spPr>
          </p:cxnSp>
          <p:cxnSp>
            <p:nvCxnSpPr>
              <p:cNvPr id="120" name="Straight Arrow Connector 119"/>
              <p:cNvCxnSpPr/>
              <p:nvPr/>
            </p:nvCxnSpPr>
            <p:spPr>
              <a:xfrm flipV="1">
                <a:off x="1193347" y="2768646"/>
                <a:ext cx="0" cy="1724024"/>
              </a:xfrm>
              <a:prstGeom prst="straightConnector1">
                <a:avLst/>
              </a:prstGeom>
              <a:noFill/>
              <a:ln w="19050" cap="flat" cmpd="sng" algn="ctr">
                <a:solidFill>
                  <a:srgbClr val="000000"/>
                </a:solidFill>
                <a:prstDash val="solid"/>
                <a:headEnd type="triangle"/>
                <a:tailEnd type="triangle"/>
              </a:ln>
              <a:effectLst/>
            </p:spPr>
          </p:cxnSp>
          <p:sp>
            <p:nvSpPr>
              <p:cNvPr id="121" name="Oval 120"/>
              <p:cNvSpPr/>
              <p:nvPr/>
            </p:nvSpPr>
            <p:spPr bwMode="auto">
              <a:xfrm>
                <a:off x="488281" y="2927105"/>
                <a:ext cx="1394429" cy="1391239"/>
              </a:xfrm>
              <a:prstGeom prst="ellipse">
                <a:avLst/>
              </a:prstGeom>
              <a:noFill/>
              <a:ln w="19050" cap="flat" cmpd="sng" algn="ctr">
                <a:solidFill>
                  <a:srgbClr val="000000"/>
                </a:solidFill>
                <a:prstDash val="solid"/>
                <a:headEnd type="none" w="med" len="med"/>
                <a:tailEnd type="none" w="med" len="med"/>
              </a:ln>
              <a:effectLst/>
            </p:spPr>
            <p:txBody>
              <a:bodyPr vert="horz" wrap="square" lIns="68577" tIns="34289" rIns="68577" bIns="34289" numCol="1" rtlCol="0" anchor="ctr" anchorCtr="0" compatLnSpc="1">
                <a:prstTxWarp prst="textNoShape">
                  <a:avLst/>
                </a:prstTxWarp>
              </a:bodyPr>
              <a:lstStyle/>
              <a:p>
                <a:pPr marL="0" marR="0" lvl="0" indent="0" algn="ctr" defTabSz="685574" eaLnBrk="1" fontAlgn="base" latinLnBrk="0" hangingPunct="1">
                  <a:lnSpc>
                    <a:spcPct val="100000"/>
                  </a:lnSpc>
                  <a:spcBef>
                    <a:spcPct val="0"/>
                  </a:spcBef>
                  <a:spcAft>
                    <a:spcPct val="0"/>
                  </a:spcAft>
                  <a:buClrTx/>
                  <a:buSzTx/>
                  <a:buFontTx/>
                  <a:buNone/>
                  <a:tabLst/>
                  <a:defRPr/>
                </a:pPr>
                <a:endParaRPr kumimoji="0" lang="en-US" sz="1725"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
            <p:nvSpPr>
              <p:cNvPr id="122" name="TextBox 121"/>
              <p:cNvSpPr txBox="1"/>
              <p:nvPr/>
            </p:nvSpPr>
            <p:spPr>
              <a:xfrm>
                <a:off x="796606" y="2543756"/>
                <a:ext cx="840401" cy="284780"/>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788" b="0" i="0" u="none" strike="noStrike" kern="0" cap="none" spc="0" normalizeH="0" baseline="0" noProof="0">
                    <a:ln>
                      <a:noFill/>
                    </a:ln>
                    <a:solidFill>
                      <a:srgbClr val="000000"/>
                    </a:solidFill>
                    <a:effectLst/>
                    <a:uLnTx/>
                    <a:uFillTx/>
                    <a:latin typeface="Cambria" panose="02040503050406030204"/>
                  </a:rPr>
                  <a:t>Imaginary</a:t>
                </a:r>
              </a:p>
            </p:txBody>
          </p:sp>
          <p:sp>
            <p:nvSpPr>
              <p:cNvPr id="127" name="TextBox 126"/>
              <p:cNvSpPr txBox="1"/>
              <p:nvPr/>
            </p:nvSpPr>
            <p:spPr>
              <a:xfrm>
                <a:off x="2196820" y="3482934"/>
                <a:ext cx="498427" cy="284780"/>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788" b="0" i="0" u="none" strike="noStrike" kern="0" cap="none" spc="0" normalizeH="0" baseline="0" noProof="0">
                    <a:ln>
                      <a:noFill/>
                    </a:ln>
                    <a:solidFill>
                      <a:srgbClr val="000000"/>
                    </a:solidFill>
                    <a:effectLst/>
                    <a:uLnTx/>
                    <a:uFillTx/>
                    <a:latin typeface="Cambria" panose="02040503050406030204"/>
                  </a:rPr>
                  <a:t>Real</a:t>
                </a:r>
              </a:p>
            </p:txBody>
          </p:sp>
          <p:cxnSp>
            <p:nvCxnSpPr>
              <p:cNvPr id="128" name="Straight Arrow Connector 127"/>
              <p:cNvCxnSpPr>
                <a:endCxn id="121" idx="3"/>
              </p:cNvCxnSpPr>
              <p:nvPr/>
            </p:nvCxnSpPr>
            <p:spPr>
              <a:xfrm flipH="1">
                <a:off x="692490" y="3627299"/>
                <a:ext cx="500858" cy="487303"/>
              </a:xfrm>
              <a:prstGeom prst="straightConnector1">
                <a:avLst/>
              </a:prstGeom>
              <a:noFill/>
              <a:ln w="25400" cap="flat" cmpd="sng" algn="ctr">
                <a:solidFill>
                  <a:srgbClr val="FF0000"/>
                </a:solidFill>
                <a:prstDash val="solid"/>
                <a:tailEnd type="triangle"/>
              </a:ln>
              <a:effectLst/>
            </p:spPr>
          </p:cxnSp>
        </p:grpSp>
        <p:grpSp>
          <p:nvGrpSpPr>
            <p:cNvPr id="65" name="Group 64"/>
            <p:cNvGrpSpPr/>
            <p:nvPr/>
          </p:nvGrpSpPr>
          <p:grpSpPr>
            <a:xfrm>
              <a:off x="5511770" y="4223143"/>
              <a:ext cx="1890807" cy="1461686"/>
              <a:chOff x="174171" y="2543756"/>
              <a:chExt cx="2521076" cy="1948914"/>
            </a:xfrm>
          </p:grpSpPr>
          <p:cxnSp>
            <p:nvCxnSpPr>
              <p:cNvPr id="113" name="Straight Arrow Connector 112"/>
              <p:cNvCxnSpPr/>
              <p:nvPr/>
            </p:nvCxnSpPr>
            <p:spPr>
              <a:xfrm>
                <a:off x="174171" y="3617774"/>
                <a:ext cx="2085975" cy="19050"/>
              </a:xfrm>
              <a:prstGeom prst="straightConnector1">
                <a:avLst/>
              </a:prstGeom>
              <a:noFill/>
              <a:ln w="19050" cap="flat" cmpd="sng" algn="ctr">
                <a:solidFill>
                  <a:srgbClr val="000000"/>
                </a:solidFill>
                <a:prstDash val="solid"/>
                <a:headEnd type="triangle"/>
                <a:tailEnd type="triangle"/>
              </a:ln>
              <a:effectLst/>
            </p:spPr>
          </p:cxnSp>
          <p:cxnSp>
            <p:nvCxnSpPr>
              <p:cNvPr id="114" name="Straight Arrow Connector 113"/>
              <p:cNvCxnSpPr/>
              <p:nvPr/>
            </p:nvCxnSpPr>
            <p:spPr>
              <a:xfrm flipV="1">
                <a:off x="1193347" y="2768646"/>
                <a:ext cx="0" cy="1724024"/>
              </a:xfrm>
              <a:prstGeom prst="straightConnector1">
                <a:avLst/>
              </a:prstGeom>
              <a:noFill/>
              <a:ln w="19050" cap="flat" cmpd="sng" algn="ctr">
                <a:solidFill>
                  <a:srgbClr val="000000"/>
                </a:solidFill>
                <a:prstDash val="solid"/>
                <a:headEnd type="triangle"/>
                <a:tailEnd type="triangle"/>
              </a:ln>
              <a:effectLst/>
            </p:spPr>
          </p:cxnSp>
          <p:sp>
            <p:nvSpPr>
              <p:cNvPr id="115" name="Oval 114"/>
              <p:cNvSpPr/>
              <p:nvPr/>
            </p:nvSpPr>
            <p:spPr bwMode="auto">
              <a:xfrm>
                <a:off x="488281" y="2927105"/>
                <a:ext cx="1394429" cy="1391239"/>
              </a:xfrm>
              <a:prstGeom prst="ellipse">
                <a:avLst/>
              </a:prstGeom>
              <a:noFill/>
              <a:ln w="19050" cap="flat" cmpd="sng" algn="ctr">
                <a:solidFill>
                  <a:srgbClr val="000000"/>
                </a:solidFill>
                <a:prstDash val="solid"/>
                <a:headEnd type="none" w="med" len="med"/>
                <a:tailEnd type="none" w="med" len="med"/>
              </a:ln>
              <a:effectLst/>
            </p:spPr>
            <p:txBody>
              <a:bodyPr vert="horz" wrap="square" lIns="68577" tIns="34289" rIns="68577" bIns="34289" numCol="1" rtlCol="0" anchor="ctr" anchorCtr="0" compatLnSpc="1">
                <a:prstTxWarp prst="textNoShape">
                  <a:avLst/>
                </a:prstTxWarp>
              </a:bodyPr>
              <a:lstStyle/>
              <a:p>
                <a:pPr marL="0" marR="0" lvl="0" indent="0" algn="ctr" defTabSz="685574" eaLnBrk="1" fontAlgn="base" latinLnBrk="0" hangingPunct="1">
                  <a:lnSpc>
                    <a:spcPct val="100000"/>
                  </a:lnSpc>
                  <a:spcBef>
                    <a:spcPct val="0"/>
                  </a:spcBef>
                  <a:spcAft>
                    <a:spcPct val="0"/>
                  </a:spcAft>
                  <a:buClrTx/>
                  <a:buSzTx/>
                  <a:buFontTx/>
                  <a:buNone/>
                  <a:tabLst/>
                  <a:defRPr/>
                </a:pPr>
                <a:endParaRPr kumimoji="0" lang="en-US" sz="1725"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
            <p:nvSpPr>
              <p:cNvPr id="116" name="TextBox 115"/>
              <p:cNvSpPr txBox="1"/>
              <p:nvPr/>
            </p:nvSpPr>
            <p:spPr>
              <a:xfrm>
                <a:off x="796606" y="2543756"/>
                <a:ext cx="840401" cy="284780"/>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788" b="0" i="0" u="none" strike="noStrike" kern="0" cap="none" spc="0" normalizeH="0" baseline="0" noProof="0">
                    <a:ln>
                      <a:noFill/>
                    </a:ln>
                    <a:solidFill>
                      <a:srgbClr val="000000"/>
                    </a:solidFill>
                    <a:effectLst/>
                    <a:uLnTx/>
                    <a:uFillTx/>
                    <a:latin typeface="Cambria" panose="02040503050406030204"/>
                  </a:rPr>
                  <a:t>Imaginary</a:t>
                </a:r>
              </a:p>
            </p:txBody>
          </p:sp>
          <p:sp>
            <p:nvSpPr>
              <p:cNvPr id="117" name="TextBox 116"/>
              <p:cNvSpPr txBox="1"/>
              <p:nvPr/>
            </p:nvSpPr>
            <p:spPr>
              <a:xfrm>
                <a:off x="2196820" y="3482934"/>
                <a:ext cx="498427" cy="284780"/>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788" b="0" i="0" u="none" strike="noStrike" kern="0" cap="none" spc="0" normalizeH="0" baseline="0" noProof="0">
                    <a:ln>
                      <a:noFill/>
                    </a:ln>
                    <a:solidFill>
                      <a:srgbClr val="000000"/>
                    </a:solidFill>
                    <a:effectLst/>
                    <a:uLnTx/>
                    <a:uFillTx/>
                    <a:latin typeface="Cambria" panose="02040503050406030204"/>
                  </a:rPr>
                  <a:t>Real</a:t>
                </a:r>
              </a:p>
            </p:txBody>
          </p:sp>
          <p:cxnSp>
            <p:nvCxnSpPr>
              <p:cNvPr id="118" name="Straight Arrow Connector 117"/>
              <p:cNvCxnSpPr/>
              <p:nvPr/>
            </p:nvCxnSpPr>
            <p:spPr>
              <a:xfrm>
                <a:off x="1193347" y="3627299"/>
                <a:ext cx="377436" cy="566275"/>
              </a:xfrm>
              <a:prstGeom prst="straightConnector1">
                <a:avLst/>
              </a:prstGeom>
              <a:noFill/>
              <a:ln w="25400" cap="flat" cmpd="sng" algn="ctr">
                <a:solidFill>
                  <a:srgbClr val="FF0000"/>
                </a:solidFill>
                <a:prstDash val="solid"/>
                <a:tailEnd type="triangle"/>
              </a:ln>
              <a:effectLst/>
            </p:spPr>
          </p:cxnSp>
        </p:grpSp>
        <p:sp>
          <p:nvSpPr>
            <p:cNvPr id="84" name="TextBox 83"/>
            <p:cNvSpPr txBox="1"/>
            <p:nvPr/>
          </p:nvSpPr>
          <p:spPr>
            <a:xfrm>
              <a:off x="6528260" y="2877497"/>
              <a:ext cx="891591" cy="213585"/>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788" b="0" i="0" u="none" strike="noStrike" kern="0" cap="none" spc="0" normalizeH="0" baseline="0" noProof="0">
                  <a:ln>
                    <a:noFill/>
                  </a:ln>
                  <a:solidFill>
                    <a:srgbClr val="000000"/>
                  </a:solidFill>
                  <a:effectLst/>
                  <a:uLnTx/>
                  <a:uFillTx/>
                  <a:latin typeface="Cambria" panose="02040503050406030204"/>
                </a:rPr>
                <a:t>2</a:t>
              </a:r>
              <a:r>
                <a:rPr kumimoji="0" lang="el-GR" sz="788" b="0" i="0" u="none" strike="noStrike" kern="0" cap="none" spc="0" normalizeH="0" baseline="0" noProof="0">
                  <a:ln>
                    <a:noFill/>
                  </a:ln>
                  <a:solidFill>
                    <a:srgbClr val="000000"/>
                  </a:solidFill>
                  <a:effectLst/>
                  <a:uLnTx/>
                  <a:uFillTx/>
                  <a:latin typeface="Cambria" panose="02040503050406030204"/>
                </a:rPr>
                <a:t>π</a:t>
              </a:r>
              <a:r>
                <a:rPr kumimoji="0" lang="en-US" sz="788" b="0" i="0" u="none" strike="noStrike" kern="0" cap="none" spc="0" normalizeH="0" baseline="0" noProof="0" err="1">
                  <a:ln>
                    <a:noFill/>
                  </a:ln>
                  <a:solidFill>
                    <a:srgbClr val="000000"/>
                  </a:solidFill>
                  <a:effectLst/>
                  <a:uLnTx/>
                  <a:uFillTx/>
                  <a:latin typeface="Cambria" panose="02040503050406030204"/>
                </a:rPr>
                <a:t>ft</a:t>
              </a:r>
              <a:r>
                <a:rPr kumimoji="0" lang="en-US" sz="788" b="0" i="0" u="none" strike="noStrike" kern="0" cap="none" spc="0" normalizeH="0" baseline="0" noProof="0">
                  <a:ln>
                    <a:noFill/>
                  </a:ln>
                  <a:solidFill>
                    <a:srgbClr val="000000"/>
                  </a:solidFill>
                  <a:effectLst/>
                  <a:uLnTx/>
                  <a:uFillTx/>
                  <a:latin typeface="Cambria" panose="02040503050406030204"/>
                </a:rPr>
                <a:t> = 2 radians.</a:t>
              </a:r>
            </a:p>
          </p:txBody>
        </p:sp>
        <p:sp>
          <p:nvSpPr>
            <p:cNvPr id="92" name="TextBox 91"/>
            <p:cNvSpPr txBox="1"/>
            <p:nvPr/>
          </p:nvSpPr>
          <p:spPr>
            <a:xfrm>
              <a:off x="2233938" y="4383443"/>
              <a:ext cx="891591" cy="213585"/>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788" b="0" i="0" u="none" strike="noStrike" kern="0" cap="none" spc="0" normalizeH="0" baseline="0" noProof="0">
                  <a:ln>
                    <a:noFill/>
                  </a:ln>
                  <a:solidFill>
                    <a:srgbClr val="000000"/>
                  </a:solidFill>
                  <a:effectLst/>
                  <a:uLnTx/>
                  <a:uFillTx/>
                  <a:latin typeface="Cambria" panose="02040503050406030204"/>
                </a:rPr>
                <a:t>2</a:t>
              </a:r>
              <a:r>
                <a:rPr kumimoji="0" lang="el-GR" sz="788" b="0" i="0" u="none" strike="noStrike" kern="0" cap="none" spc="0" normalizeH="0" baseline="0" noProof="0">
                  <a:ln>
                    <a:noFill/>
                  </a:ln>
                  <a:solidFill>
                    <a:srgbClr val="000000"/>
                  </a:solidFill>
                  <a:effectLst/>
                  <a:uLnTx/>
                  <a:uFillTx/>
                  <a:latin typeface="Cambria" panose="02040503050406030204"/>
                </a:rPr>
                <a:t>π</a:t>
              </a:r>
              <a:r>
                <a:rPr kumimoji="0" lang="en-US" sz="788" b="0" i="0" u="none" strike="noStrike" kern="0" cap="none" spc="0" normalizeH="0" baseline="0" noProof="0" err="1">
                  <a:ln>
                    <a:noFill/>
                  </a:ln>
                  <a:solidFill>
                    <a:srgbClr val="000000"/>
                  </a:solidFill>
                  <a:effectLst/>
                  <a:uLnTx/>
                  <a:uFillTx/>
                  <a:latin typeface="Cambria" panose="02040503050406030204"/>
                </a:rPr>
                <a:t>ft</a:t>
              </a:r>
              <a:r>
                <a:rPr kumimoji="0" lang="en-US" sz="788" b="0" i="0" u="none" strike="noStrike" kern="0" cap="none" spc="0" normalizeH="0" baseline="0" noProof="0">
                  <a:ln>
                    <a:noFill/>
                  </a:ln>
                  <a:solidFill>
                    <a:srgbClr val="000000"/>
                  </a:solidFill>
                  <a:effectLst/>
                  <a:uLnTx/>
                  <a:uFillTx/>
                  <a:latin typeface="Cambria" panose="02040503050406030204"/>
                </a:rPr>
                <a:t> = 3 radians.</a:t>
              </a:r>
            </a:p>
          </p:txBody>
        </p:sp>
        <p:sp>
          <p:nvSpPr>
            <p:cNvPr id="100" name="TextBox 99"/>
            <p:cNvSpPr txBox="1"/>
            <p:nvPr/>
          </p:nvSpPr>
          <p:spPr>
            <a:xfrm>
              <a:off x="4425790" y="4387386"/>
              <a:ext cx="891591" cy="213585"/>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788" b="0" i="0" u="none" strike="noStrike" kern="0" cap="none" spc="0" normalizeH="0" baseline="0" noProof="0">
                  <a:ln>
                    <a:noFill/>
                  </a:ln>
                  <a:solidFill>
                    <a:srgbClr val="000000"/>
                  </a:solidFill>
                  <a:effectLst/>
                  <a:uLnTx/>
                  <a:uFillTx/>
                  <a:latin typeface="Cambria" panose="02040503050406030204"/>
                </a:rPr>
                <a:t>2</a:t>
              </a:r>
              <a:r>
                <a:rPr kumimoji="0" lang="el-GR" sz="788" b="0" i="0" u="none" strike="noStrike" kern="0" cap="none" spc="0" normalizeH="0" baseline="0" noProof="0">
                  <a:ln>
                    <a:noFill/>
                  </a:ln>
                  <a:solidFill>
                    <a:srgbClr val="000000"/>
                  </a:solidFill>
                  <a:effectLst/>
                  <a:uLnTx/>
                  <a:uFillTx/>
                  <a:latin typeface="Cambria" panose="02040503050406030204"/>
                </a:rPr>
                <a:t>π</a:t>
              </a:r>
              <a:r>
                <a:rPr kumimoji="0" lang="en-US" sz="788" b="0" i="0" u="none" strike="noStrike" kern="0" cap="none" spc="0" normalizeH="0" baseline="0" noProof="0" err="1">
                  <a:ln>
                    <a:noFill/>
                  </a:ln>
                  <a:solidFill>
                    <a:srgbClr val="000000"/>
                  </a:solidFill>
                  <a:effectLst/>
                  <a:uLnTx/>
                  <a:uFillTx/>
                  <a:latin typeface="Cambria" panose="02040503050406030204"/>
                </a:rPr>
                <a:t>ft</a:t>
              </a:r>
              <a:r>
                <a:rPr kumimoji="0" lang="en-US" sz="788" b="0" i="0" u="none" strike="noStrike" kern="0" cap="none" spc="0" normalizeH="0" baseline="0" noProof="0">
                  <a:ln>
                    <a:noFill/>
                  </a:ln>
                  <a:solidFill>
                    <a:srgbClr val="000000"/>
                  </a:solidFill>
                  <a:effectLst/>
                  <a:uLnTx/>
                  <a:uFillTx/>
                  <a:latin typeface="Cambria" panose="02040503050406030204"/>
                </a:rPr>
                <a:t> = 4 radians.</a:t>
              </a:r>
            </a:p>
          </p:txBody>
        </p:sp>
        <p:sp>
          <p:nvSpPr>
            <p:cNvPr id="108" name="TextBox 107"/>
            <p:cNvSpPr txBox="1"/>
            <p:nvPr/>
          </p:nvSpPr>
          <p:spPr>
            <a:xfrm>
              <a:off x="6549061" y="4405315"/>
              <a:ext cx="891591" cy="213585"/>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788" b="0" i="0" u="none" strike="noStrike" kern="0" cap="none" spc="0" normalizeH="0" baseline="0" noProof="0">
                  <a:ln>
                    <a:noFill/>
                  </a:ln>
                  <a:solidFill>
                    <a:srgbClr val="000000"/>
                  </a:solidFill>
                  <a:effectLst/>
                  <a:uLnTx/>
                  <a:uFillTx/>
                  <a:latin typeface="Cambria" panose="02040503050406030204"/>
                </a:rPr>
                <a:t>2</a:t>
              </a:r>
              <a:r>
                <a:rPr kumimoji="0" lang="el-GR" sz="788" b="0" i="0" u="none" strike="noStrike" kern="0" cap="none" spc="0" normalizeH="0" baseline="0" noProof="0">
                  <a:ln>
                    <a:noFill/>
                  </a:ln>
                  <a:solidFill>
                    <a:srgbClr val="000000"/>
                  </a:solidFill>
                  <a:effectLst/>
                  <a:uLnTx/>
                  <a:uFillTx/>
                  <a:latin typeface="Cambria" panose="02040503050406030204"/>
                </a:rPr>
                <a:t>π</a:t>
              </a:r>
              <a:r>
                <a:rPr kumimoji="0" lang="en-US" sz="788" b="0" i="0" u="none" strike="noStrike" kern="0" cap="none" spc="0" normalizeH="0" baseline="0" noProof="0" err="1">
                  <a:ln>
                    <a:noFill/>
                  </a:ln>
                  <a:solidFill>
                    <a:srgbClr val="000000"/>
                  </a:solidFill>
                  <a:effectLst/>
                  <a:uLnTx/>
                  <a:uFillTx/>
                  <a:latin typeface="Cambria" panose="02040503050406030204"/>
                </a:rPr>
                <a:t>ft</a:t>
              </a:r>
              <a:r>
                <a:rPr kumimoji="0" lang="en-US" sz="788" b="0" i="0" u="none" strike="noStrike" kern="0" cap="none" spc="0" normalizeH="0" baseline="0" noProof="0">
                  <a:ln>
                    <a:noFill/>
                  </a:ln>
                  <a:solidFill>
                    <a:srgbClr val="000000"/>
                  </a:solidFill>
                  <a:effectLst/>
                  <a:uLnTx/>
                  <a:uFillTx/>
                  <a:latin typeface="Cambria" panose="02040503050406030204"/>
                </a:rPr>
                <a:t> = 5 radians.</a:t>
              </a:r>
            </a:p>
          </p:txBody>
        </p:sp>
        <p:sp>
          <p:nvSpPr>
            <p:cNvPr id="109" name="Arc 108"/>
            <p:cNvSpPr/>
            <p:nvPr/>
          </p:nvSpPr>
          <p:spPr>
            <a:xfrm rot="1483956">
              <a:off x="4102231" y="3250226"/>
              <a:ext cx="339290" cy="320839"/>
            </a:xfrm>
            <a:prstGeom prst="arc">
              <a:avLst/>
            </a:prstGeom>
            <a:noFill/>
            <a:ln w="9525" cap="flat" cmpd="sng" algn="ctr">
              <a:solidFill>
                <a:srgbClr val="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mbria" panose="02040503050406030204"/>
                <a:ea typeface="+mn-ea"/>
                <a:cs typeface="+mn-cs"/>
              </a:endParaRPr>
            </a:p>
          </p:txBody>
        </p:sp>
        <p:cxnSp>
          <p:nvCxnSpPr>
            <p:cNvPr id="110" name="Straight Arrow Connector 109"/>
            <p:cNvCxnSpPr>
              <a:stCxn id="109" idx="0"/>
            </p:cNvCxnSpPr>
            <p:nvPr/>
          </p:nvCxnSpPr>
          <p:spPr>
            <a:xfrm flipH="1" flipV="1">
              <a:off x="4317716" y="3251673"/>
              <a:ext cx="21276" cy="13268"/>
            </a:xfrm>
            <a:prstGeom prst="straightConnector1">
              <a:avLst/>
            </a:prstGeom>
            <a:noFill/>
            <a:ln w="12700" cap="flat" cmpd="sng" algn="ctr">
              <a:solidFill>
                <a:srgbClr val="000000"/>
              </a:solidFill>
              <a:prstDash val="solid"/>
              <a:tailEnd type="triangle"/>
            </a:ln>
            <a:effectLst/>
          </p:spPr>
        </p:cxnSp>
        <p:sp>
          <p:nvSpPr>
            <p:cNvPr id="111" name="Arc 110"/>
            <p:cNvSpPr/>
            <p:nvPr/>
          </p:nvSpPr>
          <p:spPr>
            <a:xfrm rot="20970970">
              <a:off x="5968607" y="3322414"/>
              <a:ext cx="615216" cy="483569"/>
            </a:xfrm>
            <a:prstGeom prst="arc">
              <a:avLst>
                <a:gd name="adj1" fmla="val 15911576"/>
                <a:gd name="adj2" fmla="val 21557536"/>
              </a:avLst>
            </a:prstGeom>
            <a:noFill/>
            <a:ln w="9525" cap="flat" cmpd="sng" algn="ctr">
              <a:solidFill>
                <a:srgbClr val="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mbria" panose="02040503050406030204"/>
                <a:ea typeface="+mn-ea"/>
                <a:cs typeface="+mn-cs"/>
              </a:endParaRPr>
            </a:p>
          </p:txBody>
        </p:sp>
        <p:cxnSp>
          <p:nvCxnSpPr>
            <p:cNvPr id="112" name="Straight Arrow Connector 111"/>
            <p:cNvCxnSpPr/>
            <p:nvPr/>
          </p:nvCxnSpPr>
          <p:spPr>
            <a:xfrm flipH="1">
              <a:off x="6186488" y="3339947"/>
              <a:ext cx="24182" cy="11244"/>
            </a:xfrm>
            <a:prstGeom prst="straightConnector1">
              <a:avLst/>
            </a:prstGeom>
            <a:noFill/>
            <a:ln w="12700" cap="flat" cmpd="sng" algn="ctr">
              <a:solidFill>
                <a:srgbClr val="000000"/>
              </a:solidFill>
              <a:prstDash val="solid"/>
              <a:tailEnd type="triangle"/>
            </a:ln>
            <a:effectLst/>
          </p:spPr>
        </p:cxnSp>
      </p:grpSp>
    </p:spTree>
    <p:extLst>
      <p:ext uri="{BB962C8B-B14F-4D97-AF65-F5344CB8AC3E}">
        <p14:creationId xmlns:p14="http://schemas.microsoft.com/office/powerpoint/2010/main" val="183083851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0260" y="-5469"/>
            <a:ext cx="10983579" cy="533400"/>
          </a:xfrm>
        </p:spPr>
        <p:txBody>
          <a:bodyPr>
            <a:noAutofit/>
          </a:bodyPr>
          <a:lstStyle/>
          <a:p>
            <a:r>
              <a:rPr lang="en-US"/>
              <a:t>Euler’s Formula and Signal Representation</a:t>
            </a:r>
          </a:p>
        </p:txBody>
      </p:sp>
      <mc:AlternateContent xmlns:mc="http://schemas.openxmlformats.org/markup-compatibility/2006" xmlns:a14="http://schemas.microsoft.com/office/drawing/2010/main">
        <mc:Choice Requires="a14">
          <p:sp>
            <p:nvSpPr>
              <p:cNvPr id="4" name="TextBox 3"/>
              <p:cNvSpPr txBox="1"/>
              <p:nvPr/>
            </p:nvSpPr>
            <p:spPr>
              <a:xfrm>
                <a:off x="97278" y="792738"/>
                <a:ext cx="11974748" cy="5998693"/>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2000" b="1" i="1" smtClean="0">
                              <a:solidFill>
                                <a:schemeClr val="bg1"/>
                              </a:solidFill>
                              <a:latin typeface="Cambria Math" panose="02040503050406030204" pitchFamily="18" charset="0"/>
                              <a:ea typeface="Cambria Math" panose="02040503050406030204" pitchFamily="18" charset="0"/>
                            </a:rPr>
                          </m:ctrlPr>
                        </m:sSupPr>
                        <m:e>
                          <m:r>
                            <a:rPr lang="en-US" sz="2000" b="1" i="0">
                              <a:solidFill>
                                <a:schemeClr val="bg1"/>
                              </a:solidFill>
                              <a:latin typeface="Cambria Math" panose="02040503050406030204" pitchFamily="18" charset="0"/>
                              <a:ea typeface="Cambria Math" panose="02040503050406030204" pitchFamily="18" charset="0"/>
                            </a:rPr>
                            <m:t>𝐞</m:t>
                          </m:r>
                        </m:e>
                        <m:sup>
                          <m:r>
                            <a:rPr lang="en-US" sz="2000" b="1" i="0">
                              <a:solidFill>
                                <a:schemeClr val="bg1"/>
                              </a:solidFill>
                              <a:latin typeface="Cambria Math" panose="02040503050406030204" pitchFamily="18" charset="0"/>
                              <a:ea typeface="Cambria Math" panose="02040503050406030204" pitchFamily="18" charset="0"/>
                            </a:rPr>
                            <m:t>𝐣</m:t>
                          </m:r>
                          <m:r>
                            <a:rPr lang="en-US" sz="2000" b="1" i="0" smtClean="0">
                              <a:solidFill>
                                <a:schemeClr val="bg1"/>
                              </a:solidFill>
                              <a:latin typeface="Cambria Math" panose="02040503050406030204" pitchFamily="18" charset="0"/>
                              <a:ea typeface="Cambria Math" panose="02040503050406030204" pitchFamily="18" charset="0"/>
                            </a:rPr>
                            <m:t>𝛚</m:t>
                          </m:r>
                          <m:r>
                            <a:rPr lang="en-US" sz="2000" b="1" i="0" smtClean="0">
                              <a:solidFill>
                                <a:schemeClr val="bg1"/>
                              </a:solidFill>
                              <a:latin typeface="Cambria Math" panose="02040503050406030204" pitchFamily="18" charset="0"/>
                              <a:ea typeface="Cambria Math" panose="02040503050406030204" pitchFamily="18" charset="0"/>
                            </a:rPr>
                            <m:t>𝐭</m:t>
                          </m:r>
                        </m:sup>
                      </m:sSup>
                      <m:r>
                        <a:rPr lang="en-US" sz="2000" b="1" i="0">
                          <a:solidFill>
                            <a:schemeClr val="bg1"/>
                          </a:solidFill>
                          <a:latin typeface="Cambria Math" panose="02040503050406030204" pitchFamily="18" charset="0"/>
                          <a:ea typeface="Cambria Math" panose="02040503050406030204" pitchFamily="18" charset="0"/>
                        </a:rPr>
                        <m:t>=</m:t>
                      </m:r>
                      <m:func>
                        <m:funcPr>
                          <m:ctrlPr>
                            <a:rPr lang="en-US" sz="2000" b="1" i="1">
                              <a:solidFill>
                                <a:schemeClr val="bg1"/>
                              </a:solidFill>
                              <a:latin typeface="Cambria Math" panose="02040503050406030204" pitchFamily="18" charset="0"/>
                              <a:ea typeface="Cambria Math" panose="02040503050406030204" pitchFamily="18" charset="0"/>
                            </a:rPr>
                          </m:ctrlPr>
                        </m:funcPr>
                        <m:fName>
                          <m:r>
                            <a:rPr lang="en-US" sz="2000" b="1" i="0">
                              <a:solidFill>
                                <a:schemeClr val="bg1"/>
                              </a:solidFill>
                              <a:latin typeface="Cambria Math" panose="02040503050406030204" pitchFamily="18" charset="0"/>
                              <a:ea typeface="Cambria Math" panose="02040503050406030204" pitchFamily="18" charset="0"/>
                            </a:rPr>
                            <m:t>𝐜𝐨𝐬</m:t>
                          </m:r>
                        </m:fName>
                        <m:e>
                          <m:d>
                            <m:dPr>
                              <m:ctrlPr>
                                <a:rPr lang="en-US" sz="2000" b="1" i="1">
                                  <a:solidFill>
                                    <a:schemeClr val="bg1"/>
                                  </a:solidFill>
                                  <a:latin typeface="Cambria Math" panose="02040503050406030204" pitchFamily="18" charset="0"/>
                                  <a:ea typeface="Cambria Math" panose="02040503050406030204" pitchFamily="18" charset="0"/>
                                </a:rPr>
                              </m:ctrlPr>
                            </m:dPr>
                            <m:e>
                              <m:r>
                                <a:rPr lang="en-US" sz="2000" b="1">
                                  <a:solidFill>
                                    <a:schemeClr val="bg1"/>
                                  </a:solidFill>
                                  <a:latin typeface="Cambria Math" panose="02040503050406030204" pitchFamily="18" charset="0"/>
                                  <a:ea typeface="Cambria Math" panose="02040503050406030204" pitchFamily="18" charset="0"/>
                                </a:rPr>
                                <m:t>𝛚</m:t>
                              </m:r>
                              <m:r>
                                <a:rPr lang="en-US" sz="2000" b="1">
                                  <a:solidFill>
                                    <a:schemeClr val="bg1"/>
                                  </a:solidFill>
                                  <a:latin typeface="Cambria Math" panose="02040503050406030204" pitchFamily="18" charset="0"/>
                                  <a:ea typeface="Cambria Math" panose="02040503050406030204" pitchFamily="18" charset="0"/>
                                </a:rPr>
                                <m:t>𝐭</m:t>
                              </m:r>
                            </m:e>
                          </m:d>
                        </m:e>
                      </m:func>
                      <m:r>
                        <a:rPr lang="en-US" sz="2000" b="1" i="0">
                          <a:solidFill>
                            <a:schemeClr val="bg1"/>
                          </a:solidFill>
                          <a:latin typeface="Cambria Math" panose="02040503050406030204" pitchFamily="18" charset="0"/>
                          <a:ea typeface="Cambria Math" panose="02040503050406030204" pitchFamily="18" charset="0"/>
                        </a:rPr>
                        <m:t>+</m:t>
                      </m:r>
                      <m:func>
                        <m:funcPr>
                          <m:ctrlPr>
                            <a:rPr lang="en-US" sz="2000" b="1" i="1">
                              <a:solidFill>
                                <a:schemeClr val="bg1"/>
                              </a:solidFill>
                              <a:latin typeface="Cambria Math" panose="02040503050406030204" pitchFamily="18" charset="0"/>
                              <a:ea typeface="Cambria Math" panose="02040503050406030204" pitchFamily="18" charset="0"/>
                            </a:rPr>
                          </m:ctrlPr>
                        </m:funcPr>
                        <m:fName>
                          <m:r>
                            <a:rPr lang="en-US" sz="2000" b="1" i="0">
                              <a:solidFill>
                                <a:schemeClr val="bg1"/>
                              </a:solidFill>
                              <a:latin typeface="Cambria Math" panose="02040503050406030204" pitchFamily="18" charset="0"/>
                              <a:ea typeface="Cambria Math" panose="02040503050406030204" pitchFamily="18" charset="0"/>
                            </a:rPr>
                            <m:t>𝐣𝐬𝐢𝐧</m:t>
                          </m:r>
                        </m:fName>
                        <m:e>
                          <m:d>
                            <m:dPr>
                              <m:ctrlPr>
                                <a:rPr lang="en-US" sz="2000" b="1" i="1">
                                  <a:solidFill>
                                    <a:schemeClr val="bg1"/>
                                  </a:solidFill>
                                  <a:latin typeface="Cambria Math" panose="02040503050406030204" pitchFamily="18" charset="0"/>
                                  <a:ea typeface="Cambria Math" panose="02040503050406030204" pitchFamily="18" charset="0"/>
                                </a:rPr>
                              </m:ctrlPr>
                            </m:dPr>
                            <m:e>
                              <m:r>
                                <a:rPr lang="en-US" sz="2000" b="1">
                                  <a:solidFill>
                                    <a:schemeClr val="bg1"/>
                                  </a:solidFill>
                                  <a:latin typeface="Cambria Math" panose="02040503050406030204" pitchFamily="18" charset="0"/>
                                  <a:ea typeface="Cambria Math" panose="02040503050406030204" pitchFamily="18" charset="0"/>
                                </a:rPr>
                                <m:t>𝛚</m:t>
                              </m:r>
                              <m:r>
                                <a:rPr lang="en-US" sz="2000" b="1">
                                  <a:solidFill>
                                    <a:schemeClr val="bg1"/>
                                  </a:solidFill>
                                  <a:latin typeface="Cambria Math" panose="02040503050406030204" pitchFamily="18" charset="0"/>
                                  <a:ea typeface="Cambria Math" panose="02040503050406030204" pitchFamily="18" charset="0"/>
                                </a:rPr>
                                <m:t>𝐭</m:t>
                              </m:r>
                            </m:e>
                          </m:d>
                        </m:e>
                      </m:func>
                    </m:oMath>
                  </m:oMathPara>
                </a14:m>
                <a:endParaRPr lang="en-US" altLang="en-US" sz="2000">
                  <a:solidFill>
                    <a:schemeClr val="bg1"/>
                  </a:solidFill>
                  <a:latin typeface="Cambria Math" panose="02040503050406030204" pitchFamily="18" charset="0"/>
                  <a:ea typeface="Cambria Math" panose="02040503050406030204" pitchFamily="18" charset="0"/>
                  <a:cs typeface="Arial" panose="020B0604020202020204" pitchFamily="34" charset="0"/>
                </a:endParaRPr>
              </a:p>
              <a:p>
                <a:pPr algn="ctr"/>
                <a:endParaRPr lang="en-US" altLang="en-US" sz="2000">
                  <a:solidFill>
                    <a:schemeClr val="bg1"/>
                  </a:solidFill>
                  <a:latin typeface="Cambria Math" panose="02040503050406030204" pitchFamily="18" charset="0"/>
                  <a:ea typeface="Cambria Math" panose="02040503050406030204" pitchFamily="18" charset="0"/>
                  <a:cs typeface="Arial" panose="020B0604020202020204" pitchFamily="34" charset="0"/>
                </a:endParaRPr>
              </a:p>
              <a:p>
                <a:pPr algn="ctr"/>
                <a:r>
                  <a:rPr lang="en-US" altLang="en-US" sz="2000">
                    <a:solidFill>
                      <a:schemeClr val="bg1"/>
                    </a:solidFill>
                    <a:latin typeface="Cambria Math" panose="02040503050406030204" pitchFamily="18" charset="0"/>
                    <a:ea typeface="Cambria Math" panose="02040503050406030204" pitchFamily="18" charset="0"/>
                    <a:cs typeface="Arial" panose="020B0604020202020204" pitchFamily="34" charset="0"/>
                  </a:rPr>
                  <a:t>cos(-</a:t>
                </a:r>
                <a14:m>
                  <m:oMath xmlns:m="http://schemas.openxmlformats.org/officeDocument/2006/math">
                    <m:r>
                      <m:rPr>
                        <m:sty m:val="p"/>
                      </m:rPr>
                      <a:rPr lang="en-US" sz="2000" b="0" i="1">
                        <a:solidFill>
                          <a:schemeClr val="bg1"/>
                        </a:solidFill>
                        <a:latin typeface="Cambria Math" panose="02040503050406030204" pitchFamily="18" charset="0"/>
                        <a:ea typeface="Cambria Math" panose="02040503050406030204" pitchFamily="18" charset="0"/>
                      </a:rPr>
                      <m:t>ωt</m:t>
                    </m:r>
                  </m:oMath>
                </a14:m>
                <a:r>
                  <a:rPr lang="en-US" altLang="en-US" sz="2000">
                    <a:solidFill>
                      <a:schemeClr val="bg1"/>
                    </a:solidFill>
                    <a:latin typeface="Cambria Math" panose="02040503050406030204" pitchFamily="18" charset="0"/>
                    <a:ea typeface="Cambria Math" panose="02040503050406030204" pitchFamily="18" charset="0"/>
                    <a:cs typeface="Arial" panose="020B0604020202020204" pitchFamily="34" charset="0"/>
                  </a:rPr>
                  <a:t>) = cos(</a:t>
                </a:r>
                <a14:m>
                  <m:oMath xmlns:m="http://schemas.openxmlformats.org/officeDocument/2006/math">
                    <m:r>
                      <m:rPr>
                        <m:sty m:val="p"/>
                      </m:rPr>
                      <a:rPr lang="en-US" sz="2000" i="1">
                        <a:solidFill>
                          <a:schemeClr val="bg1"/>
                        </a:solidFill>
                        <a:latin typeface="Cambria Math" panose="02040503050406030204" pitchFamily="18" charset="0"/>
                        <a:ea typeface="Cambria Math" panose="02040503050406030204" pitchFamily="18" charset="0"/>
                      </a:rPr>
                      <m:t>ωt</m:t>
                    </m:r>
                  </m:oMath>
                </a14:m>
                <a:r>
                  <a:rPr lang="en-US" altLang="en-US" sz="2000">
                    <a:solidFill>
                      <a:schemeClr val="bg1"/>
                    </a:solidFill>
                    <a:latin typeface="Cambria Math" panose="02040503050406030204" pitchFamily="18" charset="0"/>
                    <a:ea typeface="Cambria Math" panose="02040503050406030204" pitchFamily="18" charset="0"/>
                    <a:cs typeface="Arial" panose="020B0604020202020204" pitchFamily="34" charset="0"/>
                  </a:rPr>
                  <a:t>) – Even Function. </a:t>
                </a:r>
              </a:p>
              <a:p>
                <a:pPr algn="ctr"/>
                <a:r>
                  <a:rPr lang="en-US" altLang="en-US" sz="2000">
                    <a:solidFill>
                      <a:schemeClr val="bg1"/>
                    </a:solidFill>
                    <a:latin typeface="Cambria Math" panose="02040503050406030204" pitchFamily="18" charset="0"/>
                    <a:ea typeface="Cambria Math" panose="02040503050406030204" pitchFamily="18" charset="0"/>
                    <a:cs typeface="Arial" panose="020B0604020202020204" pitchFamily="34" charset="0"/>
                  </a:rPr>
                  <a:t>sin(-</a:t>
                </a:r>
                <a14:m>
                  <m:oMath xmlns:m="http://schemas.openxmlformats.org/officeDocument/2006/math">
                    <m:r>
                      <m:rPr>
                        <m:sty m:val="p"/>
                      </m:rPr>
                      <a:rPr lang="en-US" sz="2000" i="1">
                        <a:solidFill>
                          <a:schemeClr val="bg1"/>
                        </a:solidFill>
                        <a:latin typeface="Cambria Math" panose="02040503050406030204" pitchFamily="18" charset="0"/>
                        <a:ea typeface="Cambria Math" panose="02040503050406030204" pitchFamily="18" charset="0"/>
                      </a:rPr>
                      <m:t>ωt</m:t>
                    </m:r>
                  </m:oMath>
                </a14:m>
                <a:r>
                  <a:rPr lang="en-US" altLang="en-US" sz="2000">
                    <a:solidFill>
                      <a:schemeClr val="bg1"/>
                    </a:solidFill>
                    <a:latin typeface="Cambria Math" panose="02040503050406030204" pitchFamily="18" charset="0"/>
                    <a:ea typeface="Cambria Math" panose="02040503050406030204" pitchFamily="18" charset="0"/>
                    <a:cs typeface="Arial" panose="020B0604020202020204" pitchFamily="34" charset="0"/>
                  </a:rPr>
                  <a:t>) = -sin(</a:t>
                </a:r>
                <a14:m>
                  <m:oMath xmlns:m="http://schemas.openxmlformats.org/officeDocument/2006/math">
                    <m:r>
                      <m:rPr>
                        <m:sty m:val="p"/>
                      </m:rPr>
                      <a:rPr lang="en-US" sz="2000" i="1">
                        <a:solidFill>
                          <a:schemeClr val="bg1"/>
                        </a:solidFill>
                        <a:latin typeface="Cambria Math" panose="02040503050406030204" pitchFamily="18" charset="0"/>
                        <a:ea typeface="Cambria Math" panose="02040503050406030204" pitchFamily="18" charset="0"/>
                      </a:rPr>
                      <m:t>ωt</m:t>
                    </m:r>
                  </m:oMath>
                </a14:m>
                <a:r>
                  <a:rPr lang="en-US" altLang="en-US" sz="2000">
                    <a:solidFill>
                      <a:schemeClr val="bg1"/>
                    </a:solidFill>
                    <a:latin typeface="Cambria Math" panose="02040503050406030204" pitchFamily="18" charset="0"/>
                    <a:ea typeface="Cambria Math" panose="02040503050406030204" pitchFamily="18" charset="0"/>
                    <a:cs typeface="Arial" panose="020B0604020202020204" pitchFamily="34" charset="0"/>
                  </a:rPr>
                  <a:t>) – Odd Function.</a:t>
                </a:r>
              </a:p>
              <a:p>
                <a:pPr algn="ctr"/>
                <a:endParaRPr lang="en-US" sz="2000">
                  <a:solidFill>
                    <a:schemeClr val="bg1"/>
                  </a:solidFill>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p>
                        <m:sSupPr>
                          <m:ctrlPr>
                            <a:rPr lang="en-US" sz="2000" i="1">
                              <a:solidFill>
                                <a:schemeClr val="bg1"/>
                              </a:solidFill>
                              <a:latin typeface="Cambria Math" panose="02040503050406030204" pitchFamily="18" charset="0"/>
                              <a:ea typeface="Cambria Math" panose="02040503050406030204" pitchFamily="18" charset="0"/>
                            </a:rPr>
                          </m:ctrlPr>
                        </m:sSupPr>
                        <m:e>
                          <m:r>
                            <m:rPr>
                              <m:sty m:val="p"/>
                            </m:rPr>
                            <a:rPr lang="en-US" sz="2000">
                              <a:solidFill>
                                <a:schemeClr val="bg1"/>
                              </a:solidFill>
                              <a:latin typeface="Cambria Math" panose="02040503050406030204" pitchFamily="18" charset="0"/>
                              <a:ea typeface="Cambria Math" panose="02040503050406030204" pitchFamily="18" charset="0"/>
                            </a:rPr>
                            <m:t>e</m:t>
                          </m:r>
                        </m:e>
                        <m:sup>
                          <m:r>
                            <m:rPr>
                              <m:sty m:val="p"/>
                            </m:rPr>
                            <a:rPr lang="en-US" sz="2000">
                              <a:solidFill>
                                <a:schemeClr val="bg1"/>
                              </a:solidFill>
                              <a:latin typeface="Cambria Math" panose="02040503050406030204" pitchFamily="18" charset="0"/>
                              <a:ea typeface="Cambria Math" panose="02040503050406030204" pitchFamily="18" charset="0"/>
                            </a:rPr>
                            <m:t>j</m:t>
                          </m:r>
                          <m:r>
                            <a:rPr lang="en-US" sz="2000" b="0" i="0" smtClean="0">
                              <a:solidFill>
                                <a:schemeClr val="bg1"/>
                              </a:solidFill>
                              <a:latin typeface="Cambria Math" panose="02040503050406030204" pitchFamily="18" charset="0"/>
                              <a:ea typeface="Cambria Math" panose="02040503050406030204" pitchFamily="18" charset="0"/>
                            </a:rPr>
                            <m:t>(−</m:t>
                          </m:r>
                          <m:r>
                            <m:rPr>
                              <m:sty m:val="p"/>
                            </m:rPr>
                            <a:rPr lang="en-US" sz="2000" i="1">
                              <a:solidFill>
                                <a:schemeClr val="bg1"/>
                              </a:solidFill>
                              <a:latin typeface="Cambria Math" panose="02040503050406030204" pitchFamily="18" charset="0"/>
                              <a:ea typeface="Cambria Math" panose="02040503050406030204" pitchFamily="18" charset="0"/>
                            </a:rPr>
                            <m:t>ωt</m:t>
                          </m:r>
                          <m:r>
                            <a:rPr lang="en-US" sz="2000" b="0" i="1" smtClean="0">
                              <a:solidFill>
                                <a:schemeClr val="bg1"/>
                              </a:solidFill>
                              <a:latin typeface="Cambria Math" panose="02040503050406030204" pitchFamily="18" charset="0"/>
                              <a:ea typeface="Cambria Math" panose="02040503050406030204" pitchFamily="18" charset="0"/>
                            </a:rPr>
                            <m:t>)</m:t>
                          </m:r>
                        </m:sup>
                      </m:sSup>
                      <m:r>
                        <a:rPr lang="en-US" sz="2000">
                          <a:solidFill>
                            <a:schemeClr val="bg1"/>
                          </a:solidFill>
                          <a:latin typeface="Cambria Math" panose="02040503050406030204" pitchFamily="18" charset="0"/>
                          <a:ea typeface="Cambria Math" panose="02040503050406030204" pitchFamily="18" charset="0"/>
                        </a:rPr>
                        <m:t>=</m:t>
                      </m:r>
                      <m:func>
                        <m:funcPr>
                          <m:ctrlPr>
                            <a:rPr lang="en-US" sz="2000" i="1">
                              <a:solidFill>
                                <a:schemeClr val="bg1"/>
                              </a:solidFill>
                              <a:latin typeface="Cambria Math" panose="02040503050406030204" pitchFamily="18" charset="0"/>
                              <a:ea typeface="Cambria Math" panose="02040503050406030204" pitchFamily="18" charset="0"/>
                            </a:rPr>
                          </m:ctrlPr>
                        </m:funcPr>
                        <m:fName>
                          <m:r>
                            <m:rPr>
                              <m:sty m:val="p"/>
                            </m:rPr>
                            <a:rPr lang="en-US" sz="2000">
                              <a:solidFill>
                                <a:schemeClr val="bg1"/>
                              </a:solidFill>
                              <a:latin typeface="Cambria Math" panose="02040503050406030204" pitchFamily="18" charset="0"/>
                              <a:ea typeface="Cambria Math" panose="02040503050406030204" pitchFamily="18" charset="0"/>
                            </a:rPr>
                            <m:t>cos</m:t>
                          </m:r>
                        </m:fName>
                        <m:e>
                          <m:d>
                            <m:dPr>
                              <m:ctrlPr>
                                <a:rPr lang="en-US" sz="2000" i="1">
                                  <a:solidFill>
                                    <a:schemeClr val="bg1"/>
                                  </a:solidFill>
                                  <a:latin typeface="Cambria Math" panose="02040503050406030204" pitchFamily="18" charset="0"/>
                                  <a:ea typeface="Cambria Math" panose="02040503050406030204" pitchFamily="18" charset="0"/>
                                </a:rPr>
                              </m:ctrlPr>
                            </m:dPr>
                            <m:e>
                              <m:r>
                                <a:rPr lang="en-US" sz="2000" b="0" i="0" smtClean="0">
                                  <a:solidFill>
                                    <a:schemeClr val="bg1"/>
                                  </a:solidFill>
                                  <a:latin typeface="Cambria Math" panose="02040503050406030204" pitchFamily="18" charset="0"/>
                                  <a:ea typeface="Cambria Math" panose="02040503050406030204" pitchFamily="18" charset="0"/>
                                </a:rPr>
                                <m:t>−</m:t>
                              </m:r>
                              <m:r>
                                <m:rPr>
                                  <m:sty m:val="p"/>
                                </m:rPr>
                                <a:rPr lang="en-US" sz="2000" i="1">
                                  <a:solidFill>
                                    <a:schemeClr val="bg1"/>
                                  </a:solidFill>
                                  <a:latin typeface="Cambria Math" panose="02040503050406030204" pitchFamily="18" charset="0"/>
                                  <a:ea typeface="Cambria Math" panose="02040503050406030204" pitchFamily="18" charset="0"/>
                                </a:rPr>
                                <m:t>ωt</m:t>
                              </m:r>
                            </m:e>
                          </m:d>
                        </m:e>
                      </m:func>
                      <m:r>
                        <a:rPr lang="en-US" sz="2000" b="0" i="0" smtClean="0">
                          <a:solidFill>
                            <a:schemeClr val="bg1"/>
                          </a:solidFill>
                          <a:latin typeface="Cambria Math" panose="02040503050406030204" pitchFamily="18" charset="0"/>
                          <a:ea typeface="Cambria Math" panose="02040503050406030204" pitchFamily="18" charset="0"/>
                        </a:rPr>
                        <m:t>+</m:t>
                      </m:r>
                      <m:func>
                        <m:funcPr>
                          <m:ctrlPr>
                            <a:rPr lang="en-US" sz="2000" i="1">
                              <a:solidFill>
                                <a:schemeClr val="bg1"/>
                              </a:solidFill>
                              <a:latin typeface="Cambria Math" panose="02040503050406030204" pitchFamily="18" charset="0"/>
                              <a:ea typeface="Cambria Math" panose="02040503050406030204" pitchFamily="18" charset="0"/>
                            </a:rPr>
                          </m:ctrlPr>
                        </m:funcPr>
                        <m:fName>
                          <m:r>
                            <m:rPr>
                              <m:sty m:val="p"/>
                            </m:rPr>
                            <a:rPr lang="en-US" sz="2000">
                              <a:solidFill>
                                <a:schemeClr val="bg1"/>
                              </a:solidFill>
                              <a:latin typeface="Cambria Math" panose="02040503050406030204" pitchFamily="18" charset="0"/>
                              <a:ea typeface="Cambria Math" panose="02040503050406030204" pitchFamily="18" charset="0"/>
                            </a:rPr>
                            <m:t>jsin</m:t>
                          </m:r>
                        </m:fName>
                        <m:e>
                          <m:d>
                            <m:dPr>
                              <m:ctrlPr>
                                <a:rPr lang="en-US" sz="2000" i="1">
                                  <a:solidFill>
                                    <a:schemeClr val="bg1"/>
                                  </a:solidFill>
                                  <a:latin typeface="Cambria Math" panose="02040503050406030204" pitchFamily="18" charset="0"/>
                                  <a:ea typeface="Cambria Math" panose="02040503050406030204" pitchFamily="18" charset="0"/>
                                </a:rPr>
                              </m:ctrlPr>
                            </m:dPr>
                            <m:e>
                              <m:r>
                                <a:rPr lang="en-US" sz="2000" b="0" i="1" smtClean="0">
                                  <a:solidFill>
                                    <a:schemeClr val="bg1"/>
                                  </a:solidFill>
                                  <a:latin typeface="Cambria Math" panose="02040503050406030204" pitchFamily="18" charset="0"/>
                                  <a:ea typeface="Cambria Math" panose="02040503050406030204" pitchFamily="18" charset="0"/>
                                </a:rPr>
                                <m:t>−</m:t>
                              </m:r>
                              <m:r>
                                <m:rPr>
                                  <m:sty m:val="p"/>
                                </m:rPr>
                                <a:rPr lang="en-US" sz="2000" i="1">
                                  <a:solidFill>
                                    <a:schemeClr val="bg1"/>
                                  </a:solidFill>
                                  <a:latin typeface="Cambria Math" panose="02040503050406030204" pitchFamily="18" charset="0"/>
                                  <a:ea typeface="Cambria Math" panose="02040503050406030204" pitchFamily="18" charset="0"/>
                                </a:rPr>
                                <m:t>ωt</m:t>
                              </m:r>
                            </m:e>
                          </m:d>
                        </m:e>
                      </m:func>
                      <m:r>
                        <a:rPr lang="en-US" sz="2000" b="0" i="1" smtClean="0">
                          <a:solidFill>
                            <a:schemeClr val="bg1"/>
                          </a:solidFill>
                          <a:latin typeface="Cambria Math" panose="02040503050406030204" pitchFamily="18" charset="0"/>
                          <a:ea typeface="Cambria Math" panose="02040503050406030204" pitchFamily="18" charset="0"/>
                        </a:rPr>
                        <m:t>= </m:t>
                      </m:r>
                      <m:func>
                        <m:funcPr>
                          <m:ctrlPr>
                            <a:rPr lang="en-US" sz="2000" i="1">
                              <a:solidFill>
                                <a:schemeClr val="bg1"/>
                              </a:solidFill>
                              <a:latin typeface="Cambria Math" panose="02040503050406030204" pitchFamily="18" charset="0"/>
                              <a:ea typeface="Cambria Math" panose="02040503050406030204" pitchFamily="18" charset="0"/>
                            </a:rPr>
                          </m:ctrlPr>
                        </m:funcPr>
                        <m:fName>
                          <m:r>
                            <m:rPr>
                              <m:sty m:val="p"/>
                            </m:rPr>
                            <a:rPr lang="en-US" sz="2000">
                              <a:solidFill>
                                <a:schemeClr val="bg1"/>
                              </a:solidFill>
                              <a:latin typeface="Cambria Math" panose="02040503050406030204" pitchFamily="18" charset="0"/>
                              <a:ea typeface="Cambria Math" panose="02040503050406030204" pitchFamily="18" charset="0"/>
                            </a:rPr>
                            <m:t>cos</m:t>
                          </m:r>
                        </m:fName>
                        <m:e>
                          <m:d>
                            <m:dPr>
                              <m:ctrlPr>
                                <a:rPr lang="en-US" sz="2000" i="1">
                                  <a:solidFill>
                                    <a:schemeClr val="bg1"/>
                                  </a:solidFill>
                                  <a:latin typeface="Cambria Math" panose="02040503050406030204" pitchFamily="18" charset="0"/>
                                  <a:ea typeface="Cambria Math" panose="02040503050406030204" pitchFamily="18" charset="0"/>
                                </a:rPr>
                              </m:ctrlPr>
                            </m:dPr>
                            <m:e>
                              <m:r>
                                <m:rPr>
                                  <m:sty m:val="p"/>
                                </m:rPr>
                                <a:rPr lang="en-US" sz="2000" i="1">
                                  <a:solidFill>
                                    <a:schemeClr val="bg1"/>
                                  </a:solidFill>
                                  <a:latin typeface="Cambria Math" panose="02040503050406030204" pitchFamily="18" charset="0"/>
                                  <a:ea typeface="Cambria Math" panose="02040503050406030204" pitchFamily="18" charset="0"/>
                                </a:rPr>
                                <m:t>ωt</m:t>
                              </m:r>
                            </m:e>
                          </m:d>
                        </m:e>
                      </m:func>
                      <m:r>
                        <a:rPr lang="en-US" sz="2000" b="0" i="0" smtClean="0">
                          <a:solidFill>
                            <a:schemeClr val="bg1"/>
                          </a:solidFill>
                          <a:latin typeface="Cambria Math" panose="02040503050406030204" pitchFamily="18" charset="0"/>
                          <a:ea typeface="Cambria Math" panose="02040503050406030204" pitchFamily="18" charset="0"/>
                        </a:rPr>
                        <m:t>−</m:t>
                      </m:r>
                      <m:func>
                        <m:funcPr>
                          <m:ctrlPr>
                            <a:rPr lang="en-US" sz="2000" i="1">
                              <a:solidFill>
                                <a:schemeClr val="bg1"/>
                              </a:solidFill>
                              <a:latin typeface="Cambria Math" panose="02040503050406030204" pitchFamily="18" charset="0"/>
                              <a:ea typeface="Cambria Math" panose="02040503050406030204" pitchFamily="18" charset="0"/>
                            </a:rPr>
                          </m:ctrlPr>
                        </m:funcPr>
                        <m:fName>
                          <m:r>
                            <m:rPr>
                              <m:sty m:val="p"/>
                            </m:rPr>
                            <a:rPr lang="en-US" sz="2000">
                              <a:solidFill>
                                <a:schemeClr val="bg1"/>
                              </a:solidFill>
                              <a:latin typeface="Cambria Math" panose="02040503050406030204" pitchFamily="18" charset="0"/>
                              <a:ea typeface="Cambria Math" panose="02040503050406030204" pitchFamily="18" charset="0"/>
                            </a:rPr>
                            <m:t>j</m:t>
                          </m:r>
                          <m:r>
                            <a:rPr lang="en-US" sz="2000">
                              <a:solidFill>
                                <a:schemeClr val="bg1"/>
                              </a:solidFill>
                              <a:latin typeface="Cambria Math" panose="02040503050406030204" pitchFamily="18" charset="0"/>
                              <a:ea typeface="Cambria Math" panose="02040503050406030204" pitchFamily="18" charset="0"/>
                            </a:rPr>
                            <m:t>∙</m:t>
                          </m:r>
                          <m:r>
                            <m:rPr>
                              <m:sty m:val="p"/>
                            </m:rPr>
                            <a:rPr lang="en-US" sz="2000">
                              <a:solidFill>
                                <a:schemeClr val="bg1"/>
                              </a:solidFill>
                              <a:latin typeface="Cambria Math" panose="02040503050406030204" pitchFamily="18" charset="0"/>
                              <a:ea typeface="Cambria Math" panose="02040503050406030204" pitchFamily="18" charset="0"/>
                            </a:rPr>
                            <m:t>sin</m:t>
                          </m:r>
                        </m:fName>
                        <m:e>
                          <m:d>
                            <m:dPr>
                              <m:ctrlPr>
                                <a:rPr lang="en-US" sz="2000" i="1">
                                  <a:solidFill>
                                    <a:schemeClr val="bg1"/>
                                  </a:solidFill>
                                  <a:latin typeface="Cambria Math" panose="02040503050406030204" pitchFamily="18" charset="0"/>
                                  <a:ea typeface="Cambria Math" panose="02040503050406030204" pitchFamily="18" charset="0"/>
                                </a:rPr>
                              </m:ctrlPr>
                            </m:dPr>
                            <m:e>
                              <m:r>
                                <m:rPr>
                                  <m:sty m:val="p"/>
                                </m:rPr>
                                <a:rPr lang="en-US" sz="2000" i="1">
                                  <a:solidFill>
                                    <a:schemeClr val="bg1"/>
                                  </a:solidFill>
                                  <a:latin typeface="Cambria Math" panose="02040503050406030204" pitchFamily="18" charset="0"/>
                                  <a:ea typeface="Cambria Math" panose="02040503050406030204" pitchFamily="18" charset="0"/>
                                </a:rPr>
                                <m:t>ωt</m:t>
                              </m:r>
                            </m:e>
                          </m:d>
                        </m:e>
                      </m:func>
                    </m:oMath>
                  </m:oMathPara>
                </a14:m>
                <a:endParaRPr lang="en-US" sz="2000">
                  <a:solidFill>
                    <a:schemeClr val="bg1"/>
                  </a:solidFill>
                  <a:latin typeface="Cambria Math" panose="02040503050406030204" pitchFamily="18" charset="0"/>
                  <a:ea typeface="Cambria Math" panose="02040503050406030204" pitchFamily="18" charset="0"/>
                </a:endParaRPr>
              </a:p>
              <a:p>
                <a:pPr algn="ctr"/>
                <a:endParaRPr lang="en-US" sz="2000">
                  <a:solidFill>
                    <a:schemeClr val="bg1"/>
                  </a:solidFill>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
                    </m:oMathParaPr>
                    <m:oMath xmlns:m="http://schemas.openxmlformats.org/officeDocument/2006/math">
                      <m:sSup>
                        <m:sSupPr>
                          <m:ctrlPr>
                            <a:rPr lang="en-US" sz="2000" b="1" i="1" smtClean="0">
                              <a:solidFill>
                                <a:schemeClr val="bg1"/>
                              </a:solidFill>
                              <a:latin typeface="Cambria Math" panose="02040503050406030204" pitchFamily="18" charset="0"/>
                              <a:ea typeface="Cambria Math" panose="02040503050406030204" pitchFamily="18" charset="0"/>
                            </a:rPr>
                          </m:ctrlPr>
                        </m:sSupPr>
                        <m:e>
                          <m:r>
                            <a:rPr lang="en-US" sz="2000" b="1" i="0">
                              <a:solidFill>
                                <a:schemeClr val="bg1"/>
                              </a:solidFill>
                              <a:latin typeface="Cambria Math" panose="02040503050406030204" pitchFamily="18" charset="0"/>
                              <a:ea typeface="Cambria Math" panose="02040503050406030204" pitchFamily="18" charset="0"/>
                            </a:rPr>
                            <m:t>𝐞</m:t>
                          </m:r>
                        </m:e>
                        <m:sup>
                          <m:r>
                            <a:rPr lang="en-US" sz="2000" b="1" i="0" smtClean="0">
                              <a:solidFill>
                                <a:schemeClr val="bg1"/>
                              </a:solidFill>
                              <a:latin typeface="Cambria Math" panose="02040503050406030204" pitchFamily="18" charset="0"/>
                              <a:ea typeface="Cambria Math" panose="02040503050406030204" pitchFamily="18" charset="0"/>
                            </a:rPr>
                            <m:t>−</m:t>
                          </m:r>
                          <m:r>
                            <a:rPr lang="en-US" sz="2000" b="1" i="0">
                              <a:solidFill>
                                <a:schemeClr val="bg1"/>
                              </a:solidFill>
                              <a:latin typeface="Cambria Math" panose="02040503050406030204" pitchFamily="18" charset="0"/>
                              <a:ea typeface="Cambria Math" panose="02040503050406030204" pitchFamily="18" charset="0"/>
                            </a:rPr>
                            <m:t>𝐣</m:t>
                          </m:r>
                          <m:r>
                            <a:rPr lang="en-US" sz="2000" b="1">
                              <a:solidFill>
                                <a:schemeClr val="bg1"/>
                              </a:solidFill>
                              <a:latin typeface="Cambria Math" panose="02040503050406030204" pitchFamily="18" charset="0"/>
                              <a:ea typeface="Cambria Math" panose="02040503050406030204" pitchFamily="18" charset="0"/>
                            </a:rPr>
                            <m:t>𝛚</m:t>
                          </m:r>
                          <m:r>
                            <a:rPr lang="en-US" sz="2000" b="1">
                              <a:solidFill>
                                <a:schemeClr val="bg1"/>
                              </a:solidFill>
                              <a:latin typeface="Cambria Math" panose="02040503050406030204" pitchFamily="18" charset="0"/>
                              <a:ea typeface="Cambria Math" panose="02040503050406030204" pitchFamily="18" charset="0"/>
                            </a:rPr>
                            <m:t>𝐭</m:t>
                          </m:r>
                        </m:sup>
                      </m:sSup>
                      <m:r>
                        <a:rPr lang="en-US" sz="2000" b="1" i="0">
                          <a:solidFill>
                            <a:schemeClr val="bg1"/>
                          </a:solidFill>
                          <a:latin typeface="Cambria Math" panose="02040503050406030204" pitchFamily="18" charset="0"/>
                          <a:ea typeface="Cambria Math" panose="02040503050406030204" pitchFamily="18" charset="0"/>
                        </a:rPr>
                        <m:t>=</m:t>
                      </m:r>
                      <m:func>
                        <m:funcPr>
                          <m:ctrlPr>
                            <a:rPr lang="en-US" sz="2000" b="1" i="1">
                              <a:solidFill>
                                <a:schemeClr val="bg1"/>
                              </a:solidFill>
                              <a:latin typeface="Cambria Math" panose="02040503050406030204" pitchFamily="18" charset="0"/>
                              <a:ea typeface="Cambria Math" panose="02040503050406030204" pitchFamily="18" charset="0"/>
                            </a:rPr>
                          </m:ctrlPr>
                        </m:funcPr>
                        <m:fName>
                          <m:r>
                            <a:rPr lang="en-US" sz="2000" b="1" i="0">
                              <a:solidFill>
                                <a:schemeClr val="bg1"/>
                              </a:solidFill>
                              <a:latin typeface="Cambria Math" panose="02040503050406030204" pitchFamily="18" charset="0"/>
                              <a:ea typeface="Cambria Math" panose="02040503050406030204" pitchFamily="18" charset="0"/>
                            </a:rPr>
                            <m:t>𝐜𝐨𝐬</m:t>
                          </m:r>
                        </m:fName>
                        <m:e>
                          <m:d>
                            <m:dPr>
                              <m:ctrlPr>
                                <a:rPr lang="en-US" sz="2000" b="1" i="1">
                                  <a:solidFill>
                                    <a:schemeClr val="bg1"/>
                                  </a:solidFill>
                                  <a:latin typeface="Cambria Math" panose="02040503050406030204" pitchFamily="18" charset="0"/>
                                  <a:ea typeface="Cambria Math" panose="02040503050406030204" pitchFamily="18" charset="0"/>
                                </a:rPr>
                              </m:ctrlPr>
                            </m:dPr>
                            <m:e>
                              <m:r>
                                <a:rPr lang="en-US" sz="2000" b="1">
                                  <a:solidFill>
                                    <a:schemeClr val="bg1"/>
                                  </a:solidFill>
                                  <a:latin typeface="Cambria Math" panose="02040503050406030204" pitchFamily="18" charset="0"/>
                                  <a:ea typeface="Cambria Math" panose="02040503050406030204" pitchFamily="18" charset="0"/>
                                </a:rPr>
                                <m:t>𝛚</m:t>
                              </m:r>
                              <m:r>
                                <a:rPr lang="en-US" sz="2000" b="1">
                                  <a:solidFill>
                                    <a:schemeClr val="bg1"/>
                                  </a:solidFill>
                                  <a:latin typeface="Cambria Math" panose="02040503050406030204" pitchFamily="18" charset="0"/>
                                  <a:ea typeface="Cambria Math" panose="02040503050406030204" pitchFamily="18" charset="0"/>
                                </a:rPr>
                                <m:t>𝐭</m:t>
                              </m:r>
                            </m:e>
                          </m:d>
                        </m:e>
                      </m:func>
                      <m:r>
                        <a:rPr lang="en-US" sz="2000" b="1" i="0">
                          <a:solidFill>
                            <a:schemeClr val="bg1"/>
                          </a:solidFill>
                          <a:latin typeface="Cambria Math" panose="02040503050406030204" pitchFamily="18" charset="0"/>
                          <a:ea typeface="Cambria Math" panose="02040503050406030204" pitchFamily="18" charset="0"/>
                        </a:rPr>
                        <m:t>−</m:t>
                      </m:r>
                      <m:func>
                        <m:funcPr>
                          <m:ctrlPr>
                            <a:rPr lang="en-US" sz="2000" b="1" i="1">
                              <a:solidFill>
                                <a:schemeClr val="bg1"/>
                              </a:solidFill>
                              <a:latin typeface="Cambria Math" panose="02040503050406030204" pitchFamily="18" charset="0"/>
                              <a:ea typeface="Cambria Math" panose="02040503050406030204" pitchFamily="18" charset="0"/>
                            </a:rPr>
                          </m:ctrlPr>
                        </m:funcPr>
                        <m:fName>
                          <m:r>
                            <a:rPr lang="en-US" sz="2000" b="1" i="0">
                              <a:solidFill>
                                <a:schemeClr val="bg1"/>
                              </a:solidFill>
                              <a:latin typeface="Cambria Math" panose="02040503050406030204" pitchFamily="18" charset="0"/>
                              <a:ea typeface="Cambria Math" panose="02040503050406030204" pitchFamily="18" charset="0"/>
                            </a:rPr>
                            <m:t>𝐣𝐬𝐢𝐧</m:t>
                          </m:r>
                        </m:fName>
                        <m:e>
                          <m:d>
                            <m:dPr>
                              <m:ctrlPr>
                                <a:rPr lang="en-US" sz="2000" b="1" i="1">
                                  <a:solidFill>
                                    <a:schemeClr val="bg1"/>
                                  </a:solidFill>
                                  <a:latin typeface="Cambria Math" panose="02040503050406030204" pitchFamily="18" charset="0"/>
                                  <a:ea typeface="Cambria Math" panose="02040503050406030204" pitchFamily="18" charset="0"/>
                                </a:rPr>
                              </m:ctrlPr>
                            </m:dPr>
                            <m:e>
                              <m:r>
                                <a:rPr lang="en-US" sz="2000" b="1">
                                  <a:solidFill>
                                    <a:schemeClr val="bg1"/>
                                  </a:solidFill>
                                  <a:latin typeface="Cambria Math" panose="02040503050406030204" pitchFamily="18" charset="0"/>
                                  <a:ea typeface="Cambria Math" panose="02040503050406030204" pitchFamily="18" charset="0"/>
                                </a:rPr>
                                <m:t>𝛚</m:t>
                              </m:r>
                              <m:r>
                                <a:rPr lang="en-US" sz="2000" b="1">
                                  <a:solidFill>
                                    <a:schemeClr val="bg1"/>
                                  </a:solidFill>
                                  <a:latin typeface="Cambria Math" panose="02040503050406030204" pitchFamily="18" charset="0"/>
                                  <a:ea typeface="Cambria Math" panose="02040503050406030204" pitchFamily="18" charset="0"/>
                                </a:rPr>
                                <m:t>𝐭</m:t>
                              </m:r>
                            </m:e>
                          </m:d>
                        </m:e>
                      </m:func>
                      <m:r>
                        <a:rPr lang="en-US" sz="2000" b="0" i="0" smtClean="0">
                          <a:solidFill>
                            <a:schemeClr val="bg1"/>
                          </a:solidFill>
                          <a:latin typeface="Cambria Math" panose="02040503050406030204" pitchFamily="18" charset="0"/>
                          <a:ea typeface="Cambria Math" panose="02040503050406030204" pitchFamily="18" charset="0"/>
                        </a:rPr>
                        <m:t> −</m:t>
                      </m:r>
                      <m:r>
                        <m:rPr>
                          <m:sty m:val="p"/>
                        </m:rPr>
                        <a:rPr lang="en-US" sz="2000" b="0" i="0" smtClean="0">
                          <a:solidFill>
                            <a:schemeClr val="bg1"/>
                          </a:solidFill>
                          <a:latin typeface="Cambria Math" panose="02040503050406030204" pitchFamily="18" charset="0"/>
                          <a:ea typeface="Cambria Math" panose="02040503050406030204" pitchFamily="18" charset="0"/>
                        </a:rPr>
                        <m:t>Companion</m:t>
                      </m:r>
                      <m:r>
                        <a:rPr lang="en-US" sz="2000" b="0" i="0" smtClean="0">
                          <a:solidFill>
                            <a:schemeClr val="bg1"/>
                          </a:solidFill>
                          <a:latin typeface="Cambria Math" panose="02040503050406030204" pitchFamily="18" charset="0"/>
                          <a:ea typeface="Cambria Math" panose="02040503050406030204" pitchFamily="18" charset="0"/>
                        </a:rPr>
                        <m:t> </m:t>
                      </m:r>
                      <m:r>
                        <m:rPr>
                          <m:sty m:val="p"/>
                        </m:rPr>
                        <a:rPr lang="en-US" sz="2000" b="0" i="0" smtClean="0">
                          <a:solidFill>
                            <a:schemeClr val="bg1"/>
                          </a:solidFill>
                          <a:latin typeface="Cambria Math" panose="02040503050406030204" pitchFamily="18" charset="0"/>
                          <a:ea typeface="Cambria Math" panose="02040503050406030204" pitchFamily="18" charset="0"/>
                        </a:rPr>
                        <m:t>Formula</m:t>
                      </m:r>
                    </m:oMath>
                  </m:oMathPara>
                </a14:m>
                <a:endParaRPr lang="en-US" sz="2000">
                  <a:solidFill>
                    <a:schemeClr val="bg1"/>
                  </a:solidFill>
                  <a:latin typeface="Cambria Math" panose="02040503050406030204" pitchFamily="18" charset="0"/>
                  <a:ea typeface="Cambria Math" panose="02040503050406030204" pitchFamily="18" charset="0"/>
                </a:endParaRPr>
              </a:p>
              <a:p>
                <a:pPr algn="ctr"/>
                <a:endParaRPr lang="en-US" sz="2000">
                  <a:solidFill>
                    <a:schemeClr val="bg1"/>
                  </a:solidFill>
                  <a:latin typeface="Cambria Math" panose="02040503050406030204" pitchFamily="18" charset="0"/>
                  <a:ea typeface="Cambria Math" panose="02040503050406030204" pitchFamily="18" charset="0"/>
                </a:endParaRPr>
              </a:p>
              <a:p>
                <a14:m>
                  <m:oMath xmlns:m="http://schemas.openxmlformats.org/officeDocument/2006/math">
                    <m:sSup>
                      <m:sSupPr>
                        <m:ctrlPr>
                          <a:rPr lang="en-US" sz="2000" i="1">
                            <a:solidFill>
                              <a:schemeClr val="bg1"/>
                            </a:solidFill>
                            <a:latin typeface="Cambria Math" panose="02040503050406030204" pitchFamily="18" charset="0"/>
                          </a:rPr>
                        </m:ctrlPr>
                      </m:sSupPr>
                      <m:e>
                        <m:r>
                          <m:rPr>
                            <m:sty m:val="p"/>
                          </m:rPr>
                          <a:rPr lang="en-US" sz="2000">
                            <a:solidFill>
                              <a:schemeClr val="bg1"/>
                            </a:solidFill>
                            <a:latin typeface="Cambria Math" panose="02040503050406030204" pitchFamily="18" charset="0"/>
                          </a:rPr>
                          <m:t>e</m:t>
                        </m:r>
                      </m:e>
                      <m:sup>
                        <m:r>
                          <m:rPr>
                            <m:sty m:val="p"/>
                          </m:rPr>
                          <a:rPr lang="en-US" sz="2000">
                            <a:solidFill>
                              <a:schemeClr val="bg1"/>
                            </a:solidFill>
                            <a:latin typeface="Cambria Math" panose="02040503050406030204" pitchFamily="18" charset="0"/>
                          </a:rPr>
                          <m:t>j</m:t>
                        </m:r>
                        <m:r>
                          <m:rPr>
                            <m:sty m:val="p"/>
                          </m:rPr>
                          <a:rPr lang="en-US" sz="2000" i="1">
                            <a:solidFill>
                              <a:schemeClr val="bg1"/>
                            </a:solidFill>
                            <a:latin typeface="Cambria Math" panose="02040503050406030204" pitchFamily="18" charset="0"/>
                            <a:ea typeface="Cambria Math" panose="02040503050406030204" pitchFamily="18" charset="0"/>
                          </a:rPr>
                          <m:t>ωt</m:t>
                        </m:r>
                      </m:sup>
                    </m:sSup>
                    <m:r>
                      <a:rPr lang="en-US" sz="2000">
                        <a:solidFill>
                          <a:schemeClr val="bg1"/>
                        </a:solidFill>
                        <a:latin typeface="Cambria Math" panose="02040503050406030204" pitchFamily="18" charset="0"/>
                      </a:rPr>
                      <m:t>=</m:t>
                    </m:r>
                    <m:func>
                      <m:funcPr>
                        <m:ctrlPr>
                          <a:rPr lang="en-US" sz="2000" i="1">
                            <a:solidFill>
                              <a:schemeClr val="bg1"/>
                            </a:solidFill>
                            <a:latin typeface="Cambria Math" panose="02040503050406030204" pitchFamily="18" charset="0"/>
                          </a:rPr>
                        </m:ctrlPr>
                      </m:funcPr>
                      <m:fName>
                        <m:r>
                          <m:rPr>
                            <m:sty m:val="p"/>
                          </m:rPr>
                          <a:rPr lang="en-US" sz="2000">
                            <a:solidFill>
                              <a:schemeClr val="bg1"/>
                            </a:solidFill>
                            <a:latin typeface="Cambria Math" panose="02040503050406030204" pitchFamily="18" charset="0"/>
                          </a:rPr>
                          <m:t>cos</m:t>
                        </m:r>
                      </m:fName>
                      <m:e>
                        <m:d>
                          <m:dPr>
                            <m:ctrlPr>
                              <a:rPr lang="en-US" sz="2000" i="1">
                                <a:solidFill>
                                  <a:schemeClr val="bg1"/>
                                </a:solidFill>
                                <a:latin typeface="Cambria Math" panose="02040503050406030204" pitchFamily="18" charset="0"/>
                              </a:rPr>
                            </m:ctrlPr>
                          </m:dPr>
                          <m:e>
                            <m:r>
                              <m:rPr>
                                <m:sty m:val="p"/>
                              </m:rPr>
                              <a:rPr lang="en-US" sz="2000" i="1">
                                <a:solidFill>
                                  <a:schemeClr val="bg1"/>
                                </a:solidFill>
                                <a:latin typeface="Cambria Math" panose="02040503050406030204" pitchFamily="18" charset="0"/>
                                <a:ea typeface="Cambria Math" panose="02040503050406030204" pitchFamily="18" charset="0"/>
                              </a:rPr>
                              <m:t>ωt</m:t>
                            </m:r>
                          </m:e>
                        </m:d>
                      </m:e>
                    </m:func>
                    <m:r>
                      <a:rPr lang="en-US" sz="2000">
                        <a:solidFill>
                          <a:schemeClr val="bg1"/>
                        </a:solidFill>
                        <a:latin typeface="Cambria Math" panose="02040503050406030204" pitchFamily="18" charset="0"/>
                      </a:rPr>
                      <m:t>+</m:t>
                    </m:r>
                    <m:func>
                      <m:funcPr>
                        <m:ctrlPr>
                          <a:rPr lang="en-US" sz="2000" i="1">
                            <a:solidFill>
                              <a:schemeClr val="bg1"/>
                            </a:solidFill>
                            <a:latin typeface="Cambria Math" panose="02040503050406030204" pitchFamily="18" charset="0"/>
                          </a:rPr>
                        </m:ctrlPr>
                      </m:funcPr>
                      <m:fName>
                        <m:r>
                          <m:rPr>
                            <m:sty m:val="p"/>
                          </m:rPr>
                          <a:rPr lang="en-US" sz="2000">
                            <a:solidFill>
                              <a:schemeClr val="bg1"/>
                            </a:solidFill>
                            <a:latin typeface="Cambria Math" panose="02040503050406030204" pitchFamily="18" charset="0"/>
                          </a:rPr>
                          <m:t>jsin</m:t>
                        </m:r>
                      </m:fName>
                      <m:e>
                        <m:d>
                          <m:dPr>
                            <m:ctrlPr>
                              <a:rPr lang="en-US" sz="2000" i="1">
                                <a:solidFill>
                                  <a:schemeClr val="bg1"/>
                                </a:solidFill>
                                <a:latin typeface="Cambria Math" panose="02040503050406030204" pitchFamily="18" charset="0"/>
                              </a:rPr>
                            </m:ctrlPr>
                          </m:dPr>
                          <m:e>
                            <m:r>
                              <m:rPr>
                                <m:sty m:val="p"/>
                              </m:rPr>
                              <a:rPr lang="en-US" sz="2000" i="1">
                                <a:solidFill>
                                  <a:schemeClr val="bg1"/>
                                </a:solidFill>
                                <a:latin typeface="Cambria Math" panose="02040503050406030204" pitchFamily="18" charset="0"/>
                                <a:ea typeface="Cambria Math" panose="02040503050406030204" pitchFamily="18" charset="0"/>
                              </a:rPr>
                              <m:t>ωt</m:t>
                            </m:r>
                          </m:e>
                        </m:d>
                      </m:e>
                    </m:func>
                    <m:r>
                      <a:rPr lang="en-US" sz="2000">
                        <a:solidFill>
                          <a:schemeClr val="bg1"/>
                        </a:solidFill>
                        <a:latin typeface="Cambria Math" panose="02040503050406030204" pitchFamily="18" charset="0"/>
                        <a:ea typeface="Cambria Math" panose="02040503050406030204" pitchFamily="18" charset="0"/>
                      </a:rPr>
                      <m:t> −</m:t>
                    </m:r>
                  </m:oMath>
                </a14:m>
                <a:r>
                  <a:rPr lang="en-US" sz="2000">
                    <a:solidFill>
                      <a:schemeClr val="bg1"/>
                    </a:solidFill>
                    <a:latin typeface="Cambria Math" panose="02040503050406030204" pitchFamily="18" charset="0"/>
                    <a:ea typeface="Cambria Math" panose="02040503050406030204" pitchFamily="18" charset="0"/>
                  </a:rPr>
                  <a:t> Counter Clockwise Rotating Vector for increasing </a:t>
                </a:r>
                <a14:m>
                  <m:oMath xmlns:m="http://schemas.openxmlformats.org/officeDocument/2006/math">
                    <m:r>
                      <m:rPr>
                        <m:sty m:val="p"/>
                      </m:rPr>
                      <a:rPr lang="en-US" sz="2000" i="1">
                        <a:solidFill>
                          <a:schemeClr val="bg1"/>
                        </a:solidFill>
                        <a:latin typeface="Cambria Math" panose="02040503050406030204" pitchFamily="18" charset="0"/>
                        <a:ea typeface="Cambria Math" panose="02040503050406030204" pitchFamily="18" charset="0"/>
                      </a:rPr>
                      <m:t>ωt</m:t>
                    </m:r>
                  </m:oMath>
                </a14:m>
                <a:r>
                  <a:rPr lang="en-US" sz="2000">
                    <a:solidFill>
                      <a:schemeClr val="bg1"/>
                    </a:solidFill>
                    <a:latin typeface="Cambria Math" panose="02040503050406030204" pitchFamily="18" charset="0"/>
                    <a:ea typeface="Cambria Math" panose="02040503050406030204" pitchFamily="18" charset="0"/>
                  </a:rPr>
                  <a:t>.</a:t>
                </a:r>
              </a:p>
              <a:p>
                <a:pPr algn="ctr"/>
                <a:endParaRPr lang="en-US" sz="2000">
                  <a:solidFill>
                    <a:schemeClr val="bg1"/>
                  </a:solidFill>
                  <a:latin typeface="Cambria Math" panose="02040503050406030204" pitchFamily="18" charset="0"/>
                  <a:ea typeface="Cambria Math" panose="02040503050406030204" pitchFamily="18" charset="0"/>
                </a:endParaRPr>
              </a:p>
              <a:p>
                <a:pPr algn="ctr"/>
                <a:endParaRPr lang="en-US" sz="2000">
                  <a:solidFill>
                    <a:schemeClr val="bg1"/>
                  </a:solidFill>
                  <a:latin typeface="Cambria Math" panose="02040503050406030204" pitchFamily="18" charset="0"/>
                  <a:ea typeface="Cambria Math" panose="02040503050406030204" pitchFamily="18" charset="0"/>
                </a:endParaRPr>
              </a:p>
              <a:p>
                <a:r>
                  <a:rPr lang="en-US" sz="2000">
                    <a:solidFill>
                      <a:schemeClr val="bg1"/>
                    </a:solidFill>
                    <a:latin typeface="Cambria Math" panose="02040503050406030204" pitchFamily="18" charset="0"/>
                    <a:ea typeface="Cambria Math" panose="02040503050406030204" pitchFamily="18" charset="0"/>
                  </a:rPr>
                  <a:t>Magnitude(</a:t>
                </a:r>
                <a14:m>
                  <m:oMath xmlns:m="http://schemas.openxmlformats.org/officeDocument/2006/math">
                    <m:sSup>
                      <m:sSupPr>
                        <m:ctrlPr>
                          <a:rPr lang="en-US" sz="2000" i="1">
                            <a:solidFill>
                              <a:schemeClr val="bg1"/>
                            </a:solidFill>
                            <a:latin typeface="Cambria Math" panose="02040503050406030204" pitchFamily="18" charset="0"/>
                          </a:rPr>
                        </m:ctrlPr>
                      </m:sSupPr>
                      <m:e>
                        <m:r>
                          <m:rPr>
                            <m:sty m:val="p"/>
                          </m:rPr>
                          <a:rPr lang="en-US" sz="2000">
                            <a:solidFill>
                              <a:schemeClr val="bg1"/>
                            </a:solidFill>
                            <a:latin typeface="Cambria Math" panose="02040503050406030204" pitchFamily="18" charset="0"/>
                          </a:rPr>
                          <m:t>e</m:t>
                        </m:r>
                      </m:e>
                      <m:sup>
                        <m:r>
                          <m:rPr>
                            <m:sty m:val="p"/>
                          </m:rPr>
                          <a:rPr lang="en-US" sz="2000">
                            <a:solidFill>
                              <a:schemeClr val="bg1"/>
                            </a:solidFill>
                            <a:latin typeface="Cambria Math" panose="02040503050406030204" pitchFamily="18" charset="0"/>
                          </a:rPr>
                          <m:t>j</m:t>
                        </m:r>
                        <m:r>
                          <m:rPr>
                            <m:sty m:val="p"/>
                          </m:rPr>
                          <a:rPr lang="en-US" sz="2000" i="1">
                            <a:solidFill>
                              <a:schemeClr val="bg1"/>
                            </a:solidFill>
                            <a:latin typeface="Cambria Math" panose="02040503050406030204" pitchFamily="18" charset="0"/>
                            <a:ea typeface="Cambria Math" panose="02040503050406030204" pitchFamily="18" charset="0"/>
                          </a:rPr>
                          <m:t>ωt</m:t>
                        </m:r>
                      </m:sup>
                    </m:sSup>
                  </m:oMath>
                </a14:m>
                <a:r>
                  <a:rPr lang="en-US" sz="2000">
                    <a:solidFill>
                      <a:schemeClr val="bg1"/>
                    </a:solidFill>
                    <a:latin typeface="Cambria Math" panose="02040503050406030204" pitchFamily="18" charset="0"/>
                    <a:ea typeface="Cambria Math" panose="02040503050406030204" pitchFamily="18" charset="0"/>
                  </a:rPr>
                  <a:t>) = 1 for all </a:t>
                </a:r>
                <a14:m>
                  <m:oMath xmlns:m="http://schemas.openxmlformats.org/officeDocument/2006/math">
                    <m:r>
                      <m:rPr>
                        <m:sty m:val="p"/>
                      </m:rPr>
                      <a:rPr lang="en-US" sz="2000" i="1">
                        <a:solidFill>
                          <a:schemeClr val="bg1"/>
                        </a:solidFill>
                        <a:latin typeface="Cambria Math" panose="02040503050406030204" pitchFamily="18" charset="0"/>
                        <a:ea typeface="Cambria Math" panose="02040503050406030204" pitchFamily="18" charset="0"/>
                      </a:rPr>
                      <m:t>ωt</m:t>
                    </m:r>
                  </m:oMath>
                </a14:m>
                <a:r>
                  <a:rPr lang="en-US" sz="2000">
                    <a:solidFill>
                      <a:schemeClr val="bg1"/>
                    </a:solidFill>
                    <a:latin typeface="Cambria Math" panose="02040503050406030204" pitchFamily="18" charset="0"/>
                    <a:ea typeface="Cambria Math" panose="02040503050406030204" pitchFamily="18" charset="0"/>
                  </a:rPr>
                  <a:t>.  Angle(</a:t>
                </a:r>
                <a14:m>
                  <m:oMath xmlns:m="http://schemas.openxmlformats.org/officeDocument/2006/math">
                    <m:sSup>
                      <m:sSupPr>
                        <m:ctrlPr>
                          <a:rPr lang="en-US" sz="2000" i="1">
                            <a:solidFill>
                              <a:schemeClr val="bg1"/>
                            </a:solidFill>
                            <a:latin typeface="Cambria Math" panose="02040503050406030204" pitchFamily="18" charset="0"/>
                          </a:rPr>
                        </m:ctrlPr>
                      </m:sSupPr>
                      <m:e>
                        <m:r>
                          <m:rPr>
                            <m:sty m:val="p"/>
                          </m:rPr>
                          <a:rPr lang="en-US" sz="2000">
                            <a:solidFill>
                              <a:schemeClr val="bg1"/>
                            </a:solidFill>
                            <a:latin typeface="Cambria Math" panose="02040503050406030204" pitchFamily="18" charset="0"/>
                          </a:rPr>
                          <m:t>e</m:t>
                        </m:r>
                      </m:e>
                      <m:sup>
                        <m:r>
                          <m:rPr>
                            <m:sty m:val="p"/>
                          </m:rPr>
                          <a:rPr lang="en-US" sz="2000">
                            <a:solidFill>
                              <a:schemeClr val="bg1"/>
                            </a:solidFill>
                            <a:latin typeface="Cambria Math" panose="02040503050406030204" pitchFamily="18" charset="0"/>
                          </a:rPr>
                          <m:t>j</m:t>
                        </m:r>
                        <m:r>
                          <m:rPr>
                            <m:sty m:val="p"/>
                          </m:rPr>
                          <a:rPr lang="en-US" sz="2000" i="1">
                            <a:solidFill>
                              <a:schemeClr val="bg1"/>
                            </a:solidFill>
                            <a:latin typeface="Cambria Math" panose="02040503050406030204" pitchFamily="18" charset="0"/>
                            <a:ea typeface="Cambria Math" panose="02040503050406030204" pitchFamily="18" charset="0"/>
                          </a:rPr>
                          <m:t>ωt</m:t>
                        </m:r>
                      </m:sup>
                    </m:sSup>
                  </m:oMath>
                </a14:m>
                <a:r>
                  <a:rPr lang="en-US" sz="2000">
                    <a:solidFill>
                      <a:schemeClr val="bg1"/>
                    </a:solidFill>
                    <a:latin typeface="Cambria Math" panose="02040503050406030204" pitchFamily="18" charset="0"/>
                    <a:ea typeface="Cambria Math" panose="02040503050406030204" pitchFamily="18" charset="0"/>
                  </a:rPr>
                  <a:t>) = </a:t>
                </a:r>
                <a14:m>
                  <m:oMath xmlns:m="http://schemas.openxmlformats.org/officeDocument/2006/math">
                    <m:r>
                      <m:rPr>
                        <m:sty m:val="p"/>
                      </m:rPr>
                      <a:rPr lang="en-US" sz="2000" i="1">
                        <a:solidFill>
                          <a:schemeClr val="bg1"/>
                        </a:solidFill>
                        <a:latin typeface="Cambria Math" panose="02040503050406030204" pitchFamily="18" charset="0"/>
                        <a:ea typeface="Cambria Math" panose="02040503050406030204" pitchFamily="18" charset="0"/>
                      </a:rPr>
                      <m:t>ωt</m:t>
                    </m:r>
                  </m:oMath>
                </a14:m>
                <a:r>
                  <a:rPr lang="en-US" sz="2000">
                    <a:solidFill>
                      <a:schemeClr val="bg1"/>
                    </a:solidFill>
                    <a:latin typeface="Cambria Math" panose="02040503050406030204" pitchFamily="18" charset="0"/>
                    <a:ea typeface="Cambria Math" panose="02040503050406030204" pitchFamily="18" charset="0"/>
                  </a:rPr>
                  <a:t>. </a:t>
                </a:r>
              </a:p>
              <a:p>
                <a:pPr algn="ctr"/>
                <a:endParaRPr lang="en-US" sz="2000">
                  <a:solidFill>
                    <a:schemeClr val="bg1"/>
                  </a:solidFill>
                  <a:latin typeface="Cambria Math" panose="02040503050406030204" pitchFamily="18" charset="0"/>
                  <a:ea typeface="Cambria Math" panose="02040503050406030204" pitchFamily="18" charset="0"/>
                </a:endParaRPr>
              </a:p>
              <a:p>
                <a:pPr algn="ctr"/>
                <a:endParaRPr lang="en-US" sz="2000">
                  <a:solidFill>
                    <a:schemeClr val="bg1"/>
                  </a:solidFill>
                  <a:latin typeface="Cambria Math" panose="02040503050406030204" pitchFamily="18" charset="0"/>
                  <a:ea typeface="Cambria Math" panose="02040503050406030204" pitchFamily="18" charset="0"/>
                </a:endParaRPr>
              </a:p>
              <a:p>
                <a:r>
                  <a:rPr lang="en-US" sz="2000">
                    <a:solidFill>
                      <a:schemeClr val="bg1"/>
                    </a:solidFill>
                    <a:latin typeface="Cambria Math" panose="02040503050406030204" pitchFamily="18" charset="0"/>
                    <a:ea typeface="Cambria Math" panose="02040503050406030204" pitchFamily="18" charset="0"/>
                  </a:rPr>
                  <a:t>Magnitude(</a:t>
                </a:r>
                <a14:m>
                  <m:oMath xmlns:m="http://schemas.openxmlformats.org/officeDocument/2006/math">
                    <m:sSup>
                      <m:sSupPr>
                        <m:ctrlPr>
                          <a:rPr lang="en-US" sz="2000" i="1">
                            <a:solidFill>
                              <a:schemeClr val="bg1"/>
                            </a:solidFill>
                            <a:latin typeface="Cambria Math" panose="02040503050406030204" pitchFamily="18" charset="0"/>
                          </a:rPr>
                        </m:ctrlPr>
                      </m:sSupPr>
                      <m:e>
                        <m:r>
                          <m:rPr>
                            <m:sty m:val="p"/>
                          </m:rPr>
                          <a:rPr lang="en-US" sz="2000" b="0" i="0" smtClean="0">
                            <a:solidFill>
                              <a:schemeClr val="bg1"/>
                            </a:solidFill>
                            <a:latin typeface="Cambria Math" panose="02040503050406030204" pitchFamily="18" charset="0"/>
                          </a:rPr>
                          <m:t>A</m:t>
                        </m:r>
                        <m:r>
                          <m:rPr>
                            <m:sty m:val="p"/>
                          </m:rPr>
                          <a:rPr lang="en-US" sz="2000">
                            <a:solidFill>
                              <a:schemeClr val="bg1"/>
                            </a:solidFill>
                            <a:latin typeface="Cambria Math" panose="02040503050406030204" pitchFamily="18" charset="0"/>
                          </a:rPr>
                          <m:t>e</m:t>
                        </m:r>
                      </m:e>
                      <m:sup>
                        <m:r>
                          <m:rPr>
                            <m:sty m:val="p"/>
                          </m:rPr>
                          <a:rPr lang="en-US" sz="2000">
                            <a:solidFill>
                              <a:schemeClr val="bg1"/>
                            </a:solidFill>
                            <a:latin typeface="Cambria Math" panose="02040503050406030204" pitchFamily="18" charset="0"/>
                          </a:rPr>
                          <m:t>j</m:t>
                        </m:r>
                        <m:r>
                          <m:rPr>
                            <m:sty m:val="p"/>
                          </m:rPr>
                          <a:rPr lang="en-US" sz="2000" i="1">
                            <a:solidFill>
                              <a:schemeClr val="bg1"/>
                            </a:solidFill>
                            <a:latin typeface="Cambria Math" panose="02040503050406030204" pitchFamily="18" charset="0"/>
                            <a:ea typeface="Cambria Math" panose="02040503050406030204" pitchFamily="18" charset="0"/>
                          </a:rPr>
                          <m:t>ωt</m:t>
                        </m:r>
                      </m:sup>
                    </m:sSup>
                  </m:oMath>
                </a14:m>
                <a:r>
                  <a:rPr lang="en-US" sz="2000">
                    <a:solidFill>
                      <a:schemeClr val="bg1"/>
                    </a:solidFill>
                    <a:latin typeface="Cambria Math" panose="02040503050406030204" pitchFamily="18" charset="0"/>
                    <a:ea typeface="Cambria Math" panose="02040503050406030204" pitchFamily="18" charset="0"/>
                  </a:rPr>
                  <a:t>) = A for all </a:t>
                </a:r>
                <a14:m>
                  <m:oMath xmlns:m="http://schemas.openxmlformats.org/officeDocument/2006/math">
                    <m:r>
                      <m:rPr>
                        <m:sty m:val="p"/>
                      </m:rPr>
                      <a:rPr lang="en-US" sz="2000" i="1">
                        <a:solidFill>
                          <a:schemeClr val="bg1"/>
                        </a:solidFill>
                        <a:latin typeface="Cambria Math" panose="02040503050406030204" pitchFamily="18" charset="0"/>
                        <a:ea typeface="Cambria Math" panose="02040503050406030204" pitchFamily="18" charset="0"/>
                      </a:rPr>
                      <m:t>ωt</m:t>
                    </m:r>
                  </m:oMath>
                </a14:m>
                <a:r>
                  <a:rPr lang="en-US" sz="2000">
                    <a:solidFill>
                      <a:schemeClr val="bg1"/>
                    </a:solidFill>
                    <a:latin typeface="Cambria Math" panose="02040503050406030204" pitchFamily="18" charset="0"/>
                    <a:ea typeface="Cambria Math" panose="02040503050406030204" pitchFamily="18" charset="0"/>
                  </a:rPr>
                  <a:t>.  Angle(</a:t>
                </a:r>
                <a14:m>
                  <m:oMath xmlns:m="http://schemas.openxmlformats.org/officeDocument/2006/math">
                    <m:sSup>
                      <m:sSupPr>
                        <m:ctrlPr>
                          <a:rPr lang="en-US" sz="2000" i="1">
                            <a:solidFill>
                              <a:schemeClr val="bg1"/>
                            </a:solidFill>
                            <a:latin typeface="Cambria Math" panose="02040503050406030204" pitchFamily="18" charset="0"/>
                          </a:rPr>
                        </m:ctrlPr>
                      </m:sSupPr>
                      <m:e>
                        <m:r>
                          <m:rPr>
                            <m:sty m:val="p"/>
                          </m:rPr>
                          <a:rPr lang="en-US" sz="2000" b="0" i="0" smtClean="0">
                            <a:solidFill>
                              <a:schemeClr val="bg1"/>
                            </a:solidFill>
                            <a:latin typeface="Cambria Math" panose="02040503050406030204" pitchFamily="18" charset="0"/>
                          </a:rPr>
                          <m:t>A</m:t>
                        </m:r>
                        <m:r>
                          <m:rPr>
                            <m:sty m:val="p"/>
                          </m:rPr>
                          <a:rPr lang="en-US" sz="2000">
                            <a:solidFill>
                              <a:schemeClr val="bg1"/>
                            </a:solidFill>
                            <a:latin typeface="Cambria Math" panose="02040503050406030204" pitchFamily="18" charset="0"/>
                          </a:rPr>
                          <m:t>e</m:t>
                        </m:r>
                      </m:e>
                      <m:sup>
                        <m:r>
                          <m:rPr>
                            <m:sty m:val="p"/>
                          </m:rPr>
                          <a:rPr lang="en-US" sz="2000">
                            <a:solidFill>
                              <a:schemeClr val="bg1"/>
                            </a:solidFill>
                            <a:latin typeface="Cambria Math" panose="02040503050406030204" pitchFamily="18" charset="0"/>
                          </a:rPr>
                          <m:t>j</m:t>
                        </m:r>
                        <m:r>
                          <m:rPr>
                            <m:sty m:val="p"/>
                          </m:rPr>
                          <a:rPr lang="en-US" sz="2000" i="1">
                            <a:solidFill>
                              <a:schemeClr val="bg1"/>
                            </a:solidFill>
                            <a:latin typeface="Cambria Math" panose="02040503050406030204" pitchFamily="18" charset="0"/>
                            <a:ea typeface="Cambria Math" panose="02040503050406030204" pitchFamily="18" charset="0"/>
                          </a:rPr>
                          <m:t>ωt</m:t>
                        </m:r>
                      </m:sup>
                    </m:sSup>
                  </m:oMath>
                </a14:m>
                <a:r>
                  <a:rPr lang="en-US" sz="2000">
                    <a:solidFill>
                      <a:schemeClr val="bg1"/>
                    </a:solidFill>
                    <a:latin typeface="Cambria Math" panose="02040503050406030204" pitchFamily="18" charset="0"/>
                    <a:ea typeface="Cambria Math" panose="02040503050406030204" pitchFamily="18" charset="0"/>
                  </a:rPr>
                  <a:t>) = </a:t>
                </a:r>
                <a14:m>
                  <m:oMath xmlns:m="http://schemas.openxmlformats.org/officeDocument/2006/math">
                    <m:r>
                      <m:rPr>
                        <m:sty m:val="p"/>
                      </m:rPr>
                      <a:rPr lang="en-US" sz="2000" i="1">
                        <a:solidFill>
                          <a:schemeClr val="bg1"/>
                        </a:solidFill>
                        <a:latin typeface="Cambria Math" panose="02040503050406030204" pitchFamily="18" charset="0"/>
                        <a:ea typeface="Cambria Math" panose="02040503050406030204" pitchFamily="18" charset="0"/>
                      </a:rPr>
                      <m:t>ωt</m:t>
                    </m:r>
                  </m:oMath>
                </a14:m>
                <a:r>
                  <a:rPr lang="en-US" sz="2000">
                    <a:solidFill>
                      <a:schemeClr val="bg1"/>
                    </a:solidFill>
                    <a:latin typeface="Cambria Math" panose="02040503050406030204" pitchFamily="18" charset="0"/>
                    <a:ea typeface="Cambria Math" panose="02040503050406030204" pitchFamily="18" charset="0"/>
                  </a:rPr>
                  <a:t>. </a:t>
                </a:r>
              </a:p>
              <a:p>
                <a:pPr algn="ctr"/>
                <a:endParaRPr lang="en-US" sz="2000">
                  <a:solidFill>
                    <a:schemeClr val="bg1"/>
                  </a:solidFill>
                  <a:latin typeface="Cambria Math" panose="02040503050406030204" pitchFamily="18" charset="0"/>
                  <a:ea typeface="Cambria Math" panose="02040503050406030204" pitchFamily="18" charset="0"/>
                </a:endParaRPr>
              </a:p>
              <a:p>
                <a:pPr algn="ctr"/>
                <a:endParaRPr lang="en-US" sz="2000">
                  <a:solidFill>
                    <a:schemeClr val="bg1"/>
                  </a:solidFill>
                  <a:latin typeface="Cambria Math" panose="02040503050406030204" pitchFamily="18" charset="0"/>
                  <a:ea typeface="Cambria Math" panose="02040503050406030204" pitchFamily="18" charset="0"/>
                </a:endParaRPr>
              </a:p>
              <a:p>
                <a:pPr algn="ctr"/>
                <a:endParaRPr lang="en-US" sz="2000">
                  <a:solidFill>
                    <a:schemeClr val="bg1"/>
                  </a:solidFill>
                  <a:latin typeface="Cambria Math" panose="02040503050406030204" pitchFamily="18" charset="0"/>
                  <a:ea typeface="Cambria Math" panose="02040503050406030204" pitchFamily="18" charset="0"/>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97278" y="792738"/>
                <a:ext cx="11974748" cy="5998693"/>
              </a:xfrm>
              <a:prstGeom prst="rect">
                <a:avLst/>
              </a:prstGeom>
              <a:blipFill rotWithShape="0">
                <a:blip r:embed="rId2"/>
                <a:stretch>
                  <a:fillRect l="-355"/>
                </a:stretch>
              </a:blipFill>
            </p:spPr>
            <p:txBody>
              <a:bodyPr/>
              <a:lstStyle/>
              <a:p>
                <a:r>
                  <a:rPr lang="en-US">
                    <a:noFill/>
                  </a:rPr>
                  <a:t> </a:t>
                </a:r>
              </a:p>
            </p:txBody>
          </p:sp>
        </mc:Fallback>
      </mc:AlternateContent>
      <p:grpSp>
        <p:nvGrpSpPr>
          <p:cNvPr id="24" name="Group 23"/>
          <p:cNvGrpSpPr/>
          <p:nvPr/>
        </p:nvGrpSpPr>
        <p:grpSpPr>
          <a:xfrm>
            <a:off x="8217476" y="3707418"/>
            <a:ext cx="3744212" cy="2905547"/>
            <a:chOff x="8639164" y="3886815"/>
            <a:chExt cx="3156295" cy="2518744"/>
          </a:xfrm>
        </p:grpSpPr>
        <p:cxnSp>
          <p:nvCxnSpPr>
            <p:cNvPr id="25" name="Straight Arrow Connector 24"/>
            <p:cNvCxnSpPr/>
            <p:nvPr/>
          </p:nvCxnSpPr>
          <p:spPr>
            <a:xfrm>
              <a:off x="8639164" y="5249940"/>
              <a:ext cx="2832912" cy="4575"/>
            </a:xfrm>
            <a:prstGeom prst="straightConnector1">
              <a:avLst/>
            </a:prstGeom>
            <a:noFill/>
            <a:ln w="19050" cap="flat" cmpd="sng" algn="ctr">
              <a:solidFill>
                <a:srgbClr val="000000"/>
              </a:solidFill>
              <a:prstDash val="solid"/>
              <a:headEnd type="triangle"/>
              <a:tailEnd type="triangle"/>
            </a:ln>
            <a:effectLst/>
          </p:spPr>
        </p:cxnSp>
        <p:cxnSp>
          <p:nvCxnSpPr>
            <p:cNvPr id="26" name="Straight Arrow Connector 25"/>
            <p:cNvCxnSpPr/>
            <p:nvPr/>
          </p:nvCxnSpPr>
          <p:spPr>
            <a:xfrm flipV="1">
              <a:off x="10058398" y="4090972"/>
              <a:ext cx="8000" cy="2314587"/>
            </a:xfrm>
            <a:prstGeom prst="straightConnector1">
              <a:avLst/>
            </a:prstGeom>
            <a:noFill/>
            <a:ln w="19050" cap="flat" cmpd="sng" algn="ctr">
              <a:solidFill>
                <a:srgbClr val="000000"/>
              </a:solidFill>
              <a:prstDash val="solid"/>
              <a:headEnd type="triangle"/>
              <a:tailEnd type="triangle"/>
            </a:ln>
            <a:effectLst/>
          </p:spPr>
        </p:cxnSp>
        <p:sp>
          <p:nvSpPr>
            <p:cNvPr id="27" name="Oval 26"/>
            <p:cNvSpPr/>
            <p:nvPr/>
          </p:nvSpPr>
          <p:spPr bwMode="auto">
            <a:xfrm>
              <a:off x="9148772" y="4391032"/>
              <a:ext cx="1824034" cy="1721045"/>
            </a:xfrm>
            <a:prstGeom prst="ellipse">
              <a:avLst/>
            </a:prstGeom>
            <a:noFill/>
            <a:ln w="19050" cap="flat" cmpd="sng" algn="ctr">
              <a:solidFill>
                <a:srgbClr val="000000"/>
              </a:solidFill>
              <a:prstDash val="dash"/>
              <a:headEnd type="none" w="med" len="med"/>
              <a:tailEnd type="none" w="med" len="med"/>
            </a:ln>
            <a:effectLst/>
          </p:spPr>
          <p:txBody>
            <a:bodyPr vert="horz" wrap="square" lIns="91436" tIns="45718" rIns="91436" bIns="45718" numCol="1" rtlCol="0" anchor="ctr" anchorCtr="0" compatLnSpc="1">
              <a:prstTxWarp prst="textNoShape">
                <a:avLst/>
              </a:prstTxWarp>
            </a:bodyPr>
            <a:lstStyle/>
            <a:p>
              <a:pPr marL="0" marR="0" lvl="0" indent="0" algn="ctr" defTabSz="914099" eaLnBrk="1" fontAlgn="base" latinLnBrk="0" hangingPunct="1">
                <a:lnSpc>
                  <a:spcPct val="100000"/>
                </a:lnSpc>
                <a:spcBef>
                  <a:spcPct val="0"/>
                </a:spcBef>
                <a:spcAft>
                  <a:spcPct val="0"/>
                </a:spcAft>
                <a:buClrTx/>
                <a:buSzTx/>
                <a:buFontTx/>
                <a:buNone/>
                <a:tabLst/>
                <a:defRPr/>
              </a:pPr>
              <a:endParaRPr kumimoji="0" lang="en-US" sz="23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
          <p:nvSpPr>
            <p:cNvPr id="28" name="TextBox 27"/>
            <p:cNvSpPr txBox="1"/>
            <p:nvPr/>
          </p:nvSpPr>
          <p:spPr>
            <a:xfrm>
              <a:off x="10048624" y="5228969"/>
              <a:ext cx="432686" cy="220113"/>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Cambria" panose="02040503050406030204"/>
                </a:rPr>
                <a:t>cos</a:t>
              </a:r>
              <a:r>
                <a:rPr kumimoji="0" lang="el-GR" sz="1000" b="0" i="0"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ω</a:t>
              </a:r>
              <a:r>
                <a:rPr kumimoji="0" lang="en-US" sz="1000" b="0" i="0"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t</a:t>
              </a:r>
              <a:endParaRPr kumimoji="0" lang="en-US" sz="1000" b="0" i="0"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endParaRPr>
            </a:p>
          </p:txBody>
        </p:sp>
        <p:cxnSp>
          <p:nvCxnSpPr>
            <p:cNvPr id="29" name="Straight Arrow Connector 28"/>
            <p:cNvCxnSpPr/>
            <p:nvPr/>
          </p:nvCxnSpPr>
          <p:spPr>
            <a:xfrm flipV="1">
              <a:off x="10061635" y="4557713"/>
              <a:ext cx="525402" cy="696802"/>
            </a:xfrm>
            <a:prstGeom prst="straightConnector1">
              <a:avLst/>
            </a:prstGeom>
            <a:noFill/>
            <a:ln w="25400" cap="flat" cmpd="sng" algn="ctr">
              <a:solidFill>
                <a:srgbClr val="FF0000"/>
              </a:solidFill>
              <a:prstDash val="solid"/>
              <a:tailEnd type="triangle"/>
            </a:ln>
            <a:effectLst/>
          </p:spPr>
        </p:cxnSp>
        <p:sp>
          <p:nvSpPr>
            <p:cNvPr id="30" name="TextBox 29"/>
            <p:cNvSpPr txBox="1"/>
            <p:nvPr/>
          </p:nvSpPr>
          <p:spPr>
            <a:xfrm>
              <a:off x="11427635" y="5121306"/>
              <a:ext cx="367824" cy="220113"/>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Cambria" panose="02040503050406030204"/>
                </a:rPr>
                <a:t>Real</a:t>
              </a:r>
            </a:p>
          </p:txBody>
        </p:sp>
        <p:sp>
          <p:nvSpPr>
            <p:cNvPr id="35" name="TextBox 34"/>
            <p:cNvSpPr txBox="1"/>
            <p:nvPr/>
          </p:nvSpPr>
          <p:spPr>
            <a:xfrm>
              <a:off x="10290051" y="4956458"/>
              <a:ext cx="327334" cy="253916"/>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err="1">
                  <a:ln>
                    <a:noFill/>
                  </a:ln>
                  <a:solidFill>
                    <a:srgbClr val="000000"/>
                  </a:solidFill>
                  <a:effectLst/>
                  <a:uLnTx/>
                  <a:uFillTx/>
                  <a:latin typeface="Arial" panose="020B0604020202020204" pitchFamily="34" charset="0"/>
                  <a:cs typeface="Arial" panose="020B0604020202020204" pitchFamily="34" charset="0"/>
                </a:rPr>
                <a:t>ωt</a:t>
              </a:r>
              <a:endParaRPr kumimoji="0" lang="en-US" sz="1050" b="0" i="0" u="none" strike="noStrike" kern="0" cap="none" spc="0" normalizeH="0" baseline="0" noProof="0">
                <a:ln>
                  <a:noFill/>
                </a:ln>
                <a:solidFill>
                  <a:srgbClr val="000000"/>
                </a:solidFill>
                <a:effectLst/>
                <a:uLnTx/>
                <a:uFillTx/>
                <a:latin typeface="Arial" charset="0"/>
              </a:endParaRPr>
            </a:p>
          </p:txBody>
        </p:sp>
        <p:sp>
          <p:nvSpPr>
            <p:cNvPr id="36" name="Arc 35"/>
            <p:cNvSpPr/>
            <p:nvPr/>
          </p:nvSpPr>
          <p:spPr>
            <a:xfrm rot="749254">
              <a:off x="10041776" y="5038724"/>
              <a:ext cx="312762" cy="361950"/>
            </a:xfrm>
            <a:prstGeom prst="arc">
              <a:avLst/>
            </a:prstGeom>
            <a:noFill/>
            <a:ln w="9525" cap="flat" cmpd="sng" algn="ctr">
              <a:solidFill>
                <a:srgbClr val="FFC000">
                  <a:lumMod val="50000"/>
                </a:srgbClr>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mbria" panose="02040503050406030204"/>
                <a:ea typeface="+mn-ea"/>
                <a:cs typeface="+mn-cs"/>
              </a:endParaRPr>
            </a:p>
          </p:txBody>
        </p:sp>
        <p:cxnSp>
          <p:nvCxnSpPr>
            <p:cNvPr id="37" name="Straight Arrow Connector 36"/>
            <p:cNvCxnSpPr/>
            <p:nvPr/>
          </p:nvCxnSpPr>
          <p:spPr>
            <a:xfrm>
              <a:off x="10066119" y="5248264"/>
              <a:ext cx="530444" cy="0"/>
            </a:xfrm>
            <a:prstGeom prst="straightConnector1">
              <a:avLst/>
            </a:prstGeom>
            <a:noFill/>
            <a:ln w="25400" cap="flat" cmpd="sng" algn="ctr">
              <a:solidFill>
                <a:srgbClr val="050595">
                  <a:lumMod val="60000"/>
                  <a:lumOff val="40000"/>
                </a:srgbClr>
              </a:solidFill>
              <a:prstDash val="solid"/>
              <a:tailEnd type="triangle"/>
            </a:ln>
            <a:effectLst/>
          </p:spPr>
        </p:cxnSp>
        <p:cxnSp>
          <p:nvCxnSpPr>
            <p:cNvPr id="38" name="Straight Connector 37"/>
            <p:cNvCxnSpPr/>
            <p:nvPr/>
          </p:nvCxnSpPr>
          <p:spPr>
            <a:xfrm>
              <a:off x="10596563" y="4557713"/>
              <a:ext cx="0" cy="690551"/>
            </a:xfrm>
            <a:prstGeom prst="line">
              <a:avLst/>
            </a:prstGeom>
            <a:noFill/>
            <a:ln w="9525" cap="flat" cmpd="sng" algn="ctr">
              <a:solidFill>
                <a:srgbClr val="000000"/>
              </a:solidFill>
              <a:prstDash val="dash"/>
            </a:ln>
            <a:effectLst/>
          </p:spPr>
        </p:cxnSp>
        <p:cxnSp>
          <p:nvCxnSpPr>
            <p:cNvPr id="40" name="Straight Arrow Connector 39"/>
            <p:cNvCxnSpPr/>
            <p:nvPr/>
          </p:nvCxnSpPr>
          <p:spPr>
            <a:xfrm flipV="1">
              <a:off x="10059064" y="4560801"/>
              <a:ext cx="7054" cy="695516"/>
            </a:xfrm>
            <a:prstGeom prst="straightConnector1">
              <a:avLst/>
            </a:prstGeom>
            <a:noFill/>
            <a:ln w="25400" cap="flat" cmpd="sng" algn="ctr">
              <a:solidFill>
                <a:srgbClr val="7D3DA1">
                  <a:lumMod val="75000"/>
                </a:srgbClr>
              </a:solidFill>
              <a:prstDash val="solid"/>
              <a:tailEnd type="triangle"/>
            </a:ln>
            <a:effectLst/>
          </p:spPr>
        </p:cxnSp>
        <p:cxnSp>
          <p:nvCxnSpPr>
            <p:cNvPr id="42" name="Straight Connector 41"/>
            <p:cNvCxnSpPr/>
            <p:nvPr/>
          </p:nvCxnSpPr>
          <p:spPr>
            <a:xfrm>
              <a:off x="10055620" y="4556038"/>
              <a:ext cx="540943" cy="0"/>
            </a:xfrm>
            <a:prstGeom prst="line">
              <a:avLst/>
            </a:prstGeom>
            <a:noFill/>
            <a:ln w="9525" cap="flat" cmpd="sng" algn="ctr">
              <a:solidFill>
                <a:srgbClr val="000000"/>
              </a:solidFill>
              <a:prstDash val="dash"/>
            </a:ln>
            <a:effectLst/>
          </p:spPr>
        </p:cxnSp>
        <p:sp>
          <p:nvSpPr>
            <p:cNvPr id="43" name="TextBox 42"/>
            <p:cNvSpPr txBox="1"/>
            <p:nvPr/>
          </p:nvSpPr>
          <p:spPr>
            <a:xfrm>
              <a:off x="9708185" y="3886815"/>
              <a:ext cx="652948" cy="220113"/>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Cambria" panose="02040503050406030204"/>
                </a:rPr>
                <a:t>Imaginary</a:t>
              </a:r>
            </a:p>
          </p:txBody>
        </p:sp>
        <p:sp>
          <p:nvSpPr>
            <p:cNvPr id="45" name="TextBox 44"/>
            <p:cNvSpPr txBox="1"/>
            <p:nvPr/>
          </p:nvSpPr>
          <p:spPr>
            <a:xfrm>
              <a:off x="9694180" y="4745261"/>
              <a:ext cx="416471" cy="220113"/>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Cambria" panose="02040503050406030204"/>
                </a:rPr>
                <a:t>sin</a:t>
              </a:r>
              <a:r>
                <a:rPr kumimoji="0" lang="el-GR" sz="1000" b="0" i="0"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ω</a:t>
              </a:r>
              <a:r>
                <a:rPr kumimoji="0" lang="en-US" sz="1000" b="0" i="0"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t</a:t>
              </a:r>
              <a:endParaRPr kumimoji="0" lang="en-US" sz="1000" b="0" i="0"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endParaRPr>
            </a:p>
          </p:txBody>
        </p:sp>
        <p:sp>
          <p:nvSpPr>
            <p:cNvPr id="46" name="TextBox 45"/>
            <p:cNvSpPr txBox="1"/>
            <p:nvPr/>
          </p:nvSpPr>
          <p:spPr>
            <a:xfrm>
              <a:off x="10132129" y="4690454"/>
              <a:ext cx="264816" cy="246221"/>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A</a:t>
              </a:r>
              <a:endParaRPr kumimoji="0" lang="en-US" sz="1000" b="0" i="0"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47" name="TextBox 46"/>
                <p:cNvSpPr txBox="1"/>
                <p:nvPr/>
              </p:nvSpPr>
              <p:spPr>
                <a:xfrm>
                  <a:off x="10244932" y="4135157"/>
                  <a:ext cx="1380379" cy="217723"/>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sz="10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A</m:t>
                        </m:r>
                        <m:sSup>
                          <m:sSupPr>
                            <m:ctrlPr>
                              <a:rPr kumimoji="0" lang="en-US" sz="10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ctrlPr>
                          </m:sSupPr>
                          <m:e>
                            <m:r>
                              <m:rPr>
                                <m:sty m:val="p"/>
                              </m:rPr>
                              <a:rPr kumimoji="0" lang="en-US" sz="10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e</m:t>
                            </m:r>
                          </m:e>
                          <m:sup>
                            <m:r>
                              <m:rPr>
                                <m:sty m:val="p"/>
                              </m:rPr>
                              <a:rPr kumimoji="0" lang="en-US" sz="10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jωt</m:t>
                            </m:r>
                          </m:sup>
                        </m:sSup>
                        <m:r>
                          <a:rPr kumimoji="0" lang="en-US" sz="10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m:t>
                        </m:r>
                        <m:r>
                          <m:rPr>
                            <m:sty m:val="p"/>
                          </m:rPr>
                          <a:rPr kumimoji="0" lang="en-US" sz="10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Acosωt</m:t>
                        </m:r>
                        <m:r>
                          <a:rPr kumimoji="0" lang="en-US" sz="10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m:t>
                        </m:r>
                        <m:r>
                          <m:rPr>
                            <m:sty m:val="p"/>
                          </m:rPr>
                          <a:rPr kumimoji="0" lang="en-US" sz="10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jAsinωt</m:t>
                        </m:r>
                      </m:oMath>
                    </m:oMathPara>
                  </a14:m>
                  <a:endParaRPr kumimoji="0" lang="en-US" sz="1000" b="0" i="0"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endParaRPr>
                </a:p>
              </p:txBody>
            </p:sp>
          </mc:Choice>
          <mc:Fallback xmlns="">
            <p:sp>
              <p:nvSpPr>
                <p:cNvPr id="52" name="TextBox 51"/>
                <p:cNvSpPr txBox="1">
                  <a:spLocks noRot="1" noChangeAspect="1" noMove="1" noResize="1" noEditPoints="1" noAdjustHandles="1" noChangeArrowheads="1" noChangeShapeType="1" noTextEdit="1"/>
                </p:cNvSpPr>
                <p:nvPr/>
              </p:nvSpPr>
              <p:spPr>
                <a:xfrm>
                  <a:off x="10244932" y="4135157"/>
                  <a:ext cx="1380379" cy="217723"/>
                </a:xfrm>
                <a:prstGeom prst="rect">
                  <a:avLst/>
                </a:prstGeom>
                <a:blipFill rotWithShape="0">
                  <a:blip r:embed="rId3"/>
                  <a:stretch>
                    <a:fillRect b="-2439"/>
                  </a:stretch>
                </a:blipFill>
              </p:spPr>
              <p:txBody>
                <a:bodyPr/>
                <a:lstStyle/>
                <a:p>
                  <a:r>
                    <a:rPr lang="en-US">
                      <a:noFill/>
                    </a:rPr>
                    <a:t> </a:t>
                  </a:r>
                </a:p>
              </p:txBody>
            </p:sp>
          </mc:Fallback>
        </mc:AlternateContent>
        <p:sp>
          <p:nvSpPr>
            <p:cNvPr id="48" name="Freeform 47"/>
            <p:cNvSpPr/>
            <p:nvPr/>
          </p:nvSpPr>
          <p:spPr bwMode="auto">
            <a:xfrm>
              <a:off x="9324975" y="4410075"/>
              <a:ext cx="571500" cy="333375"/>
            </a:xfrm>
            <a:custGeom>
              <a:avLst/>
              <a:gdLst>
                <a:gd name="connsiteX0" fmla="*/ 571500 w 571500"/>
                <a:gd name="connsiteY0" fmla="*/ 0 h 333375"/>
                <a:gd name="connsiteX1" fmla="*/ 452438 w 571500"/>
                <a:gd name="connsiteY1" fmla="*/ 23813 h 333375"/>
                <a:gd name="connsiteX2" fmla="*/ 309563 w 571500"/>
                <a:gd name="connsiteY2" fmla="*/ 85725 h 333375"/>
                <a:gd name="connsiteX3" fmla="*/ 157163 w 571500"/>
                <a:gd name="connsiteY3" fmla="*/ 176213 h 333375"/>
                <a:gd name="connsiteX4" fmla="*/ 0 w 571500"/>
                <a:gd name="connsiteY4" fmla="*/ 319088 h 333375"/>
                <a:gd name="connsiteX5" fmla="*/ 0 w 571500"/>
                <a:gd name="connsiteY5" fmla="*/ 319088 h 333375"/>
                <a:gd name="connsiteX6" fmla="*/ 0 w 571500"/>
                <a:gd name="connsiteY6" fmla="*/ 319088 h 333375"/>
                <a:gd name="connsiteX7" fmla="*/ 4763 w 571500"/>
                <a:gd name="connsiteY7" fmla="*/ 328613 h 333375"/>
                <a:gd name="connsiteX8" fmla="*/ 0 w 571500"/>
                <a:gd name="connsiteY8"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500" h="333375">
                  <a:moveTo>
                    <a:pt x="571500" y="0"/>
                  </a:moveTo>
                  <a:cubicBezTo>
                    <a:pt x="533797" y="4763"/>
                    <a:pt x="496094" y="9526"/>
                    <a:pt x="452438" y="23813"/>
                  </a:cubicBezTo>
                  <a:cubicBezTo>
                    <a:pt x="408782" y="38100"/>
                    <a:pt x="358775" y="60325"/>
                    <a:pt x="309563" y="85725"/>
                  </a:cubicBezTo>
                  <a:cubicBezTo>
                    <a:pt x="260351" y="111125"/>
                    <a:pt x="208757" y="137319"/>
                    <a:pt x="157163" y="176213"/>
                  </a:cubicBezTo>
                  <a:cubicBezTo>
                    <a:pt x="105569" y="215107"/>
                    <a:pt x="0" y="319088"/>
                    <a:pt x="0" y="319088"/>
                  </a:cubicBezTo>
                  <a:lnTo>
                    <a:pt x="0" y="319088"/>
                  </a:lnTo>
                  <a:lnTo>
                    <a:pt x="0" y="319088"/>
                  </a:lnTo>
                  <a:cubicBezTo>
                    <a:pt x="794" y="320675"/>
                    <a:pt x="4763" y="326232"/>
                    <a:pt x="4763" y="328613"/>
                  </a:cubicBezTo>
                  <a:cubicBezTo>
                    <a:pt x="4763" y="330994"/>
                    <a:pt x="2381" y="332184"/>
                    <a:pt x="0" y="333375"/>
                  </a:cubicBezTo>
                </a:path>
              </a:pathLst>
            </a:custGeom>
            <a:noFill/>
            <a:ln>
              <a:noFill/>
              <a:headEnd type="none" w="med" len="med"/>
              <a:tailEnd type="none" w="med" len="med"/>
            </a:ln>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rgbClr val="3497AE">
                  <a:satMod val="300000"/>
                </a:srgbClr>
              </a:contourClr>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mbria" panose="02040503050406030204"/>
                <a:ea typeface="+mn-ea"/>
                <a:cs typeface="+mn-cs"/>
              </a:endParaRPr>
            </a:p>
          </p:txBody>
        </p:sp>
        <p:cxnSp>
          <p:nvCxnSpPr>
            <p:cNvPr id="53" name="Straight Arrow Connector 52"/>
            <p:cNvCxnSpPr/>
            <p:nvPr/>
          </p:nvCxnSpPr>
          <p:spPr>
            <a:xfrm flipH="1">
              <a:off x="9295670" y="4711936"/>
              <a:ext cx="52387" cy="68220"/>
            </a:xfrm>
            <a:prstGeom prst="straightConnector1">
              <a:avLst/>
            </a:prstGeom>
            <a:noFill/>
            <a:ln w="25400" cap="flat" cmpd="sng" algn="ctr">
              <a:solidFill>
                <a:srgbClr val="000000"/>
              </a:solidFill>
              <a:prstDash val="solid"/>
              <a:tailEnd type="triangle"/>
            </a:ln>
            <a:effectLst/>
          </p:spPr>
        </p:cxnSp>
        <mc:AlternateContent xmlns:mc="http://schemas.openxmlformats.org/markup-compatibility/2006" xmlns:a14="http://schemas.microsoft.com/office/drawing/2010/main">
          <mc:Choice Requires="a14">
            <p:sp>
              <p:nvSpPr>
                <p:cNvPr id="54" name="TextBox 53"/>
                <p:cNvSpPr txBox="1"/>
                <p:nvPr/>
              </p:nvSpPr>
              <p:spPr>
                <a:xfrm>
                  <a:off x="9046012" y="4498130"/>
                  <a:ext cx="352982" cy="246221"/>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sz="10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ωt</m:t>
                        </m:r>
                      </m:oMath>
                    </m:oMathPara>
                  </a14:m>
                  <a:endParaRPr kumimoji="0" lang="en-US" sz="1000" b="0" i="0" u="none" strike="noStrike" kern="0" cap="none" spc="0" normalizeH="0" baseline="0" noProof="0">
                    <a:ln>
                      <a:noFill/>
                    </a:ln>
                    <a:solidFill>
                      <a:srgbClr val="FFFFFF"/>
                    </a:solidFill>
                    <a:effectLst/>
                    <a:uLnTx/>
                    <a:uFillTx/>
                    <a:latin typeface="Arial" charset="0"/>
                  </a:endParaRPr>
                </a:p>
              </p:txBody>
            </p:sp>
          </mc:Choice>
          <mc:Fallback xmlns="">
            <p:sp>
              <p:nvSpPr>
                <p:cNvPr id="61" name="TextBox 60"/>
                <p:cNvSpPr txBox="1">
                  <a:spLocks noRot="1" noChangeAspect="1" noMove="1" noResize="1" noEditPoints="1" noAdjustHandles="1" noChangeArrowheads="1" noChangeShapeType="1" noTextEdit="1"/>
                </p:cNvSpPr>
                <p:nvPr/>
              </p:nvSpPr>
              <p:spPr>
                <a:xfrm>
                  <a:off x="9046012" y="4498130"/>
                  <a:ext cx="352982" cy="246221"/>
                </a:xfrm>
                <a:prstGeom prst="rect">
                  <a:avLst/>
                </a:prstGeom>
                <a:blipFill rotWithShape="0">
                  <a:blip r:embed="rId4"/>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3302087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9" end="9"/>
                                            </p:txEl>
                                          </p:spTgt>
                                        </p:tgtEl>
                                        <p:attrNameLst>
                                          <p:attrName>style.visibility</p:attrName>
                                        </p:attrNameLst>
                                      </p:cBhvr>
                                      <p:to>
                                        <p:strVal val="visible"/>
                                      </p:to>
                                    </p:set>
                                    <p:anim calcmode="lin" valueType="num">
                                      <p:cBhvr additive="base">
                                        <p:cTn id="7"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9" end="9"/>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12" end="12"/>
                                            </p:txEl>
                                          </p:spTgt>
                                        </p:tgtEl>
                                        <p:attrNameLst>
                                          <p:attrName>style.visibility</p:attrName>
                                        </p:attrNameLst>
                                      </p:cBhvr>
                                      <p:to>
                                        <p:strVal val="visible"/>
                                      </p:to>
                                    </p:set>
                                    <p:anim calcmode="lin" valueType="num">
                                      <p:cBhvr additive="base">
                                        <p:cTn id="11" dur="500" fill="hold"/>
                                        <p:tgtEl>
                                          <p:spTgt spid="4">
                                            <p:txEl>
                                              <p:pRg st="12" end="1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2" end="1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15" end="15"/>
                                            </p:txEl>
                                          </p:spTgt>
                                        </p:tgtEl>
                                        <p:attrNameLst>
                                          <p:attrName>style.visibility</p:attrName>
                                        </p:attrNameLst>
                                      </p:cBhvr>
                                      <p:to>
                                        <p:strVal val="visible"/>
                                      </p:to>
                                    </p:set>
                                    <p:anim calcmode="lin" valueType="num">
                                      <p:cBhvr additive="base">
                                        <p:cTn id="15" dur="500" fill="hold"/>
                                        <p:tgtEl>
                                          <p:spTgt spid="4">
                                            <p:txEl>
                                              <p:pRg st="15" end="1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additive="base">
                                        <p:cTn id="21" dur="500" fill="hold"/>
                                        <p:tgtEl>
                                          <p:spTgt spid="24"/>
                                        </p:tgtEl>
                                        <p:attrNameLst>
                                          <p:attrName>ppt_x</p:attrName>
                                        </p:attrNameLst>
                                      </p:cBhvr>
                                      <p:tavLst>
                                        <p:tav tm="0">
                                          <p:val>
                                            <p:strVal val="#ppt_x"/>
                                          </p:val>
                                        </p:tav>
                                        <p:tav tm="100000">
                                          <p:val>
                                            <p:strVal val="#ppt_x"/>
                                          </p:val>
                                        </p:tav>
                                      </p:tavLst>
                                    </p:anim>
                                    <p:anim calcmode="lin" valueType="num">
                                      <p:cBhvr additive="base">
                                        <p:cTn id="2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02011" y="86708"/>
            <a:ext cx="6903307" cy="533400"/>
          </a:xfrm>
        </p:spPr>
        <p:txBody>
          <a:bodyPr>
            <a:normAutofit fontScale="90000"/>
          </a:bodyPr>
          <a:lstStyle/>
          <a:p>
            <a:r>
              <a:rPr lang="en-US"/>
              <a:t>Some Useful Relationships</a:t>
            </a:r>
          </a:p>
        </p:txBody>
      </p:sp>
      <mc:AlternateContent xmlns:mc="http://schemas.openxmlformats.org/markup-compatibility/2006" xmlns:a14="http://schemas.microsoft.com/office/drawing/2010/main">
        <mc:Choice Requires="a14">
          <p:sp>
            <p:nvSpPr>
              <p:cNvPr id="4" name="TextBox 3"/>
              <p:cNvSpPr txBox="1"/>
              <p:nvPr/>
            </p:nvSpPr>
            <p:spPr>
              <a:xfrm>
                <a:off x="951787" y="877610"/>
                <a:ext cx="10222524" cy="5476243"/>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altLang="en-US" sz="2000">
                    <a:solidFill>
                      <a:schemeClr val="bg1"/>
                    </a:solidFill>
                    <a:latin typeface="Cambria Math" panose="02040503050406030204" pitchFamily="18" charset="0"/>
                    <a:ea typeface="Cambria Math" panose="02040503050406030204" pitchFamily="18" charset="0"/>
                    <a:cs typeface="Arial" panose="020B0604020202020204" pitchFamily="34" charset="0"/>
                  </a:rPr>
                  <a:t>cos(-</a:t>
                </a:r>
                <a14:m>
                  <m:oMath xmlns:m="http://schemas.openxmlformats.org/officeDocument/2006/math">
                    <m:r>
                      <m:rPr>
                        <m:sty m:val="p"/>
                      </m:rPr>
                      <a:rPr lang="en-US" sz="2000" b="0" i="1">
                        <a:solidFill>
                          <a:schemeClr val="bg1"/>
                        </a:solidFill>
                        <a:latin typeface="Cambria Math" panose="02040503050406030204" pitchFamily="18" charset="0"/>
                        <a:ea typeface="Cambria Math" panose="02040503050406030204" pitchFamily="18" charset="0"/>
                      </a:rPr>
                      <m:t>θ</m:t>
                    </m:r>
                  </m:oMath>
                </a14:m>
                <a:r>
                  <a:rPr lang="en-US" altLang="en-US" sz="2000">
                    <a:solidFill>
                      <a:schemeClr val="bg1"/>
                    </a:solidFill>
                    <a:latin typeface="Cambria Math" panose="02040503050406030204" pitchFamily="18" charset="0"/>
                    <a:ea typeface="Cambria Math" panose="02040503050406030204" pitchFamily="18" charset="0"/>
                    <a:cs typeface="Arial" panose="020B0604020202020204" pitchFamily="34" charset="0"/>
                  </a:rPr>
                  <a:t>) = cos(</a:t>
                </a:r>
                <a14:m>
                  <m:oMath xmlns:m="http://schemas.openxmlformats.org/officeDocument/2006/math">
                    <m:r>
                      <m:rPr>
                        <m:sty m:val="p"/>
                      </m:rPr>
                      <a:rPr lang="en-US" sz="2000" b="0" i="1">
                        <a:solidFill>
                          <a:schemeClr val="bg1"/>
                        </a:solidFill>
                        <a:latin typeface="Cambria Math" panose="02040503050406030204" pitchFamily="18" charset="0"/>
                        <a:ea typeface="Cambria Math" panose="02040503050406030204" pitchFamily="18" charset="0"/>
                      </a:rPr>
                      <m:t>θ</m:t>
                    </m:r>
                  </m:oMath>
                </a14:m>
                <a:r>
                  <a:rPr lang="en-US" altLang="en-US" sz="2000">
                    <a:solidFill>
                      <a:schemeClr val="bg1"/>
                    </a:solidFill>
                    <a:latin typeface="Cambria Math" panose="02040503050406030204" pitchFamily="18" charset="0"/>
                    <a:ea typeface="Cambria Math" panose="02040503050406030204" pitchFamily="18" charset="0"/>
                    <a:cs typeface="Arial" panose="020B0604020202020204" pitchFamily="34" charset="0"/>
                  </a:rPr>
                  <a:t>). </a:t>
                </a:r>
              </a:p>
              <a:p>
                <a:pPr algn="ctr"/>
                <a:r>
                  <a:rPr lang="en-US" altLang="en-US" sz="2000">
                    <a:solidFill>
                      <a:schemeClr val="bg1"/>
                    </a:solidFill>
                    <a:latin typeface="Cambria Math" panose="02040503050406030204" pitchFamily="18" charset="0"/>
                    <a:ea typeface="Cambria Math" panose="02040503050406030204" pitchFamily="18" charset="0"/>
                    <a:cs typeface="Arial" panose="020B0604020202020204" pitchFamily="34" charset="0"/>
                  </a:rPr>
                  <a:t>sin(-</a:t>
                </a:r>
                <a14:m>
                  <m:oMath xmlns:m="http://schemas.openxmlformats.org/officeDocument/2006/math">
                    <m:r>
                      <m:rPr>
                        <m:sty m:val="p"/>
                      </m:rPr>
                      <a:rPr lang="en-US" sz="2000" b="0" i="1">
                        <a:solidFill>
                          <a:schemeClr val="bg1"/>
                        </a:solidFill>
                        <a:latin typeface="Cambria Math" panose="02040503050406030204" pitchFamily="18" charset="0"/>
                        <a:ea typeface="Cambria Math" panose="02040503050406030204" pitchFamily="18" charset="0"/>
                      </a:rPr>
                      <m:t>θ</m:t>
                    </m:r>
                  </m:oMath>
                </a14:m>
                <a:r>
                  <a:rPr lang="en-US" altLang="en-US" sz="2000">
                    <a:solidFill>
                      <a:schemeClr val="bg1"/>
                    </a:solidFill>
                    <a:latin typeface="Cambria Math" panose="02040503050406030204" pitchFamily="18" charset="0"/>
                    <a:ea typeface="Cambria Math" panose="02040503050406030204" pitchFamily="18" charset="0"/>
                    <a:cs typeface="Arial" panose="020B0604020202020204" pitchFamily="34" charset="0"/>
                  </a:rPr>
                  <a:t>) = -sin(</a:t>
                </a:r>
                <a14:m>
                  <m:oMath xmlns:m="http://schemas.openxmlformats.org/officeDocument/2006/math">
                    <m:r>
                      <m:rPr>
                        <m:sty m:val="p"/>
                      </m:rPr>
                      <a:rPr lang="en-US" sz="2000" b="0" i="1">
                        <a:solidFill>
                          <a:schemeClr val="bg1"/>
                        </a:solidFill>
                        <a:latin typeface="Cambria Math" panose="02040503050406030204" pitchFamily="18" charset="0"/>
                        <a:ea typeface="Cambria Math" panose="02040503050406030204" pitchFamily="18" charset="0"/>
                      </a:rPr>
                      <m:t>θ</m:t>
                    </m:r>
                  </m:oMath>
                </a14:m>
                <a:r>
                  <a:rPr lang="en-US" altLang="en-US" sz="2000">
                    <a:solidFill>
                      <a:schemeClr val="bg1"/>
                    </a:solidFill>
                    <a:latin typeface="Cambria Math" panose="02040503050406030204" pitchFamily="18" charset="0"/>
                    <a:ea typeface="Cambria Math" panose="02040503050406030204" pitchFamily="18" charset="0"/>
                    <a:cs typeface="Arial" panose="020B0604020202020204" pitchFamily="34" charset="0"/>
                  </a:rPr>
                  <a:t>).</a:t>
                </a:r>
              </a:p>
              <a:p>
                <a:pPr algn="ctr"/>
                <a:endParaRPr lang="en-US" altLang="en-US" sz="2000">
                  <a:solidFill>
                    <a:schemeClr val="bg1"/>
                  </a:solidFill>
                  <a:latin typeface="Cambria Math" panose="02040503050406030204" pitchFamily="18" charset="0"/>
                  <a:ea typeface="Cambria Math" panose="02040503050406030204" pitchFamily="18" charset="0"/>
                  <a:cs typeface="Arial" panose="020B0604020202020204" pitchFamily="34" charset="0"/>
                </a:endParaRPr>
              </a:p>
              <a:p>
                <a:pPr algn="ctr"/>
                <a:r>
                  <a:rPr lang="en-US" altLang="en-US" sz="2000">
                    <a:solidFill>
                      <a:schemeClr val="bg1"/>
                    </a:solidFill>
                    <a:latin typeface="Cambria Math" panose="02040503050406030204" pitchFamily="18" charset="0"/>
                    <a:ea typeface="Cambria Math" panose="02040503050406030204" pitchFamily="18" charset="0"/>
                    <a:cs typeface="Arial" panose="020B0604020202020204" pitchFamily="34" charset="0"/>
                  </a:rPr>
                  <a:t>sin(</a:t>
                </a:r>
                <a14:m>
                  <m:oMath xmlns:m="http://schemas.openxmlformats.org/officeDocument/2006/math">
                    <m:r>
                      <m:rPr>
                        <m:sty m:val="p"/>
                      </m:rPr>
                      <a:rPr lang="en-US" sz="2000" b="0" i="1">
                        <a:solidFill>
                          <a:schemeClr val="bg1"/>
                        </a:solidFill>
                        <a:latin typeface="Cambria Math" panose="02040503050406030204" pitchFamily="18" charset="0"/>
                        <a:ea typeface="Cambria Math" panose="02040503050406030204" pitchFamily="18" charset="0"/>
                      </a:rPr>
                      <m:t>θ</m:t>
                    </m:r>
                  </m:oMath>
                </a14:m>
                <a:r>
                  <a:rPr lang="en-US" altLang="en-US" sz="2000">
                    <a:solidFill>
                      <a:schemeClr val="bg1"/>
                    </a:solidFill>
                    <a:latin typeface="Cambria Math" panose="02040503050406030204" pitchFamily="18" charset="0"/>
                    <a:ea typeface="Cambria Math" panose="02040503050406030204" pitchFamily="18" charset="0"/>
                    <a:cs typeface="Arial" panose="020B0604020202020204" pitchFamily="34" charset="0"/>
                  </a:rPr>
                  <a:t>) = cos(</a:t>
                </a:r>
                <a:r>
                  <a:rPr lang="el-GR" altLang="en-US" sz="2000">
                    <a:solidFill>
                      <a:schemeClr val="bg1"/>
                    </a:solidFill>
                    <a:latin typeface="Cambria Math" panose="02040503050406030204" pitchFamily="18" charset="0"/>
                    <a:ea typeface="Cambria Math" panose="02040503050406030204" pitchFamily="18" charset="0"/>
                    <a:cs typeface="Arial" panose="020B0604020202020204" pitchFamily="34" charset="0"/>
                  </a:rPr>
                  <a:t>π</a:t>
                </a:r>
                <a:r>
                  <a:rPr lang="en-US" altLang="en-US" sz="2000">
                    <a:solidFill>
                      <a:schemeClr val="bg1"/>
                    </a:solidFill>
                    <a:latin typeface="Cambria Math" panose="02040503050406030204" pitchFamily="18" charset="0"/>
                    <a:ea typeface="Cambria Math" panose="02040503050406030204" pitchFamily="18" charset="0"/>
                    <a:cs typeface="Arial" panose="020B0604020202020204" pitchFamily="34" charset="0"/>
                  </a:rPr>
                  <a:t>/2 - </a:t>
                </a:r>
                <a14:m>
                  <m:oMath xmlns:m="http://schemas.openxmlformats.org/officeDocument/2006/math">
                    <m:r>
                      <m:rPr>
                        <m:sty m:val="p"/>
                      </m:rPr>
                      <a:rPr lang="en-US" sz="2000" b="0" i="1">
                        <a:solidFill>
                          <a:schemeClr val="bg1"/>
                        </a:solidFill>
                        <a:latin typeface="Cambria Math" panose="02040503050406030204" pitchFamily="18" charset="0"/>
                        <a:ea typeface="Cambria Math" panose="02040503050406030204" pitchFamily="18" charset="0"/>
                      </a:rPr>
                      <m:t>θ</m:t>
                    </m:r>
                  </m:oMath>
                </a14:m>
                <a:r>
                  <a:rPr lang="en-US" altLang="en-US" sz="2000">
                    <a:solidFill>
                      <a:schemeClr val="bg1"/>
                    </a:solidFill>
                    <a:latin typeface="Cambria Math" panose="02040503050406030204" pitchFamily="18" charset="0"/>
                    <a:ea typeface="Cambria Math" panose="02040503050406030204" pitchFamily="18" charset="0"/>
                    <a:cs typeface="Arial" panose="020B0604020202020204" pitchFamily="34" charset="0"/>
                  </a:rPr>
                  <a:t>) = cos(</a:t>
                </a:r>
                <a14:m>
                  <m:oMath xmlns:m="http://schemas.openxmlformats.org/officeDocument/2006/math">
                    <m:r>
                      <m:rPr>
                        <m:sty m:val="p"/>
                      </m:rPr>
                      <a:rPr lang="en-US" sz="2000" b="0" i="1">
                        <a:solidFill>
                          <a:schemeClr val="bg1"/>
                        </a:solidFill>
                        <a:latin typeface="Cambria Math" panose="02040503050406030204" pitchFamily="18" charset="0"/>
                        <a:ea typeface="Cambria Math" panose="02040503050406030204" pitchFamily="18" charset="0"/>
                      </a:rPr>
                      <m:t>θ</m:t>
                    </m:r>
                  </m:oMath>
                </a14:m>
                <a:r>
                  <a:rPr lang="en-US" altLang="en-US" sz="2000">
                    <a:solidFill>
                      <a:schemeClr val="bg1"/>
                    </a:solidFill>
                    <a:latin typeface="Cambria Math" panose="02040503050406030204" pitchFamily="18" charset="0"/>
                    <a:ea typeface="Cambria Math" panose="02040503050406030204" pitchFamily="18" charset="0"/>
                    <a:cs typeface="Arial" panose="020B0604020202020204" pitchFamily="34" charset="0"/>
                  </a:rPr>
                  <a:t> - </a:t>
                </a:r>
                <a:r>
                  <a:rPr lang="el-GR" altLang="en-US" sz="2000">
                    <a:solidFill>
                      <a:schemeClr val="bg1"/>
                    </a:solidFill>
                    <a:latin typeface="Cambria Math" panose="02040503050406030204" pitchFamily="18" charset="0"/>
                    <a:ea typeface="Cambria Math" panose="02040503050406030204" pitchFamily="18" charset="0"/>
                    <a:cs typeface="Arial" panose="020B0604020202020204" pitchFamily="34" charset="0"/>
                  </a:rPr>
                  <a:t>π</a:t>
                </a:r>
                <a:r>
                  <a:rPr lang="en-US" altLang="en-US" sz="2000">
                    <a:solidFill>
                      <a:schemeClr val="bg1"/>
                    </a:solidFill>
                    <a:latin typeface="Cambria Math" panose="02040503050406030204" pitchFamily="18" charset="0"/>
                    <a:ea typeface="Cambria Math" panose="02040503050406030204" pitchFamily="18" charset="0"/>
                    <a:cs typeface="Arial" panose="020B0604020202020204" pitchFamily="34" charset="0"/>
                  </a:rPr>
                  <a:t>/2).</a:t>
                </a:r>
              </a:p>
              <a:p>
                <a:pPr algn="ctr"/>
                <a:endParaRPr lang="en-US" altLang="en-US" sz="2000">
                  <a:solidFill>
                    <a:schemeClr val="bg1"/>
                  </a:solidFill>
                  <a:latin typeface="Cambria Math" panose="02040503050406030204" pitchFamily="18" charset="0"/>
                  <a:ea typeface="Cambria Math" panose="02040503050406030204" pitchFamily="18" charset="0"/>
                  <a:cs typeface="Arial" panose="020B0604020202020204" pitchFamily="34" charset="0"/>
                </a:endParaRPr>
              </a:p>
              <a:p>
                <a:pPr algn="ctr"/>
                <a14:m>
                  <m:oMath xmlns:m="http://schemas.openxmlformats.org/officeDocument/2006/math">
                    <m:sSup>
                      <m:sSupPr>
                        <m:ctrlPr>
                          <a:rPr lang="en-US" sz="2000" i="1" smtClean="0">
                            <a:solidFill>
                              <a:schemeClr val="bg1"/>
                            </a:solidFill>
                            <a:latin typeface="Cambria Math" panose="02040503050406030204" pitchFamily="18" charset="0"/>
                          </a:rPr>
                        </m:ctrlPr>
                      </m:sSupPr>
                      <m:e>
                        <m:r>
                          <m:rPr>
                            <m:sty m:val="p"/>
                          </m:rPr>
                          <a:rPr lang="en-US" sz="2000" b="0" i="0">
                            <a:solidFill>
                              <a:schemeClr val="bg1"/>
                            </a:solidFill>
                            <a:latin typeface="Cambria Math" panose="02040503050406030204" pitchFamily="18" charset="0"/>
                          </a:rPr>
                          <m:t>e</m:t>
                        </m:r>
                      </m:e>
                      <m:sup>
                        <m:r>
                          <m:rPr>
                            <m:sty m:val="p"/>
                          </m:rPr>
                          <a:rPr lang="en-US" sz="2000" b="0" i="0">
                            <a:solidFill>
                              <a:schemeClr val="bg1"/>
                            </a:solidFill>
                            <a:latin typeface="Cambria Math" panose="02040503050406030204" pitchFamily="18" charset="0"/>
                          </a:rPr>
                          <m:t>j</m:t>
                        </m:r>
                        <m:r>
                          <m:rPr>
                            <m:sty m:val="p"/>
                          </m:rPr>
                          <a:rPr lang="en-US" sz="2000" b="0" i="0" smtClean="0">
                            <a:solidFill>
                              <a:schemeClr val="bg1"/>
                            </a:solidFill>
                            <a:latin typeface="Cambria Math" panose="02040503050406030204" pitchFamily="18" charset="0"/>
                            <a:ea typeface="Cambria Math" panose="02040503050406030204" pitchFamily="18" charset="0"/>
                          </a:rPr>
                          <m:t>θ</m:t>
                        </m:r>
                      </m:sup>
                    </m:sSup>
                    <m:r>
                      <a:rPr lang="en-US" sz="2000" b="0" i="0">
                        <a:solidFill>
                          <a:schemeClr val="bg1"/>
                        </a:solidFill>
                        <a:latin typeface="Cambria Math" panose="02040503050406030204" pitchFamily="18" charset="0"/>
                      </a:rPr>
                      <m:t>=</m:t>
                    </m:r>
                    <m:func>
                      <m:funcPr>
                        <m:ctrlPr>
                          <a:rPr lang="en-US" sz="2000" i="1">
                            <a:solidFill>
                              <a:schemeClr val="bg1"/>
                            </a:solidFill>
                            <a:latin typeface="Cambria Math" panose="02040503050406030204" pitchFamily="18" charset="0"/>
                          </a:rPr>
                        </m:ctrlPr>
                      </m:funcPr>
                      <m:fName>
                        <m:r>
                          <m:rPr>
                            <m:sty m:val="p"/>
                          </m:rPr>
                          <a:rPr lang="en-US" sz="2000" b="0" i="0">
                            <a:solidFill>
                              <a:schemeClr val="bg1"/>
                            </a:solidFill>
                            <a:latin typeface="Cambria Math" panose="02040503050406030204" pitchFamily="18" charset="0"/>
                          </a:rPr>
                          <m:t>cos</m:t>
                        </m:r>
                      </m:fName>
                      <m:e>
                        <m:d>
                          <m:dPr>
                            <m:ctrlPr>
                              <a:rPr lang="en-US" sz="2000" i="1">
                                <a:solidFill>
                                  <a:schemeClr val="bg1"/>
                                </a:solidFill>
                                <a:latin typeface="Cambria Math" panose="02040503050406030204" pitchFamily="18" charset="0"/>
                              </a:rPr>
                            </m:ctrlPr>
                          </m:dPr>
                          <m:e>
                            <m:r>
                              <m:rPr>
                                <m:sty m:val="p"/>
                              </m:rPr>
                              <a:rPr lang="en-US" sz="2000" b="0" i="0">
                                <a:solidFill>
                                  <a:schemeClr val="bg1"/>
                                </a:solidFill>
                                <a:latin typeface="Cambria Math" panose="02040503050406030204" pitchFamily="18" charset="0"/>
                                <a:ea typeface="Cambria Math" panose="02040503050406030204" pitchFamily="18" charset="0"/>
                              </a:rPr>
                              <m:t>θ</m:t>
                            </m:r>
                          </m:e>
                        </m:d>
                      </m:e>
                    </m:func>
                    <m:r>
                      <a:rPr lang="en-US" sz="2000" b="0" i="0">
                        <a:solidFill>
                          <a:schemeClr val="bg1"/>
                        </a:solidFill>
                        <a:latin typeface="Cambria Math" panose="02040503050406030204" pitchFamily="18" charset="0"/>
                      </a:rPr>
                      <m:t>+</m:t>
                    </m:r>
                    <m:func>
                      <m:funcPr>
                        <m:ctrlPr>
                          <a:rPr lang="en-US" sz="2000" i="1">
                            <a:solidFill>
                              <a:schemeClr val="bg1"/>
                            </a:solidFill>
                            <a:latin typeface="Cambria Math" panose="02040503050406030204" pitchFamily="18" charset="0"/>
                          </a:rPr>
                        </m:ctrlPr>
                      </m:funcPr>
                      <m:fName>
                        <m:r>
                          <m:rPr>
                            <m:sty m:val="p"/>
                          </m:rPr>
                          <a:rPr lang="en-US" sz="2000" b="0" i="0">
                            <a:solidFill>
                              <a:schemeClr val="bg1"/>
                            </a:solidFill>
                            <a:latin typeface="Cambria Math" panose="02040503050406030204" pitchFamily="18" charset="0"/>
                          </a:rPr>
                          <m:t>jsin</m:t>
                        </m:r>
                      </m:fName>
                      <m:e>
                        <m:d>
                          <m:dPr>
                            <m:ctrlPr>
                              <a:rPr lang="en-US" sz="2000" i="1">
                                <a:solidFill>
                                  <a:schemeClr val="bg1"/>
                                </a:solidFill>
                                <a:latin typeface="Cambria Math" panose="02040503050406030204" pitchFamily="18" charset="0"/>
                              </a:rPr>
                            </m:ctrlPr>
                          </m:dPr>
                          <m:e>
                            <m:r>
                              <m:rPr>
                                <m:sty m:val="p"/>
                              </m:rPr>
                              <a:rPr lang="en-US" sz="2000" b="0" i="0">
                                <a:solidFill>
                                  <a:schemeClr val="bg1"/>
                                </a:solidFill>
                                <a:latin typeface="Cambria Math" panose="02040503050406030204" pitchFamily="18" charset="0"/>
                                <a:ea typeface="Cambria Math" panose="02040503050406030204" pitchFamily="18" charset="0"/>
                              </a:rPr>
                              <m:t>θ</m:t>
                            </m:r>
                          </m:e>
                        </m:d>
                      </m:e>
                    </m:func>
                    <m:r>
                      <a:rPr lang="en-US" sz="2000" b="0" i="0" smtClean="0">
                        <a:solidFill>
                          <a:schemeClr val="bg1"/>
                        </a:solidFill>
                        <a:latin typeface="Cambria Math" panose="02040503050406030204" pitchFamily="18" charset="0"/>
                        <a:ea typeface="Cambria Math" panose="02040503050406030204" pitchFamily="18" charset="0"/>
                      </a:rPr>
                      <m:t>.   </m:t>
                    </m:r>
                    <m:sSup>
                      <m:sSupPr>
                        <m:ctrlPr>
                          <a:rPr lang="en-US" sz="2000" i="1" smtClean="0">
                            <a:solidFill>
                              <a:schemeClr val="bg1"/>
                            </a:solidFill>
                            <a:latin typeface="Cambria Math" panose="02040503050406030204" pitchFamily="18" charset="0"/>
                          </a:rPr>
                        </m:ctrlPr>
                      </m:sSupPr>
                      <m:e>
                        <m:r>
                          <m:rPr>
                            <m:sty m:val="p"/>
                          </m:rPr>
                          <a:rPr lang="en-US" sz="2000" b="0" i="0">
                            <a:solidFill>
                              <a:schemeClr val="bg1"/>
                            </a:solidFill>
                            <a:latin typeface="Cambria Math" panose="02040503050406030204" pitchFamily="18" charset="0"/>
                          </a:rPr>
                          <m:t>e</m:t>
                        </m:r>
                      </m:e>
                      <m:sup>
                        <m:r>
                          <a:rPr lang="en-US" sz="2000" b="0" i="0" smtClean="0">
                            <a:solidFill>
                              <a:schemeClr val="bg1"/>
                            </a:solidFill>
                            <a:latin typeface="Cambria Math" panose="02040503050406030204" pitchFamily="18" charset="0"/>
                          </a:rPr>
                          <m:t>−</m:t>
                        </m:r>
                        <m:r>
                          <m:rPr>
                            <m:sty m:val="p"/>
                          </m:rPr>
                          <a:rPr lang="en-US" sz="2000" b="0" i="0">
                            <a:solidFill>
                              <a:schemeClr val="bg1"/>
                            </a:solidFill>
                            <a:latin typeface="Cambria Math" panose="02040503050406030204" pitchFamily="18" charset="0"/>
                          </a:rPr>
                          <m:t>j</m:t>
                        </m:r>
                        <m:r>
                          <m:rPr>
                            <m:sty m:val="p"/>
                          </m:rPr>
                          <a:rPr lang="en-US" sz="2000" b="0" i="0">
                            <a:solidFill>
                              <a:schemeClr val="bg1"/>
                            </a:solidFill>
                            <a:latin typeface="Cambria Math" panose="02040503050406030204" pitchFamily="18" charset="0"/>
                            <a:ea typeface="Cambria Math" panose="02040503050406030204" pitchFamily="18" charset="0"/>
                          </a:rPr>
                          <m:t>θ</m:t>
                        </m:r>
                      </m:sup>
                    </m:sSup>
                    <m:r>
                      <a:rPr lang="en-US" sz="2000" b="0" i="0">
                        <a:solidFill>
                          <a:schemeClr val="bg1"/>
                        </a:solidFill>
                        <a:latin typeface="Cambria Math" panose="02040503050406030204" pitchFamily="18" charset="0"/>
                      </a:rPr>
                      <m:t>=</m:t>
                    </m:r>
                    <m:func>
                      <m:funcPr>
                        <m:ctrlPr>
                          <a:rPr lang="en-US" sz="2000" i="1">
                            <a:solidFill>
                              <a:schemeClr val="bg1"/>
                            </a:solidFill>
                            <a:latin typeface="Cambria Math" panose="02040503050406030204" pitchFamily="18" charset="0"/>
                          </a:rPr>
                        </m:ctrlPr>
                      </m:funcPr>
                      <m:fName>
                        <m:r>
                          <m:rPr>
                            <m:sty m:val="p"/>
                          </m:rPr>
                          <a:rPr lang="en-US" sz="2000" b="0" i="0">
                            <a:solidFill>
                              <a:schemeClr val="bg1"/>
                            </a:solidFill>
                            <a:latin typeface="Cambria Math" panose="02040503050406030204" pitchFamily="18" charset="0"/>
                          </a:rPr>
                          <m:t>cos</m:t>
                        </m:r>
                      </m:fName>
                      <m:e>
                        <m:d>
                          <m:dPr>
                            <m:ctrlPr>
                              <a:rPr lang="en-US" sz="2000" i="1">
                                <a:solidFill>
                                  <a:schemeClr val="bg1"/>
                                </a:solidFill>
                                <a:latin typeface="Cambria Math" panose="02040503050406030204" pitchFamily="18" charset="0"/>
                              </a:rPr>
                            </m:ctrlPr>
                          </m:dPr>
                          <m:e>
                            <m:r>
                              <m:rPr>
                                <m:sty m:val="p"/>
                              </m:rPr>
                              <a:rPr lang="en-US" sz="2000" b="0" i="0">
                                <a:solidFill>
                                  <a:schemeClr val="bg1"/>
                                </a:solidFill>
                                <a:latin typeface="Cambria Math" panose="02040503050406030204" pitchFamily="18" charset="0"/>
                                <a:ea typeface="Cambria Math" panose="02040503050406030204" pitchFamily="18" charset="0"/>
                              </a:rPr>
                              <m:t>θ</m:t>
                            </m:r>
                          </m:e>
                        </m:d>
                      </m:e>
                    </m:func>
                    <m:r>
                      <a:rPr lang="en-US" sz="2000" b="0" i="0">
                        <a:solidFill>
                          <a:schemeClr val="bg1"/>
                        </a:solidFill>
                        <a:latin typeface="Cambria Math" panose="02040503050406030204" pitchFamily="18" charset="0"/>
                        <a:ea typeface="Cambria Math" panose="02040503050406030204" pitchFamily="18" charset="0"/>
                      </a:rPr>
                      <m:t>−</m:t>
                    </m:r>
                    <m:func>
                      <m:funcPr>
                        <m:ctrlPr>
                          <a:rPr lang="en-US" sz="2000" i="1">
                            <a:solidFill>
                              <a:schemeClr val="bg1"/>
                            </a:solidFill>
                            <a:latin typeface="Cambria Math" panose="02040503050406030204" pitchFamily="18" charset="0"/>
                          </a:rPr>
                        </m:ctrlPr>
                      </m:funcPr>
                      <m:fName>
                        <m:r>
                          <m:rPr>
                            <m:sty m:val="p"/>
                          </m:rPr>
                          <a:rPr lang="en-US" sz="2000" b="0" i="0">
                            <a:solidFill>
                              <a:schemeClr val="bg1"/>
                            </a:solidFill>
                            <a:latin typeface="Cambria Math" panose="02040503050406030204" pitchFamily="18" charset="0"/>
                          </a:rPr>
                          <m:t>jsin</m:t>
                        </m:r>
                      </m:fName>
                      <m:e>
                        <m:d>
                          <m:dPr>
                            <m:ctrlPr>
                              <a:rPr lang="en-US" sz="2000" i="1">
                                <a:solidFill>
                                  <a:schemeClr val="bg1"/>
                                </a:solidFill>
                                <a:latin typeface="Cambria Math" panose="02040503050406030204" pitchFamily="18" charset="0"/>
                              </a:rPr>
                            </m:ctrlPr>
                          </m:dPr>
                          <m:e>
                            <m:r>
                              <m:rPr>
                                <m:sty m:val="p"/>
                              </m:rPr>
                              <a:rPr lang="en-US" sz="2000" b="0" i="0">
                                <a:solidFill>
                                  <a:schemeClr val="bg1"/>
                                </a:solidFill>
                                <a:latin typeface="Cambria Math" panose="02040503050406030204" pitchFamily="18" charset="0"/>
                                <a:ea typeface="Cambria Math" panose="02040503050406030204" pitchFamily="18" charset="0"/>
                              </a:rPr>
                              <m:t>θ</m:t>
                            </m:r>
                          </m:e>
                        </m:d>
                      </m:e>
                    </m:func>
                  </m:oMath>
                </a14:m>
                <a:r>
                  <a:rPr lang="en-US" sz="2000">
                    <a:solidFill>
                      <a:schemeClr val="bg1"/>
                    </a:solidFill>
                  </a:rPr>
                  <a:t>.</a:t>
                </a:r>
              </a:p>
              <a:p>
                <a:pPr algn="ctr"/>
                <a:endParaRPr lang="en-US" sz="2000">
                  <a:solidFill>
                    <a:schemeClr val="bg1"/>
                  </a:solidFill>
                </a:endParaRPr>
              </a:p>
              <a:p>
                <a:pPr algn="ctr"/>
                <a14:m>
                  <m:oMathPara xmlns:m="http://schemas.openxmlformats.org/officeDocument/2006/math">
                    <m:oMathParaPr>
                      <m:jc m:val="center"/>
                    </m:oMathParaPr>
                    <m:oMath xmlns:m="http://schemas.openxmlformats.org/officeDocument/2006/math">
                      <m:func>
                        <m:funcPr>
                          <m:ctrlPr>
                            <a:rPr lang="en-US" sz="2000" i="1">
                              <a:latin typeface="Cambria Math" panose="02040503050406030204" pitchFamily="18" charset="0"/>
                            </a:rPr>
                          </m:ctrlPr>
                        </m:funcPr>
                        <m:fName>
                          <m:r>
                            <m:rPr>
                              <m:sty m:val="p"/>
                            </m:rPr>
                            <a:rPr lang="en-US" sz="2000" b="0" i="1">
                              <a:latin typeface="Cambria Math" panose="02040503050406030204" pitchFamily="18" charset="0"/>
                            </a:rPr>
                            <m:t>cos</m:t>
                          </m:r>
                        </m:fName>
                        <m:e>
                          <m:d>
                            <m:dPr>
                              <m:ctrlPr>
                                <a:rPr lang="en-US" sz="2000" i="1">
                                  <a:latin typeface="Cambria Math" panose="02040503050406030204" pitchFamily="18" charset="0"/>
                                </a:rPr>
                              </m:ctrlPr>
                            </m:dPr>
                            <m:e>
                              <m:r>
                                <m:rPr>
                                  <m:sty m:val="p"/>
                                </m:rPr>
                                <a:rPr lang="en-US" sz="2000" b="0" i="1">
                                  <a:latin typeface="Cambria Math" panose="02040503050406030204" pitchFamily="18" charset="0"/>
                                </a:rPr>
                                <m:t>θ</m:t>
                              </m:r>
                            </m:e>
                          </m:d>
                          <m:r>
                            <a:rPr lang="en-US" sz="2000" b="0">
                              <a:latin typeface="Cambria Math" panose="02040503050406030204" pitchFamily="18" charset="0"/>
                            </a:rPr>
                            <m:t>=</m:t>
                          </m:r>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r>
                                    <m:rPr>
                                      <m:sty m:val="p"/>
                                    </m:rPr>
                                    <a:rPr lang="en-US" sz="2000" b="0" i="1">
                                      <a:latin typeface="Cambria Math" panose="02040503050406030204" pitchFamily="18" charset="0"/>
                                    </a:rPr>
                                    <m:t>e</m:t>
                                  </m:r>
                                </m:e>
                                <m:sup>
                                  <m:r>
                                    <m:rPr>
                                      <m:sty m:val="p"/>
                                    </m:rPr>
                                    <a:rPr lang="en-US" sz="2000" b="0" i="1">
                                      <a:latin typeface="Cambria Math" panose="02040503050406030204" pitchFamily="18" charset="0"/>
                                    </a:rPr>
                                    <m:t>jθ</m:t>
                                  </m:r>
                                </m:sup>
                              </m:sSup>
                              <m:r>
                                <a:rPr lang="en-US" sz="2000" b="0">
                                  <a:latin typeface="Cambria Math" panose="02040503050406030204" pitchFamily="18" charset="0"/>
                                </a:rPr>
                                <m:t>+</m:t>
                              </m:r>
                              <m:sSup>
                                <m:sSupPr>
                                  <m:ctrlPr>
                                    <a:rPr lang="en-US" sz="2000" i="1">
                                      <a:latin typeface="Cambria Math" panose="02040503050406030204" pitchFamily="18" charset="0"/>
                                    </a:rPr>
                                  </m:ctrlPr>
                                </m:sSupPr>
                                <m:e>
                                  <m:r>
                                    <m:rPr>
                                      <m:sty m:val="p"/>
                                    </m:rPr>
                                    <a:rPr lang="en-US" sz="2000" b="0" i="1">
                                      <a:latin typeface="Cambria Math" panose="02040503050406030204" pitchFamily="18" charset="0"/>
                                    </a:rPr>
                                    <m:t>e</m:t>
                                  </m:r>
                                </m:e>
                                <m:sup>
                                  <m:r>
                                    <a:rPr lang="en-US" sz="2000" b="0">
                                      <a:latin typeface="Cambria Math" panose="02040503050406030204" pitchFamily="18" charset="0"/>
                                    </a:rPr>
                                    <m:t>−</m:t>
                                  </m:r>
                                  <m:r>
                                    <m:rPr>
                                      <m:sty m:val="p"/>
                                    </m:rPr>
                                    <a:rPr lang="en-US" sz="2000" b="0" i="1">
                                      <a:latin typeface="Cambria Math" panose="02040503050406030204" pitchFamily="18" charset="0"/>
                                    </a:rPr>
                                    <m:t>jθ</m:t>
                                  </m:r>
                                </m:sup>
                              </m:sSup>
                            </m:num>
                            <m:den>
                              <m:r>
                                <a:rPr lang="en-US" sz="2000" b="0" i="1">
                                  <a:latin typeface="Cambria Math" panose="02040503050406030204" pitchFamily="18" charset="0"/>
                                </a:rPr>
                                <m:t>2</m:t>
                              </m:r>
                            </m:den>
                          </m:f>
                          <m:r>
                            <a:rPr lang="en-US" sz="2000" b="0" i="0" smtClean="0">
                              <a:latin typeface="Cambria Math" panose="02040503050406030204" pitchFamily="18" charset="0"/>
                            </a:rPr>
                            <m:t>.</m:t>
                          </m:r>
                          <m:r>
                            <a:rPr lang="en-US" sz="2000" b="0">
                              <a:latin typeface="Cambria Math" panose="02040503050406030204" pitchFamily="18" charset="0"/>
                            </a:rPr>
                            <m:t> </m:t>
                          </m:r>
                        </m:e>
                      </m:func>
                      <m:func>
                        <m:funcPr>
                          <m:ctrlPr>
                            <a:rPr lang="en-US" sz="2000" i="1">
                              <a:latin typeface="Cambria Math" panose="02040503050406030204" pitchFamily="18" charset="0"/>
                            </a:rPr>
                          </m:ctrlPr>
                        </m:funcPr>
                        <m:fName>
                          <m:r>
                            <m:rPr>
                              <m:sty m:val="p"/>
                            </m:rPr>
                            <a:rPr lang="en-US" sz="2000" b="0" i="1">
                              <a:latin typeface="Cambria Math" panose="02040503050406030204" pitchFamily="18" charset="0"/>
                            </a:rPr>
                            <m:t>sin</m:t>
                          </m:r>
                        </m:fName>
                        <m:e>
                          <m:d>
                            <m:dPr>
                              <m:ctrlPr>
                                <a:rPr lang="en-US" sz="2000" i="1">
                                  <a:latin typeface="Cambria Math" panose="02040503050406030204" pitchFamily="18" charset="0"/>
                                </a:rPr>
                              </m:ctrlPr>
                            </m:dPr>
                            <m:e>
                              <m:r>
                                <m:rPr>
                                  <m:sty m:val="p"/>
                                </m:rPr>
                                <a:rPr lang="en-US" sz="2000" b="0" i="1">
                                  <a:latin typeface="Cambria Math" panose="02040503050406030204" pitchFamily="18" charset="0"/>
                                </a:rPr>
                                <m:t>θ</m:t>
                              </m:r>
                            </m:e>
                          </m:d>
                          <m:r>
                            <a:rPr lang="en-US" sz="2000" b="0">
                              <a:latin typeface="Cambria Math" panose="02040503050406030204" pitchFamily="18" charset="0"/>
                            </a:rPr>
                            <m:t>=</m:t>
                          </m:r>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r>
                                    <m:rPr>
                                      <m:sty m:val="p"/>
                                    </m:rPr>
                                    <a:rPr lang="en-US" sz="2000" b="0" i="1">
                                      <a:latin typeface="Cambria Math" panose="02040503050406030204" pitchFamily="18" charset="0"/>
                                    </a:rPr>
                                    <m:t>e</m:t>
                                  </m:r>
                                </m:e>
                                <m:sup>
                                  <m:r>
                                    <m:rPr>
                                      <m:sty m:val="p"/>
                                    </m:rPr>
                                    <a:rPr lang="en-US" sz="2000" b="0" i="1">
                                      <a:latin typeface="Cambria Math" panose="02040503050406030204" pitchFamily="18" charset="0"/>
                                    </a:rPr>
                                    <m:t>jθ</m:t>
                                  </m:r>
                                </m:sup>
                              </m:sSup>
                              <m:r>
                                <a:rPr lang="en-US" sz="2000" b="0">
                                  <a:latin typeface="Cambria Math" panose="02040503050406030204" pitchFamily="18" charset="0"/>
                                </a:rPr>
                                <m:t>−</m:t>
                              </m:r>
                              <m:sSup>
                                <m:sSupPr>
                                  <m:ctrlPr>
                                    <a:rPr lang="en-US" sz="2000" i="1">
                                      <a:latin typeface="Cambria Math" panose="02040503050406030204" pitchFamily="18" charset="0"/>
                                    </a:rPr>
                                  </m:ctrlPr>
                                </m:sSupPr>
                                <m:e>
                                  <m:r>
                                    <m:rPr>
                                      <m:sty m:val="p"/>
                                    </m:rPr>
                                    <a:rPr lang="en-US" sz="2000" b="0" i="1">
                                      <a:latin typeface="Cambria Math" panose="02040503050406030204" pitchFamily="18" charset="0"/>
                                    </a:rPr>
                                    <m:t>e</m:t>
                                  </m:r>
                                </m:e>
                                <m:sup>
                                  <m:r>
                                    <a:rPr lang="en-US" sz="2000" b="0">
                                      <a:latin typeface="Cambria Math" panose="02040503050406030204" pitchFamily="18" charset="0"/>
                                    </a:rPr>
                                    <m:t>−</m:t>
                                  </m:r>
                                  <m:r>
                                    <m:rPr>
                                      <m:sty m:val="p"/>
                                    </m:rPr>
                                    <a:rPr lang="en-US" sz="2000" b="0" i="1">
                                      <a:latin typeface="Cambria Math" panose="02040503050406030204" pitchFamily="18" charset="0"/>
                                    </a:rPr>
                                    <m:t>jθ</m:t>
                                  </m:r>
                                </m:sup>
                              </m:sSup>
                            </m:num>
                            <m:den>
                              <m:r>
                                <a:rPr lang="en-US" sz="2000" b="0" i="1">
                                  <a:latin typeface="Cambria Math" panose="02040503050406030204" pitchFamily="18" charset="0"/>
                                </a:rPr>
                                <m:t>2</m:t>
                              </m:r>
                              <m:r>
                                <m:rPr>
                                  <m:sty m:val="p"/>
                                </m:rPr>
                                <a:rPr lang="en-US" sz="2000" b="0" i="1">
                                  <a:latin typeface="Cambria Math" panose="02040503050406030204" pitchFamily="18" charset="0"/>
                                </a:rPr>
                                <m:t>j</m:t>
                              </m:r>
                            </m:den>
                          </m:f>
                          <m:r>
                            <a:rPr lang="en-US" sz="2000" b="0" i="0" smtClean="0">
                              <a:latin typeface="Cambria Math" panose="02040503050406030204" pitchFamily="18" charset="0"/>
                            </a:rPr>
                            <m:t>.</m:t>
                          </m:r>
                          <m:r>
                            <a:rPr lang="en-US" sz="2000" b="0">
                              <a:latin typeface="Cambria Math" panose="02040503050406030204" pitchFamily="18" charset="0"/>
                            </a:rPr>
                            <m:t>  </m:t>
                          </m:r>
                        </m:e>
                      </m:func>
                    </m:oMath>
                  </m:oMathPara>
                </a14:m>
                <a:endParaRPr lang="en-US" sz="2000"/>
              </a:p>
              <a:p>
                <a:pPr algn="ctr"/>
                <a:endParaRPr lang="en-US" sz="2000">
                  <a:solidFill>
                    <a:schemeClr val="bg1"/>
                  </a:solidFill>
                </a:endParaRPr>
              </a:p>
              <a:p>
                <a:pPr algn="ctr"/>
                <a14:m>
                  <m:oMath xmlns:m="http://schemas.openxmlformats.org/officeDocument/2006/math">
                    <m:r>
                      <a:rPr lang="en-US" sz="2000" b="0" i="0">
                        <a:latin typeface="Cambria Math" panose="02040503050406030204" pitchFamily="18" charset="0"/>
                      </a:rPr>
                      <m:t>ℛ</m:t>
                    </m:r>
                    <m:r>
                      <m:rPr>
                        <m:sty m:val="p"/>
                      </m:rPr>
                      <a:rPr lang="en-US" sz="2000" b="0" i="0">
                        <a:latin typeface="Cambria Math" panose="02040503050406030204" pitchFamily="18" charset="0"/>
                      </a:rPr>
                      <m:t>e</m:t>
                    </m:r>
                    <m:d>
                      <m:dPr>
                        <m:begChr m:val="{"/>
                        <m:endChr m:val="}"/>
                        <m:ctrlPr>
                          <a:rPr lang="en-US" sz="2000" i="1">
                            <a:solidFill>
                              <a:schemeClr val="bg1"/>
                            </a:solidFill>
                            <a:latin typeface="Cambria Math" panose="02040503050406030204" pitchFamily="18" charset="0"/>
                          </a:rPr>
                        </m:ctrlPr>
                      </m:dPr>
                      <m:e>
                        <m:sSup>
                          <m:sSupPr>
                            <m:ctrlPr>
                              <a:rPr lang="en-US" sz="2000" i="1">
                                <a:solidFill>
                                  <a:schemeClr val="bg1"/>
                                </a:solidFill>
                                <a:latin typeface="Cambria Math" panose="02040503050406030204" pitchFamily="18" charset="0"/>
                              </a:rPr>
                            </m:ctrlPr>
                          </m:sSupPr>
                          <m:e>
                            <m:r>
                              <m:rPr>
                                <m:sty m:val="p"/>
                              </m:rPr>
                              <a:rPr lang="en-US" sz="2000" b="0" i="0">
                                <a:solidFill>
                                  <a:schemeClr val="bg1"/>
                                </a:solidFill>
                                <a:latin typeface="Cambria Math" panose="02040503050406030204" pitchFamily="18" charset="0"/>
                              </a:rPr>
                              <m:t>e</m:t>
                            </m:r>
                          </m:e>
                          <m:sup>
                            <m:r>
                              <m:rPr>
                                <m:sty m:val="p"/>
                              </m:rPr>
                              <a:rPr lang="en-US" sz="2000" b="0" i="0">
                                <a:solidFill>
                                  <a:schemeClr val="bg1"/>
                                </a:solidFill>
                                <a:latin typeface="Cambria Math" panose="02040503050406030204" pitchFamily="18" charset="0"/>
                              </a:rPr>
                              <m:t>j</m:t>
                            </m:r>
                            <m:r>
                              <m:rPr>
                                <m:sty m:val="p"/>
                              </m:rPr>
                              <a:rPr lang="en-US" sz="2000" b="0" i="1">
                                <a:solidFill>
                                  <a:schemeClr val="bg1"/>
                                </a:solidFill>
                                <a:latin typeface="Cambria Math" panose="02040503050406030204" pitchFamily="18" charset="0"/>
                                <a:ea typeface="Cambria Math" panose="02040503050406030204" pitchFamily="18" charset="0"/>
                              </a:rPr>
                              <m:t>θ</m:t>
                            </m:r>
                          </m:sup>
                        </m:sSup>
                      </m:e>
                    </m:d>
                    <m:r>
                      <a:rPr lang="en-US" sz="2000" b="0" i="0">
                        <a:solidFill>
                          <a:schemeClr val="bg1"/>
                        </a:solidFill>
                        <a:latin typeface="Cambria Math" panose="02040503050406030204" pitchFamily="18" charset="0"/>
                        <a:ea typeface="Cambria Math" panose="02040503050406030204" pitchFamily="18" charset="0"/>
                      </a:rPr>
                      <m:t>=</m:t>
                    </m:r>
                    <m:func>
                      <m:funcPr>
                        <m:ctrlPr>
                          <a:rPr lang="en-US" sz="2000" i="1">
                            <a:solidFill>
                              <a:schemeClr val="bg1"/>
                            </a:solidFill>
                            <a:latin typeface="Cambria Math" panose="02040503050406030204" pitchFamily="18" charset="0"/>
                            <a:ea typeface="Cambria Math" panose="02040503050406030204" pitchFamily="18" charset="0"/>
                          </a:rPr>
                        </m:ctrlPr>
                      </m:funcPr>
                      <m:fName>
                        <m:r>
                          <m:rPr>
                            <m:sty m:val="p"/>
                          </m:rPr>
                          <a:rPr lang="en-US" sz="2000" b="0" i="0">
                            <a:solidFill>
                              <a:schemeClr val="bg1"/>
                            </a:solidFill>
                            <a:latin typeface="Cambria Math" panose="02040503050406030204" pitchFamily="18" charset="0"/>
                            <a:ea typeface="Cambria Math" panose="02040503050406030204" pitchFamily="18" charset="0"/>
                          </a:rPr>
                          <m:t>cos</m:t>
                        </m:r>
                      </m:fName>
                      <m:e>
                        <m:d>
                          <m:dPr>
                            <m:ctrlPr>
                              <a:rPr lang="en-US" sz="2000" i="1">
                                <a:solidFill>
                                  <a:schemeClr val="bg1"/>
                                </a:solidFill>
                                <a:latin typeface="Cambria Math" panose="02040503050406030204" pitchFamily="18" charset="0"/>
                                <a:ea typeface="Cambria Math" panose="02040503050406030204" pitchFamily="18" charset="0"/>
                              </a:rPr>
                            </m:ctrlPr>
                          </m:dPr>
                          <m:e>
                            <m:r>
                              <m:rPr>
                                <m:sty m:val="p"/>
                              </m:rPr>
                              <a:rPr lang="en-US" sz="2000" b="0" i="1">
                                <a:solidFill>
                                  <a:schemeClr val="bg1"/>
                                </a:solidFill>
                                <a:latin typeface="Cambria Math" panose="02040503050406030204" pitchFamily="18" charset="0"/>
                                <a:ea typeface="Cambria Math" panose="02040503050406030204" pitchFamily="18" charset="0"/>
                              </a:rPr>
                              <m:t>θ</m:t>
                            </m:r>
                          </m:e>
                        </m:d>
                      </m:e>
                    </m:func>
                  </m:oMath>
                </a14:m>
                <a:r>
                  <a:rPr lang="en-US" sz="2000">
                    <a:solidFill>
                      <a:schemeClr val="bg1"/>
                    </a:solidFill>
                  </a:rPr>
                  <a:t>. </a:t>
                </a:r>
                <a14:m>
                  <m:oMath xmlns:m="http://schemas.openxmlformats.org/officeDocument/2006/math">
                    <m:r>
                      <a:rPr lang="en-US" sz="2000" b="0" i="1">
                        <a:latin typeface="Cambria Math" panose="02040503050406030204" pitchFamily="18" charset="0"/>
                        <a:ea typeface="Cambria Math" panose="02040503050406030204" pitchFamily="18" charset="0"/>
                      </a:rPr>
                      <m:t>ℐ</m:t>
                    </m:r>
                    <m:r>
                      <m:rPr>
                        <m:sty m:val="p"/>
                      </m:rPr>
                      <a:rPr lang="en-US" sz="2000" b="0" i="0" smtClean="0">
                        <a:latin typeface="Cambria Math" panose="02040503050406030204" pitchFamily="18" charset="0"/>
                        <a:ea typeface="Cambria Math" panose="02040503050406030204" pitchFamily="18" charset="0"/>
                      </a:rPr>
                      <m:t>m</m:t>
                    </m:r>
                    <m:d>
                      <m:dPr>
                        <m:begChr m:val="{"/>
                        <m:endChr m:val="}"/>
                        <m:ctrlPr>
                          <a:rPr lang="en-US" sz="2000" i="1">
                            <a:solidFill>
                              <a:schemeClr val="bg1"/>
                            </a:solidFill>
                            <a:latin typeface="Cambria Math" panose="02040503050406030204" pitchFamily="18" charset="0"/>
                          </a:rPr>
                        </m:ctrlPr>
                      </m:dPr>
                      <m:e>
                        <m:sSup>
                          <m:sSupPr>
                            <m:ctrlPr>
                              <a:rPr lang="en-US" sz="2000" i="1">
                                <a:solidFill>
                                  <a:schemeClr val="bg1"/>
                                </a:solidFill>
                                <a:latin typeface="Cambria Math" panose="02040503050406030204" pitchFamily="18" charset="0"/>
                              </a:rPr>
                            </m:ctrlPr>
                          </m:sSupPr>
                          <m:e>
                            <m:r>
                              <m:rPr>
                                <m:sty m:val="p"/>
                              </m:rPr>
                              <a:rPr lang="en-US" sz="2000" b="0" i="0">
                                <a:solidFill>
                                  <a:schemeClr val="bg1"/>
                                </a:solidFill>
                                <a:latin typeface="Cambria Math" panose="02040503050406030204" pitchFamily="18" charset="0"/>
                              </a:rPr>
                              <m:t>e</m:t>
                            </m:r>
                          </m:e>
                          <m:sup>
                            <m:r>
                              <m:rPr>
                                <m:sty m:val="p"/>
                              </m:rPr>
                              <a:rPr lang="en-US" sz="2000" b="0" i="0">
                                <a:solidFill>
                                  <a:schemeClr val="bg1"/>
                                </a:solidFill>
                                <a:latin typeface="Cambria Math" panose="02040503050406030204" pitchFamily="18" charset="0"/>
                              </a:rPr>
                              <m:t>j</m:t>
                            </m:r>
                            <m:r>
                              <m:rPr>
                                <m:sty m:val="p"/>
                              </m:rPr>
                              <a:rPr lang="en-US" sz="2000" b="0" i="1">
                                <a:solidFill>
                                  <a:schemeClr val="bg1"/>
                                </a:solidFill>
                                <a:latin typeface="Cambria Math" panose="02040503050406030204" pitchFamily="18" charset="0"/>
                                <a:ea typeface="Cambria Math" panose="02040503050406030204" pitchFamily="18" charset="0"/>
                              </a:rPr>
                              <m:t>θ</m:t>
                            </m:r>
                          </m:sup>
                        </m:sSup>
                      </m:e>
                    </m:d>
                    <m:r>
                      <a:rPr lang="en-US" sz="2000" b="0" i="0">
                        <a:solidFill>
                          <a:schemeClr val="bg1"/>
                        </a:solidFill>
                        <a:latin typeface="Cambria Math" panose="02040503050406030204" pitchFamily="18" charset="0"/>
                        <a:ea typeface="Cambria Math" panose="02040503050406030204" pitchFamily="18" charset="0"/>
                      </a:rPr>
                      <m:t>=</m:t>
                    </m:r>
                    <m:r>
                      <m:rPr>
                        <m:sty m:val="p"/>
                      </m:rPr>
                      <a:rPr lang="en-US" sz="2000" b="0" i="0" smtClean="0">
                        <a:solidFill>
                          <a:schemeClr val="bg1"/>
                        </a:solidFill>
                        <a:latin typeface="Cambria Math" panose="02040503050406030204" pitchFamily="18" charset="0"/>
                        <a:ea typeface="Cambria Math" panose="02040503050406030204" pitchFamily="18" charset="0"/>
                      </a:rPr>
                      <m:t>sin</m:t>
                    </m:r>
                    <m:r>
                      <a:rPr lang="en-US" sz="2000" b="0" i="0" smtClean="0">
                        <a:solidFill>
                          <a:schemeClr val="bg1"/>
                        </a:solidFill>
                        <a:latin typeface="Cambria Math" panose="02040503050406030204" pitchFamily="18" charset="0"/>
                        <a:ea typeface="Cambria Math" panose="02040503050406030204" pitchFamily="18" charset="0"/>
                      </a:rPr>
                      <m:t>(</m:t>
                    </m:r>
                    <m:r>
                      <m:rPr>
                        <m:sty m:val="p"/>
                      </m:rPr>
                      <a:rPr lang="en-US" sz="2000" b="0" i="1">
                        <a:solidFill>
                          <a:schemeClr val="bg1"/>
                        </a:solidFill>
                        <a:latin typeface="Cambria Math" panose="02040503050406030204" pitchFamily="18" charset="0"/>
                        <a:ea typeface="Cambria Math" panose="02040503050406030204" pitchFamily="18" charset="0"/>
                      </a:rPr>
                      <m:t>θ</m:t>
                    </m:r>
                    <m:r>
                      <a:rPr lang="en-US" sz="2000" b="0" i="0" smtClean="0">
                        <a:solidFill>
                          <a:schemeClr val="bg1"/>
                        </a:solidFill>
                        <a:latin typeface="Cambria Math" panose="02040503050406030204" pitchFamily="18" charset="0"/>
                        <a:ea typeface="Cambria Math" panose="02040503050406030204" pitchFamily="18" charset="0"/>
                      </a:rPr>
                      <m:t>)</m:t>
                    </m:r>
                  </m:oMath>
                </a14:m>
                <a:r>
                  <a:rPr lang="en-US" sz="2000">
                    <a:solidFill>
                      <a:schemeClr val="bg1"/>
                    </a:solidFill>
                  </a:rPr>
                  <a:t>.</a:t>
                </a:r>
              </a:p>
              <a:p>
                <a:pPr algn="ctr"/>
                <a:endParaRPr lang="en-US" sz="2000">
                  <a:solidFill>
                    <a:schemeClr val="bg1"/>
                  </a:solidFill>
                </a:endParaRPr>
              </a:p>
              <a:p>
                <a:pPr algn="ctr"/>
                <a14:m>
                  <m:oMathPara xmlns:m="http://schemas.openxmlformats.org/officeDocument/2006/math">
                    <m:oMathParaPr>
                      <m:jc m:val="center"/>
                    </m:oMathParaPr>
                    <m:oMath xmlns:m="http://schemas.openxmlformats.org/officeDocument/2006/math">
                      <m:sSup>
                        <m:sSupPr>
                          <m:ctrlPr>
                            <a:rPr lang="en-US" sz="2000" i="1">
                              <a:solidFill>
                                <a:schemeClr val="bg1"/>
                              </a:solidFill>
                              <a:latin typeface="Cambria Math" panose="02040503050406030204" pitchFamily="18" charset="0"/>
                            </a:rPr>
                          </m:ctrlPr>
                        </m:sSupPr>
                        <m:e>
                          <m:r>
                            <m:rPr>
                              <m:sty m:val="p"/>
                            </m:rPr>
                            <a:rPr lang="en-US" sz="2000" b="0" i="0">
                              <a:solidFill>
                                <a:schemeClr val="bg1"/>
                              </a:solidFill>
                              <a:latin typeface="Cambria Math" panose="02040503050406030204" pitchFamily="18" charset="0"/>
                            </a:rPr>
                            <m:t>e</m:t>
                          </m:r>
                        </m:e>
                        <m:sup>
                          <m:r>
                            <a:rPr lang="en-US" sz="2000" b="0" i="0">
                              <a:solidFill>
                                <a:schemeClr val="bg1"/>
                              </a:solidFill>
                              <a:latin typeface="Cambria Math" panose="02040503050406030204" pitchFamily="18" charset="0"/>
                            </a:rPr>
                            <m:t>−</m:t>
                          </m:r>
                          <m:r>
                            <m:rPr>
                              <m:sty m:val="p"/>
                            </m:rPr>
                            <a:rPr lang="en-US" sz="2000" b="0" i="0">
                              <a:solidFill>
                                <a:schemeClr val="bg1"/>
                              </a:solidFill>
                              <a:latin typeface="Cambria Math" panose="02040503050406030204" pitchFamily="18" charset="0"/>
                            </a:rPr>
                            <m:t>jπ</m:t>
                          </m:r>
                        </m:sup>
                      </m:sSup>
                      <m:r>
                        <a:rPr lang="en-US" sz="2000" b="0" i="0">
                          <a:solidFill>
                            <a:schemeClr val="bg1"/>
                          </a:solidFill>
                          <a:latin typeface="Cambria Math" panose="02040503050406030204" pitchFamily="18" charset="0"/>
                        </a:rPr>
                        <m:t>=</m:t>
                      </m:r>
                      <m:func>
                        <m:funcPr>
                          <m:ctrlPr>
                            <a:rPr lang="en-US" sz="2000" i="1">
                              <a:solidFill>
                                <a:schemeClr val="bg1"/>
                              </a:solidFill>
                              <a:latin typeface="Cambria Math" panose="02040503050406030204" pitchFamily="18" charset="0"/>
                            </a:rPr>
                          </m:ctrlPr>
                        </m:funcPr>
                        <m:fName>
                          <m:r>
                            <m:rPr>
                              <m:sty m:val="p"/>
                            </m:rPr>
                            <a:rPr lang="en-US" sz="2000" b="0" i="0">
                              <a:solidFill>
                                <a:schemeClr val="bg1"/>
                              </a:solidFill>
                              <a:latin typeface="Cambria Math" panose="02040503050406030204" pitchFamily="18" charset="0"/>
                            </a:rPr>
                            <m:t>cos</m:t>
                          </m:r>
                        </m:fName>
                        <m:e>
                          <m:d>
                            <m:dPr>
                              <m:ctrlPr>
                                <a:rPr lang="en-US" sz="2000" i="1">
                                  <a:solidFill>
                                    <a:schemeClr val="bg1"/>
                                  </a:solidFill>
                                  <a:latin typeface="Cambria Math" panose="02040503050406030204" pitchFamily="18" charset="0"/>
                                </a:rPr>
                              </m:ctrlPr>
                            </m:dPr>
                            <m:e>
                              <m:r>
                                <m:rPr>
                                  <m:sty m:val="p"/>
                                </m:rPr>
                                <a:rPr lang="en-US" sz="2000" b="0" i="0" smtClean="0">
                                  <a:solidFill>
                                    <a:schemeClr val="bg1"/>
                                  </a:solidFill>
                                  <a:latin typeface="Cambria Math" panose="02040503050406030204" pitchFamily="18" charset="0"/>
                                  <a:ea typeface="Cambria Math" panose="02040503050406030204" pitchFamily="18" charset="0"/>
                                </a:rPr>
                                <m:t>π</m:t>
                              </m:r>
                            </m:e>
                          </m:d>
                        </m:e>
                      </m:func>
                      <m:r>
                        <a:rPr lang="en-US" sz="2000" b="0" i="0">
                          <a:solidFill>
                            <a:schemeClr val="bg1"/>
                          </a:solidFill>
                          <a:latin typeface="Cambria Math" panose="02040503050406030204" pitchFamily="18" charset="0"/>
                          <a:ea typeface="Cambria Math" panose="02040503050406030204" pitchFamily="18" charset="0"/>
                        </a:rPr>
                        <m:t>−</m:t>
                      </m:r>
                      <m:func>
                        <m:funcPr>
                          <m:ctrlPr>
                            <a:rPr lang="en-US" sz="2000" i="1">
                              <a:solidFill>
                                <a:schemeClr val="bg1"/>
                              </a:solidFill>
                              <a:latin typeface="Cambria Math" panose="02040503050406030204" pitchFamily="18" charset="0"/>
                            </a:rPr>
                          </m:ctrlPr>
                        </m:funcPr>
                        <m:fName>
                          <m:r>
                            <m:rPr>
                              <m:sty m:val="p"/>
                            </m:rPr>
                            <a:rPr lang="en-US" sz="2000" b="0" i="0">
                              <a:solidFill>
                                <a:schemeClr val="bg1"/>
                              </a:solidFill>
                              <a:latin typeface="Cambria Math" panose="02040503050406030204" pitchFamily="18" charset="0"/>
                            </a:rPr>
                            <m:t>jsin</m:t>
                          </m:r>
                        </m:fName>
                        <m:e>
                          <m:d>
                            <m:dPr>
                              <m:ctrlPr>
                                <a:rPr lang="en-US" sz="2000" i="1">
                                  <a:solidFill>
                                    <a:schemeClr val="bg1"/>
                                  </a:solidFill>
                                  <a:latin typeface="Cambria Math" panose="02040503050406030204" pitchFamily="18" charset="0"/>
                                </a:rPr>
                              </m:ctrlPr>
                            </m:dPr>
                            <m:e>
                              <m:r>
                                <m:rPr>
                                  <m:sty m:val="p"/>
                                </m:rPr>
                                <a:rPr lang="en-US" sz="2000" b="0" i="0" smtClean="0">
                                  <a:solidFill>
                                    <a:schemeClr val="bg1"/>
                                  </a:solidFill>
                                  <a:latin typeface="Cambria Math" panose="02040503050406030204" pitchFamily="18" charset="0"/>
                                  <a:ea typeface="Cambria Math" panose="02040503050406030204" pitchFamily="18" charset="0"/>
                                </a:rPr>
                                <m:t>π</m:t>
                              </m:r>
                            </m:e>
                          </m:d>
                          <m:r>
                            <a:rPr lang="en-US" sz="2000" b="0" i="0" smtClean="0">
                              <a:solidFill>
                                <a:schemeClr val="bg1"/>
                              </a:solidFill>
                              <a:latin typeface="Cambria Math" panose="02040503050406030204" pitchFamily="18" charset="0"/>
                              <a:ea typeface="Cambria Math" panose="02040503050406030204" pitchFamily="18" charset="0"/>
                            </a:rPr>
                            <m:t>=−1 −</m:t>
                          </m:r>
                          <m:r>
                            <m:rPr>
                              <m:sty m:val="p"/>
                            </m:rPr>
                            <a:rPr lang="en-US" sz="2000" b="0" i="0" smtClean="0">
                              <a:solidFill>
                                <a:schemeClr val="bg1"/>
                              </a:solidFill>
                              <a:latin typeface="Cambria Math" panose="02040503050406030204" pitchFamily="18" charset="0"/>
                              <a:ea typeface="Cambria Math" panose="02040503050406030204" pitchFamily="18" charset="0"/>
                            </a:rPr>
                            <m:t>j</m:t>
                          </m:r>
                          <m:d>
                            <m:dPr>
                              <m:ctrlPr>
                                <a:rPr lang="en-US" sz="2000" b="0" i="1" smtClean="0">
                                  <a:solidFill>
                                    <a:schemeClr val="bg1"/>
                                  </a:solidFill>
                                  <a:latin typeface="Cambria Math" panose="02040503050406030204" pitchFamily="18" charset="0"/>
                                  <a:ea typeface="Cambria Math" panose="02040503050406030204" pitchFamily="18" charset="0"/>
                                </a:rPr>
                              </m:ctrlPr>
                            </m:dPr>
                            <m:e>
                              <m:r>
                                <a:rPr lang="en-US" sz="2000" b="0" i="0" smtClean="0">
                                  <a:solidFill>
                                    <a:schemeClr val="bg1"/>
                                  </a:solidFill>
                                  <a:latin typeface="Cambria Math" panose="02040503050406030204" pitchFamily="18" charset="0"/>
                                  <a:ea typeface="Cambria Math" panose="02040503050406030204" pitchFamily="18" charset="0"/>
                                </a:rPr>
                                <m:t>0</m:t>
                              </m:r>
                            </m:e>
                          </m:d>
                          <m:r>
                            <a:rPr lang="en-US" sz="2000" b="0" i="0" smtClean="0">
                              <a:solidFill>
                                <a:schemeClr val="bg1"/>
                              </a:solidFill>
                              <a:latin typeface="Cambria Math" panose="02040503050406030204" pitchFamily="18" charset="0"/>
                              <a:ea typeface="Cambria Math" panose="02040503050406030204" pitchFamily="18" charset="0"/>
                            </a:rPr>
                            <m:t>=−1.</m:t>
                          </m:r>
                        </m:e>
                      </m:func>
                    </m:oMath>
                  </m:oMathPara>
                </a14:m>
                <a:endParaRPr lang="en-US" sz="2000">
                  <a:solidFill>
                    <a:schemeClr val="bg1"/>
                  </a:solidFill>
                </a:endParaRPr>
              </a:p>
              <a:p>
                <a:pPr algn="ctr"/>
                <a:endParaRPr lang="en-US" sz="2000">
                  <a:solidFill>
                    <a:schemeClr val="bg1"/>
                  </a:solidFill>
                </a:endParaRPr>
              </a:p>
              <a:p>
                <a:pPr algn="ctr"/>
                <a14:m>
                  <m:oMathPara xmlns:m="http://schemas.openxmlformats.org/officeDocument/2006/math">
                    <m:oMathParaPr>
                      <m:jc m:val="center"/>
                    </m:oMathParaPr>
                    <m:oMath xmlns:m="http://schemas.openxmlformats.org/officeDocument/2006/math">
                      <m:sSup>
                        <m:sSupPr>
                          <m:ctrlPr>
                            <a:rPr lang="en-US" sz="2000" i="1">
                              <a:solidFill>
                                <a:schemeClr val="bg1"/>
                              </a:solidFill>
                              <a:latin typeface="Cambria Math" panose="02040503050406030204" pitchFamily="18" charset="0"/>
                            </a:rPr>
                          </m:ctrlPr>
                        </m:sSupPr>
                        <m:e>
                          <m:r>
                            <m:rPr>
                              <m:sty m:val="p"/>
                            </m:rPr>
                            <a:rPr lang="en-US" sz="2000" i="0">
                              <a:solidFill>
                                <a:schemeClr val="bg1"/>
                              </a:solidFill>
                              <a:latin typeface="Cambria Math" panose="02040503050406030204" pitchFamily="18" charset="0"/>
                            </a:rPr>
                            <m:t>e</m:t>
                          </m:r>
                        </m:e>
                        <m:sup>
                          <m:r>
                            <m:rPr>
                              <m:sty m:val="p"/>
                            </m:rPr>
                            <a:rPr lang="en-US" sz="2000" i="0">
                              <a:solidFill>
                                <a:schemeClr val="bg1"/>
                              </a:solidFill>
                              <a:latin typeface="Cambria Math" panose="02040503050406030204" pitchFamily="18" charset="0"/>
                            </a:rPr>
                            <m:t>j</m:t>
                          </m:r>
                          <m:r>
                            <m:rPr>
                              <m:sty m:val="p"/>
                            </m:rPr>
                            <a:rPr lang="en-US" sz="2000" i="0">
                              <a:solidFill>
                                <a:schemeClr val="bg1"/>
                              </a:solidFill>
                              <a:latin typeface="Cambria Math" panose="02040503050406030204" pitchFamily="18" charset="0"/>
                              <a:ea typeface="Cambria Math" panose="02040503050406030204" pitchFamily="18" charset="0"/>
                            </a:rPr>
                            <m:t>π</m:t>
                          </m:r>
                        </m:sup>
                      </m:sSup>
                      <m:r>
                        <a:rPr lang="en-US" sz="2000" i="0">
                          <a:solidFill>
                            <a:schemeClr val="bg1"/>
                          </a:solidFill>
                          <a:latin typeface="Cambria Math" panose="02040503050406030204" pitchFamily="18" charset="0"/>
                        </a:rPr>
                        <m:t>=</m:t>
                      </m:r>
                      <m:func>
                        <m:funcPr>
                          <m:ctrlPr>
                            <a:rPr lang="en-US" sz="2000" i="1">
                              <a:solidFill>
                                <a:schemeClr val="bg1"/>
                              </a:solidFill>
                              <a:latin typeface="Cambria Math" panose="02040503050406030204" pitchFamily="18" charset="0"/>
                            </a:rPr>
                          </m:ctrlPr>
                        </m:funcPr>
                        <m:fName>
                          <m:r>
                            <m:rPr>
                              <m:sty m:val="p"/>
                            </m:rPr>
                            <a:rPr lang="en-US" sz="2000" i="0">
                              <a:solidFill>
                                <a:schemeClr val="bg1"/>
                              </a:solidFill>
                              <a:latin typeface="Cambria Math" panose="02040503050406030204" pitchFamily="18" charset="0"/>
                            </a:rPr>
                            <m:t>cos</m:t>
                          </m:r>
                        </m:fName>
                        <m:e>
                          <m:d>
                            <m:dPr>
                              <m:ctrlPr>
                                <a:rPr lang="en-US" sz="2000" i="1">
                                  <a:solidFill>
                                    <a:schemeClr val="bg1"/>
                                  </a:solidFill>
                                  <a:latin typeface="Cambria Math" panose="02040503050406030204" pitchFamily="18" charset="0"/>
                                </a:rPr>
                              </m:ctrlPr>
                            </m:dPr>
                            <m:e>
                              <m:r>
                                <m:rPr>
                                  <m:sty m:val="p"/>
                                </m:rPr>
                                <a:rPr lang="en-US" sz="2000" i="0">
                                  <a:solidFill>
                                    <a:schemeClr val="bg1"/>
                                  </a:solidFill>
                                  <a:latin typeface="Cambria Math" panose="02040503050406030204" pitchFamily="18" charset="0"/>
                                  <a:ea typeface="Cambria Math" panose="02040503050406030204" pitchFamily="18" charset="0"/>
                                </a:rPr>
                                <m:t>π</m:t>
                              </m:r>
                            </m:e>
                          </m:d>
                        </m:e>
                      </m:func>
                      <m:r>
                        <a:rPr lang="en-US" sz="2000" b="0" i="0" smtClean="0">
                          <a:solidFill>
                            <a:schemeClr val="bg1"/>
                          </a:solidFill>
                          <a:latin typeface="Cambria Math" panose="02040503050406030204" pitchFamily="18" charset="0"/>
                          <a:ea typeface="Cambria Math" panose="02040503050406030204" pitchFamily="18" charset="0"/>
                        </a:rPr>
                        <m:t>+</m:t>
                      </m:r>
                      <m:func>
                        <m:funcPr>
                          <m:ctrlPr>
                            <a:rPr lang="en-US" sz="2000" i="1">
                              <a:solidFill>
                                <a:schemeClr val="bg1"/>
                              </a:solidFill>
                              <a:latin typeface="Cambria Math" panose="02040503050406030204" pitchFamily="18" charset="0"/>
                            </a:rPr>
                          </m:ctrlPr>
                        </m:funcPr>
                        <m:fName>
                          <m:r>
                            <m:rPr>
                              <m:sty m:val="p"/>
                            </m:rPr>
                            <a:rPr lang="en-US" sz="2000" i="0">
                              <a:solidFill>
                                <a:schemeClr val="bg1"/>
                              </a:solidFill>
                              <a:latin typeface="Cambria Math" panose="02040503050406030204" pitchFamily="18" charset="0"/>
                            </a:rPr>
                            <m:t>jsin</m:t>
                          </m:r>
                        </m:fName>
                        <m:e>
                          <m:d>
                            <m:dPr>
                              <m:ctrlPr>
                                <a:rPr lang="en-US" sz="2000" i="1">
                                  <a:solidFill>
                                    <a:schemeClr val="bg1"/>
                                  </a:solidFill>
                                  <a:latin typeface="Cambria Math" panose="02040503050406030204" pitchFamily="18" charset="0"/>
                                </a:rPr>
                              </m:ctrlPr>
                            </m:dPr>
                            <m:e>
                              <m:r>
                                <m:rPr>
                                  <m:sty m:val="p"/>
                                </m:rPr>
                                <a:rPr lang="en-US" sz="2000" i="0">
                                  <a:solidFill>
                                    <a:schemeClr val="bg1"/>
                                  </a:solidFill>
                                  <a:latin typeface="Cambria Math" panose="02040503050406030204" pitchFamily="18" charset="0"/>
                                  <a:ea typeface="Cambria Math" panose="02040503050406030204" pitchFamily="18" charset="0"/>
                                </a:rPr>
                                <m:t>π</m:t>
                              </m:r>
                            </m:e>
                          </m:d>
                          <m:r>
                            <a:rPr lang="en-US" sz="2000" i="0">
                              <a:solidFill>
                                <a:schemeClr val="bg1"/>
                              </a:solidFill>
                              <a:latin typeface="Cambria Math" panose="02040503050406030204" pitchFamily="18" charset="0"/>
                              <a:ea typeface="Cambria Math" panose="02040503050406030204" pitchFamily="18" charset="0"/>
                            </a:rPr>
                            <m:t>=−1</m:t>
                          </m:r>
                          <m:r>
                            <a:rPr lang="en-US" sz="2000" b="0" i="0" smtClean="0">
                              <a:solidFill>
                                <a:schemeClr val="bg1"/>
                              </a:solidFill>
                              <a:latin typeface="Cambria Math" panose="02040503050406030204" pitchFamily="18" charset="0"/>
                              <a:ea typeface="Cambria Math" panose="02040503050406030204" pitchFamily="18" charset="0"/>
                            </a:rPr>
                            <m:t>+</m:t>
                          </m:r>
                          <m:r>
                            <m:rPr>
                              <m:sty m:val="p"/>
                            </m:rPr>
                            <a:rPr lang="en-US" sz="2000" i="0">
                              <a:solidFill>
                                <a:schemeClr val="bg1"/>
                              </a:solidFill>
                              <a:latin typeface="Cambria Math" panose="02040503050406030204" pitchFamily="18" charset="0"/>
                              <a:ea typeface="Cambria Math" panose="02040503050406030204" pitchFamily="18" charset="0"/>
                            </a:rPr>
                            <m:t>j</m:t>
                          </m:r>
                          <m:d>
                            <m:dPr>
                              <m:ctrlPr>
                                <a:rPr lang="en-US" sz="2000" i="1">
                                  <a:solidFill>
                                    <a:schemeClr val="bg1"/>
                                  </a:solidFill>
                                  <a:latin typeface="Cambria Math" panose="02040503050406030204" pitchFamily="18" charset="0"/>
                                  <a:ea typeface="Cambria Math" panose="02040503050406030204" pitchFamily="18" charset="0"/>
                                </a:rPr>
                              </m:ctrlPr>
                            </m:dPr>
                            <m:e>
                              <m:r>
                                <a:rPr lang="en-US" sz="2000" i="0">
                                  <a:solidFill>
                                    <a:schemeClr val="bg1"/>
                                  </a:solidFill>
                                  <a:latin typeface="Cambria Math" panose="02040503050406030204" pitchFamily="18" charset="0"/>
                                  <a:ea typeface="Cambria Math" panose="02040503050406030204" pitchFamily="18" charset="0"/>
                                </a:rPr>
                                <m:t>0</m:t>
                              </m:r>
                            </m:e>
                          </m:d>
                          <m:r>
                            <a:rPr lang="en-US" sz="2000" i="0">
                              <a:solidFill>
                                <a:schemeClr val="bg1"/>
                              </a:solidFill>
                              <a:latin typeface="Cambria Math" panose="02040503050406030204" pitchFamily="18" charset="0"/>
                              <a:ea typeface="Cambria Math" panose="02040503050406030204" pitchFamily="18" charset="0"/>
                            </a:rPr>
                            <m:t>=−1.</m:t>
                          </m:r>
                        </m:e>
                      </m:func>
                    </m:oMath>
                  </m:oMathPara>
                </a14:m>
                <a:endParaRPr lang="en-US" sz="2000">
                  <a:solidFill>
                    <a:schemeClr val="bg1"/>
                  </a:solidFill>
                </a:endParaRPr>
              </a:p>
              <a:p>
                <a:pPr algn="ctr"/>
                <a:endParaRPr lang="en-US" sz="2000">
                  <a:solidFill>
                    <a:schemeClr val="bg1"/>
                  </a:solidFill>
                </a:endParaRPr>
              </a:p>
              <a:p>
                <a:pPr algn="ctr"/>
                <a14:m>
                  <m:oMath xmlns:m="http://schemas.openxmlformats.org/officeDocument/2006/math">
                    <m:sSup>
                      <m:sSupPr>
                        <m:ctrlPr>
                          <a:rPr lang="en-US" sz="2000" i="1">
                            <a:solidFill>
                              <a:schemeClr val="bg1"/>
                            </a:solidFill>
                            <a:latin typeface="Cambria Math" panose="02040503050406030204" pitchFamily="18" charset="0"/>
                          </a:rPr>
                        </m:ctrlPr>
                      </m:sSupPr>
                      <m:e>
                        <m:r>
                          <m:rPr>
                            <m:sty m:val="p"/>
                          </m:rPr>
                          <a:rPr lang="en-US" sz="2000" b="0" i="0">
                            <a:solidFill>
                              <a:schemeClr val="bg1"/>
                            </a:solidFill>
                            <a:latin typeface="Cambria Math" panose="02040503050406030204" pitchFamily="18" charset="0"/>
                          </a:rPr>
                          <m:t>e</m:t>
                        </m:r>
                      </m:e>
                      <m:sup>
                        <m:r>
                          <a:rPr lang="en-US" sz="2000" b="0" i="0">
                            <a:solidFill>
                              <a:schemeClr val="bg1"/>
                            </a:solidFill>
                            <a:latin typeface="Cambria Math" panose="02040503050406030204" pitchFamily="18" charset="0"/>
                          </a:rPr>
                          <m:t>−</m:t>
                        </m:r>
                        <m:r>
                          <m:rPr>
                            <m:sty m:val="p"/>
                          </m:rPr>
                          <a:rPr lang="en-US" sz="2000" b="0" i="0">
                            <a:solidFill>
                              <a:schemeClr val="bg1"/>
                            </a:solidFill>
                            <a:latin typeface="Cambria Math" panose="02040503050406030204" pitchFamily="18" charset="0"/>
                          </a:rPr>
                          <m:t>jπ</m:t>
                        </m:r>
                      </m:sup>
                    </m:sSup>
                    <m:r>
                      <a:rPr lang="en-US" sz="2000" b="0" i="0">
                        <a:solidFill>
                          <a:schemeClr val="bg1"/>
                        </a:solidFill>
                        <a:latin typeface="Cambria Math" panose="02040503050406030204" pitchFamily="18" charset="0"/>
                      </a:rPr>
                      <m:t>=</m:t>
                    </m:r>
                    <m:sSup>
                      <m:sSupPr>
                        <m:ctrlPr>
                          <a:rPr lang="en-US" sz="2000" i="1">
                            <a:solidFill>
                              <a:schemeClr val="bg1"/>
                            </a:solidFill>
                            <a:latin typeface="Cambria Math" panose="02040503050406030204" pitchFamily="18" charset="0"/>
                          </a:rPr>
                        </m:ctrlPr>
                      </m:sSupPr>
                      <m:e>
                        <m:r>
                          <m:rPr>
                            <m:sty m:val="p"/>
                          </m:rPr>
                          <a:rPr lang="en-US" sz="2000" b="0" i="0">
                            <a:solidFill>
                              <a:schemeClr val="bg1"/>
                            </a:solidFill>
                            <a:latin typeface="Cambria Math" panose="02040503050406030204" pitchFamily="18" charset="0"/>
                          </a:rPr>
                          <m:t>e</m:t>
                        </m:r>
                      </m:e>
                      <m:sup>
                        <m:r>
                          <m:rPr>
                            <m:sty m:val="p"/>
                          </m:rPr>
                          <a:rPr lang="en-US" sz="2000" b="0" i="0">
                            <a:solidFill>
                              <a:schemeClr val="bg1"/>
                            </a:solidFill>
                            <a:latin typeface="Cambria Math" panose="02040503050406030204" pitchFamily="18" charset="0"/>
                          </a:rPr>
                          <m:t>j</m:t>
                        </m:r>
                        <m:r>
                          <m:rPr>
                            <m:sty m:val="p"/>
                          </m:rPr>
                          <a:rPr lang="en-US" sz="2000" b="0" i="0">
                            <a:solidFill>
                              <a:schemeClr val="bg1"/>
                            </a:solidFill>
                            <a:latin typeface="Cambria Math" panose="02040503050406030204" pitchFamily="18" charset="0"/>
                            <a:ea typeface="Cambria Math" panose="02040503050406030204" pitchFamily="18" charset="0"/>
                          </a:rPr>
                          <m:t>π</m:t>
                        </m:r>
                      </m:sup>
                    </m:sSup>
                    <m:r>
                      <a:rPr lang="en-US" sz="2000" b="0">
                        <a:solidFill>
                          <a:schemeClr val="bg1"/>
                        </a:solidFill>
                        <a:latin typeface="Cambria Math" panose="02040503050406030204" pitchFamily="18" charset="0"/>
                      </a:rPr>
                      <m:t>=</m:t>
                    </m:r>
                    <m:r>
                      <a:rPr lang="en-US" sz="2000" b="0" i="0" smtClean="0">
                        <a:solidFill>
                          <a:schemeClr val="bg1"/>
                        </a:solidFill>
                        <a:latin typeface="Cambria Math" panose="02040503050406030204" pitchFamily="18" charset="0"/>
                      </a:rPr>
                      <m:t>−1.</m:t>
                    </m:r>
                  </m:oMath>
                </a14:m>
                <a:r>
                  <a:rPr lang="en-US" sz="2000">
                    <a:solidFill>
                      <a:schemeClr val="bg1"/>
                    </a:solidFill>
                  </a:rPr>
                  <a:t>  </a:t>
                </a:r>
              </a:p>
            </p:txBody>
          </p:sp>
        </mc:Choice>
        <mc:Fallback xmlns="">
          <p:sp>
            <p:nvSpPr>
              <p:cNvPr id="4" name="TextBox 3"/>
              <p:cNvSpPr txBox="1">
                <a:spLocks noRot="1" noChangeAspect="1" noMove="1" noResize="1" noEditPoints="1" noAdjustHandles="1" noChangeArrowheads="1" noChangeShapeType="1" noTextEdit="1"/>
              </p:cNvSpPr>
              <p:nvPr/>
            </p:nvSpPr>
            <p:spPr>
              <a:xfrm>
                <a:off x="951787" y="877610"/>
                <a:ext cx="10222524" cy="5476243"/>
              </a:xfrm>
              <a:prstGeom prst="rect">
                <a:avLst/>
              </a:prstGeom>
              <a:blipFill rotWithShape="0">
                <a:blip r:embed="rId2"/>
                <a:stretch>
                  <a:fillRect t="-221"/>
                </a:stretch>
              </a:blipFill>
            </p:spPr>
            <p:txBody>
              <a:bodyPr/>
              <a:lstStyle/>
              <a:p>
                <a:r>
                  <a:rPr lang="en-US">
                    <a:noFill/>
                  </a:rPr>
                  <a:t> </a:t>
                </a:r>
              </a:p>
            </p:txBody>
          </p:sp>
        </mc:Fallback>
      </mc:AlternateContent>
    </p:spTree>
    <p:extLst>
      <p:ext uri="{BB962C8B-B14F-4D97-AF65-F5344CB8AC3E}">
        <p14:creationId xmlns:p14="http://schemas.microsoft.com/office/powerpoint/2010/main" val="333852594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3756455" y="-542"/>
            <a:ext cx="4486124" cy="609600"/>
          </a:xfrm>
        </p:spPr>
        <p:txBody>
          <a:bodyPr/>
          <a:lstStyle/>
          <a:p>
            <a:r>
              <a:rPr lang="en-US" sz="4000" dirty="0"/>
              <a:t>Cheating/Plagiarism</a:t>
            </a:r>
          </a:p>
        </p:txBody>
      </p:sp>
      <p:sp>
        <p:nvSpPr>
          <p:cNvPr id="2" name="Rectangle 1">
            <a:extLst>
              <a:ext uri="{FF2B5EF4-FFF2-40B4-BE49-F238E27FC236}">
                <a16:creationId xmlns:a16="http://schemas.microsoft.com/office/drawing/2014/main" id="{8DA2669B-D72B-E781-3E92-DB0C75C7A16B}"/>
              </a:ext>
            </a:extLst>
          </p:cNvPr>
          <p:cNvSpPr/>
          <p:nvPr/>
        </p:nvSpPr>
        <p:spPr>
          <a:xfrm>
            <a:off x="133927" y="788276"/>
            <a:ext cx="11924146" cy="590931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100% of BYU-I Students that knowingly cheat in their classes regret or will regret their cheating.</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First item on the CES Honor Code is “Be Honest”. Disciples of Christ should always strive to Be Honest.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Who does cheating really hurt?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The Person Cheating: The person cheating suffers long-term negative consequences of cheating, including the loss of technical and spiritual confidence. Imposter syndrome.</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Employers: Cheaters in college are more likely to cheat their future employers.</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Past and Present BYU-I graduates: Employers often seek BYU-I graduates because of a culture of honesty and integrity. Those who cheat employers risk tarnishing the good reputation of all BYU-I graduates.</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Plagiarism – </a:t>
            </a:r>
            <a:r>
              <a:rPr kumimoji="0" lang="en-US" sz="1800" b="0" i="0" u="none" strike="noStrike" kern="1200" cap="none" spc="0" normalizeH="0" baseline="0" noProof="0" dirty="0" err="1">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Claimin</a:t>
            </a: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g credit for work you didn’t do. This is Academic Dishonesty.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What about ChatGPT?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AI is a tool that </a:t>
            </a:r>
            <a:r>
              <a:rPr kumimoji="0" lang="en-US" sz="1800" b="0" i="0" u="none" strike="noStrike" kern="1200" cap="none" spc="0" normalizeH="0" baseline="0" noProof="0" dirty="0" err="1">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practing</a:t>
            </a: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 engineers can benefit from.</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Be wise.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Plagiarism – Claiming credit for work you didn’t do.</a:t>
            </a:r>
          </a:p>
        </p:txBody>
      </p:sp>
    </p:spTree>
    <p:extLst>
      <p:ext uri="{BB962C8B-B14F-4D97-AF65-F5344CB8AC3E}">
        <p14:creationId xmlns:p14="http://schemas.microsoft.com/office/powerpoint/2010/main" val="2038257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 calcmode="lin" valueType="num">
                                      <p:cBhvr additive="base">
                                        <p:cTn id="7"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anim calcmode="lin" valueType="num">
                                      <p:cBhvr additive="base">
                                        <p:cTn id="13"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anim calcmode="lin" valueType="num">
                                      <p:cBhvr additive="base">
                                        <p:cTn id="19"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7" end="7"/>
                                            </p:txEl>
                                          </p:spTgt>
                                        </p:tgtEl>
                                        <p:attrNameLst>
                                          <p:attrName>style.visibility</p:attrName>
                                        </p:attrNameLst>
                                      </p:cBhvr>
                                      <p:to>
                                        <p:strVal val="visible"/>
                                      </p:to>
                                    </p:set>
                                    <p:anim calcmode="lin" valueType="num">
                                      <p:cBhvr additive="base">
                                        <p:cTn id="25"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anim calcmode="lin" valueType="num">
                                      <p:cBhvr additive="base">
                                        <p:cTn id="31"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xEl>
                                              <p:pRg st="10" end="10"/>
                                            </p:txEl>
                                          </p:spTgt>
                                        </p:tgtEl>
                                        <p:attrNameLst>
                                          <p:attrName>style.visibility</p:attrName>
                                        </p:attrNameLst>
                                      </p:cBhvr>
                                      <p:to>
                                        <p:strVal val="visible"/>
                                      </p:to>
                                    </p:set>
                                    <p:anim calcmode="lin" valueType="num">
                                      <p:cBhvr additive="base">
                                        <p:cTn id="37" dur="500" fill="hold"/>
                                        <p:tgtEl>
                                          <p:spTgt spid="2">
                                            <p:txEl>
                                              <p:pRg st="10" end="1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
                                            <p:txEl>
                                              <p:pRg st="12" end="12"/>
                                            </p:txEl>
                                          </p:spTgt>
                                        </p:tgtEl>
                                        <p:attrNameLst>
                                          <p:attrName>style.visibility</p:attrName>
                                        </p:attrNameLst>
                                      </p:cBhvr>
                                      <p:to>
                                        <p:strVal val="visible"/>
                                      </p:to>
                                    </p:set>
                                    <p:anim calcmode="lin" valueType="num">
                                      <p:cBhvr additive="base">
                                        <p:cTn id="43" dur="500" fill="hold"/>
                                        <p:tgtEl>
                                          <p:spTgt spid="2">
                                            <p:txEl>
                                              <p:pRg st="12" end="12"/>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
                                            <p:txEl>
                                              <p:pRg st="14" end="14"/>
                                            </p:txEl>
                                          </p:spTgt>
                                        </p:tgtEl>
                                        <p:attrNameLst>
                                          <p:attrName>style.visibility</p:attrName>
                                        </p:attrNameLst>
                                      </p:cBhvr>
                                      <p:to>
                                        <p:strVal val="visible"/>
                                      </p:to>
                                    </p:set>
                                    <p:anim calcmode="lin" valueType="num">
                                      <p:cBhvr additive="base">
                                        <p:cTn id="49" dur="500" fill="hold"/>
                                        <p:tgtEl>
                                          <p:spTgt spid="2">
                                            <p:txEl>
                                              <p:pRg st="14" end="14"/>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2">
                                            <p:txEl>
                                              <p:pRg st="16" end="16"/>
                                            </p:txEl>
                                          </p:spTgt>
                                        </p:tgtEl>
                                        <p:attrNameLst>
                                          <p:attrName>style.visibility</p:attrName>
                                        </p:attrNameLst>
                                      </p:cBhvr>
                                      <p:to>
                                        <p:strVal val="visible"/>
                                      </p:to>
                                    </p:set>
                                    <p:anim calcmode="lin" valueType="num">
                                      <p:cBhvr additive="base">
                                        <p:cTn id="55" dur="500" fill="hold"/>
                                        <p:tgtEl>
                                          <p:spTgt spid="2">
                                            <p:txEl>
                                              <p:pRg st="16" end="16"/>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
                                            <p:txEl>
                                              <p:pRg st="16" end="16"/>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2">
                                            <p:txEl>
                                              <p:pRg st="18" end="18"/>
                                            </p:txEl>
                                          </p:spTgt>
                                        </p:tgtEl>
                                        <p:attrNameLst>
                                          <p:attrName>style.visibility</p:attrName>
                                        </p:attrNameLst>
                                      </p:cBhvr>
                                      <p:to>
                                        <p:strVal val="visible"/>
                                      </p:to>
                                    </p:set>
                                    <p:anim calcmode="lin" valueType="num">
                                      <p:cBhvr additive="base">
                                        <p:cTn id="61" dur="500" fill="hold"/>
                                        <p:tgtEl>
                                          <p:spTgt spid="2">
                                            <p:txEl>
                                              <p:pRg st="18" end="18"/>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2">
                                            <p:txEl>
                                              <p:pRg st="18" end="1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2549236" y="9236"/>
            <a:ext cx="6673181" cy="422433"/>
          </a:xfrm>
        </p:spPr>
        <p:txBody>
          <a:bodyPr/>
          <a:lstStyle/>
          <a:p>
            <a:r>
              <a:rPr lang="en-US" sz="4000"/>
              <a:t>Piazza – Italian Word for Plaza</a:t>
            </a:r>
          </a:p>
        </p:txBody>
      </p:sp>
      <p:sp>
        <p:nvSpPr>
          <p:cNvPr id="6" name="Rectangle 5"/>
          <p:cNvSpPr/>
          <p:nvPr/>
        </p:nvSpPr>
        <p:spPr>
          <a:xfrm>
            <a:off x="258618" y="689815"/>
            <a:ext cx="11674763" cy="507831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lvl="0" indent="-285750" fontAlgn="base">
              <a:spcBef>
                <a:spcPct val="0"/>
              </a:spcBef>
              <a:buFont typeface="Wingdings" panose="05000000000000000000" pitchFamily="2" charset="2"/>
              <a:buChar char="Ø"/>
              <a:defRPr/>
            </a:pPr>
            <a:r>
              <a:rPr kumimoji="0" lang="en-US" sz="1800" b="0" i="0" u="none" strike="noStrike" kern="1200" cap="none" spc="0" normalizeH="0" baseline="0" noProof="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Piazza is a collaborative Q&amp;A tool, accessed through Canvas, that is intended to aid </a:t>
            </a:r>
            <a:r>
              <a:rPr lang="en-US">
                <a:solidFill>
                  <a:srgbClr val="000000"/>
                </a:solidFill>
                <a:ea typeface="Cambria Math" panose="02040503050406030204" pitchFamily="18" charset="0"/>
                <a:cs typeface="Arial" panose="020B0604020202020204" pitchFamily="34" charset="0"/>
              </a:rPr>
              <a:t>in asking and answering each others questions. </a:t>
            </a:r>
            <a:endParaRPr kumimoji="0" lang="en-US" sz="1800" b="0" i="0" u="none" strike="noStrike" kern="1200" cap="none" spc="0" normalizeH="0" baseline="0" noProof="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endParaRPr>
          </a:p>
          <a:p>
            <a:pPr marL="285750" marR="0" lvl="0" indent="-285750" algn="l" defTabSz="914400" rtl="0" eaLnBrk="1" fontAlgn="base" latinLnBrk="0" hangingPunct="1">
              <a:lnSpc>
                <a:spcPct val="100000"/>
              </a:lnSpc>
              <a:spcBef>
                <a:spcPct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endParaRPr>
          </a:p>
          <a:p>
            <a:pPr marL="285750" marR="0" lvl="0" indent="-285750" algn="l" defTabSz="914400" rtl="0" eaLnBrk="1" fontAlgn="base" latinLnBrk="0" hangingPunct="1">
              <a:lnSpc>
                <a:spcPct val="100000"/>
              </a:lnSpc>
              <a:spcBef>
                <a:spcPct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You can post questions by name or anonymously, and also answer questions posted by others.</a:t>
            </a:r>
          </a:p>
          <a:p>
            <a:pPr marL="285750" marR="0" lvl="0" indent="-285750" algn="l" defTabSz="914400" rtl="0" eaLnBrk="1" fontAlgn="base" latinLnBrk="0" hangingPunct="1">
              <a:lnSpc>
                <a:spcPct val="100000"/>
              </a:lnSpc>
              <a:spcBef>
                <a:spcPct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endParaRPr>
          </a:p>
          <a:p>
            <a:pPr marL="285750" marR="0" lvl="0" indent="-285750" algn="l" defTabSz="914400" rtl="0" eaLnBrk="1" fontAlgn="base" latinLnBrk="0" hangingPunct="1">
              <a:lnSpc>
                <a:spcPct val="100000"/>
              </a:lnSpc>
              <a:spcBef>
                <a:spcPct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Answers to questions can be upvoted so that the best answers appear first.</a:t>
            </a:r>
          </a:p>
          <a:p>
            <a:pPr marL="285750" marR="0" lvl="0" indent="-285750" algn="l" defTabSz="914400" rtl="0" eaLnBrk="1" fontAlgn="base" latinLnBrk="0" hangingPunct="1">
              <a:lnSpc>
                <a:spcPct val="100000"/>
              </a:lnSpc>
              <a:spcBef>
                <a:spcPct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endParaRPr>
          </a:p>
          <a:p>
            <a:pPr marL="285750" marR="0" lvl="0" indent="-285750" algn="l" defTabSz="914400" rtl="0" eaLnBrk="1" fontAlgn="base" latinLnBrk="0" hangingPunct="1">
              <a:lnSpc>
                <a:spcPct val="100000"/>
              </a:lnSpc>
              <a:spcBef>
                <a:spcPct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a:ln>
                  <a:noFill/>
                </a:ln>
                <a:solidFill>
                  <a:srgbClr val="000000"/>
                </a:solidFill>
                <a:effectLst/>
                <a:uLnTx/>
                <a:uFillTx/>
                <a:latin typeface="Cambria" panose="02040503050406030204"/>
                <a:ea typeface="Calibri" panose="020F0502020204030204" pitchFamily="34" charset="0"/>
                <a:cs typeface="Times New Roman" panose="02020603050405020304" pitchFamily="18" charset="0"/>
              </a:rPr>
              <a:t>Since questions can be asked anonymously, please don’t let your important questions go unanswered. </a:t>
            </a:r>
          </a:p>
          <a:p>
            <a:pPr marL="285750" marR="0" lvl="0" indent="-285750" algn="l" defTabSz="914400" rtl="0" eaLnBrk="1" fontAlgn="base" latinLnBrk="0" hangingPunct="1">
              <a:lnSpc>
                <a:spcPct val="100000"/>
              </a:lnSpc>
              <a:spcBef>
                <a:spcPct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a:ln>
                <a:noFill/>
              </a:ln>
              <a:solidFill>
                <a:srgbClr val="000000"/>
              </a:solidFill>
              <a:effectLst/>
              <a:uLnTx/>
              <a:uFillTx/>
              <a:latin typeface="Cambria" panose="02040503050406030204"/>
              <a:ea typeface="Calibri" panose="020F0502020204030204" pitchFamily="34" charset="0"/>
              <a:cs typeface="Times New Roman" panose="02020603050405020304" pitchFamily="18" charset="0"/>
            </a:endParaRPr>
          </a:p>
          <a:p>
            <a:pPr marL="285750" marR="0" lvl="0" indent="-285750" algn="l" defTabSz="914400" rtl="0" eaLnBrk="1" fontAlgn="base" latinLnBrk="0" hangingPunct="1">
              <a:lnSpc>
                <a:spcPct val="100000"/>
              </a:lnSpc>
              <a:spcBef>
                <a:spcPct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a:ln>
                  <a:noFill/>
                </a:ln>
                <a:solidFill>
                  <a:srgbClr val="000000"/>
                </a:solidFill>
                <a:effectLst/>
                <a:uLnTx/>
                <a:uFillTx/>
                <a:latin typeface="Cambria" panose="02040503050406030204"/>
                <a:ea typeface="Calibri" panose="020F0502020204030204" pitchFamily="34" charset="0"/>
                <a:cs typeface="Times New Roman" panose="02020603050405020304" pitchFamily="18" charset="0"/>
              </a:rPr>
              <a:t>Piazza is organized by folders that include “general technical questions”, “quizzes”, “</a:t>
            </a:r>
            <a:r>
              <a:rPr kumimoji="0" lang="en-US" sz="1800" b="0" i="0" u="none" strike="noStrike" kern="1200" cap="none" spc="0" normalizeH="0" baseline="0" noProof="0" err="1">
                <a:ln>
                  <a:noFill/>
                </a:ln>
                <a:solidFill>
                  <a:srgbClr val="000000"/>
                </a:solidFill>
                <a:effectLst/>
                <a:uLnTx/>
                <a:uFillTx/>
                <a:latin typeface="Cambria" panose="02040503050406030204"/>
                <a:ea typeface="Calibri" panose="020F0502020204030204" pitchFamily="34" charset="0"/>
                <a:cs typeface="Times New Roman" panose="02020603050405020304" pitchFamily="18" charset="0"/>
              </a:rPr>
              <a:t>hws</a:t>
            </a:r>
            <a:r>
              <a:rPr kumimoji="0" lang="en-US" sz="1800" b="0" i="0" u="none" strike="noStrike" kern="1200" cap="none" spc="0" normalizeH="0" baseline="0" noProof="0">
                <a:ln>
                  <a:noFill/>
                </a:ln>
                <a:solidFill>
                  <a:srgbClr val="000000"/>
                </a:solidFill>
                <a:effectLst/>
                <a:uLnTx/>
                <a:uFillTx/>
                <a:latin typeface="Cambria" panose="02040503050406030204"/>
                <a:ea typeface="Calibri" panose="020F0502020204030204" pitchFamily="34" charset="0"/>
                <a:cs typeface="Times New Roman" panose="02020603050405020304" pitchFamily="18" charset="0"/>
              </a:rPr>
              <a:t>”, “labs”, “logistics” and “other”. The “</a:t>
            </a:r>
            <a:r>
              <a:rPr kumimoji="0" lang="en-US" sz="1800" b="0" i="0" u="none" strike="noStrike" kern="1200" cap="none" spc="0" normalizeH="0" baseline="0" noProof="0" err="1">
                <a:ln>
                  <a:noFill/>
                </a:ln>
                <a:solidFill>
                  <a:srgbClr val="000000"/>
                </a:solidFill>
                <a:effectLst/>
                <a:uLnTx/>
                <a:uFillTx/>
                <a:latin typeface="Cambria" panose="02040503050406030204"/>
                <a:ea typeface="Calibri" panose="020F0502020204030204" pitchFamily="34" charset="0"/>
                <a:cs typeface="Times New Roman" panose="02020603050405020304" pitchFamily="18" charset="0"/>
              </a:rPr>
              <a:t>hws</a:t>
            </a:r>
            <a:r>
              <a:rPr kumimoji="0" lang="en-US" sz="1800" b="0" i="0" u="none" strike="noStrike" kern="1200" cap="none" spc="0" normalizeH="0" baseline="0" noProof="0">
                <a:ln>
                  <a:noFill/>
                </a:ln>
                <a:solidFill>
                  <a:srgbClr val="000000"/>
                </a:solidFill>
                <a:effectLst/>
                <a:uLnTx/>
                <a:uFillTx/>
                <a:latin typeface="Cambria" panose="02040503050406030204"/>
                <a:ea typeface="Calibri" panose="020F0502020204030204" pitchFamily="34" charset="0"/>
                <a:cs typeface="Times New Roman" panose="02020603050405020304" pitchFamily="18" charset="0"/>
              </a:rPr>
              <a:t>” and “labs” folders have subfolders for individual assignments. So please navigate to the appropriate folder prior to posting.</a:t>
            </a:r>
          </a:p>
          <a:p>
            <a:pPr marL="285750" marR="0" lvl="0" indent="-285750" algn="l" defTabSz="914400" rtl="0" eaLnBrk="1" fontAlgn="base" latinLnBrk="0" hangingPunct="1">
              <a:lnSpc>
                <a:spcPct val="100000"/>
              </a:lnSpc>
              <a:spcBef>
                <a:spcPct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endParaRPr>
          </a:p>
          <a:p>
            <a:pPr marL="285750" marR="0" lvl="0" indent="-285750" algn="l" defTabSz="914400" rtl="0" eaLnBrk="1" fontAlgn="base" latinLnBrk="0" hangingPunct="1">
              <a:lnSpc>
                <a:spcPct val="100000"/>
              </a:lnSpc>
              <a:spcBef>
                <a:spcPct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Piazza is to be the main way of asking course related questions outside of class and/or help sessions.</a:t>
            </a:r>
          </a:p>
          <a:p>
            <a:pPr marL="285750" marR="0" lvl="0" indent="-285750" algn="l" defTabSz="914400" rtl="0" eaLnBrk="1" fontAlgn="base" latinLnBrk="0" hangingPunct="1">
              <a:lnSpc>
                <a:spcPct val="100000"/>
              </a:lnSpc>
              <a:spcBef>
                <a:spcPct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endParaRPr>
          </a:p>
          <a:p>
            <a:pPr marL="285750" marR="0" lvl="0" indent="-285750" algn="l" defTabSz="914400" rtl="0" eaLnBrk="1" fontAlgn="base" latinLnBrk="0" hangingPunct="1">
              <a:lnSpc>
                <a:spcPct val="100000"/>
              </a:lnSpc>
              <a:spcBef>
                <a:spcPct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Piazza is an online way to “Teach One Another”, which is an important process in the BYU-I Learning model.</a:t>
            </a:r>
          </a:p>
          <a:p>
            <a:pPr marL="285750" marR="0" lvl="0" indent="-285750" algn="l" defTabSz="914400" rtl="0" eaLnBrk="1" fontAlgn="base" latinLnBrk="0" hangingPunct="1">
              <a:lnSpc>
                <a:spcPct val="100000"/>
              </a:lnSpc>
              <a:spcBef>
                <a:spcPct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endParaRPr>
          </a:p>
          <a:p>
            <a:pPr marL="285750" marR="0" lvl="0" indent="-285750" algn="l" defTabSz="914400" rtl="0" eaLnBrk="1" fontAlgn="base" latinLnBrk="0" hangingPunct="1">
              <a:lnSpc>
                <a:spcPct val="100000"/>
              </a:lnSpc>
              <a:spcBef>
                <a:spcPct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A short homework assignment due in two days asks you to Post </a:t>
            </a:r>
            <a:r>
              <a:rPr lang="en-US">
                <a:solidFill>
                  <a:srgbClr val="000000"/>
                </a:solidFill>
                <a:latin typeface="Cambria" panose="02040503050406030204"/>
                <a:ea typeface="Cambria Math" panose="02040503050406030204" pitchFamily="18" charset="0"/>
                <a:cs typeface="Arial" panose="020B0604020202020204" pitchFamily="34" charset="0"/>
                <a:sym typeface="Wingdings" panose="05000000000000000000" pitchFamily="2" charset="2"/>
              </a:rPr>
              <a:t></a:t>
            </a:r>
            <a:r>
              <a:rPr kumimoji="0" lang="en-US" sz="1800" b="0" i="0" u="none" strike="noStrike" kern="1200" cap="none" spc="0" normalizeH="0" baseline="0" noProof="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 Note on Piazza.</a:t>
            </a:r>
          </a:p>
        </p:txBody>
      </p:sp>
    </p:spTree>
    <p:extLst>
      <p:ext uri="{BB962C8B-B14F-4D97-AF65-F5344CB8AC3E}">
        <p14:creationId xmlns:p14="http://schemas.microsoft.com/office/powerpoint/2010/main" val="2905076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6" end="6"/>
                                            </p:txEl>
                                          </p:spTgt>
                                        </p:tgtEl>
                                        <p:attrNameLst>
                                          <p:attrName>style.visibility</p:attrName>
                                        </p:attrNameLst>
                                      </p:cBhvr>
                                      <p:to>
                                        <p:strVal val="visible"/>
                                      </p:to>
                                    </p:set>
                                    <p:anim calcmode="lin" valueType="num">
                                      <p:cBhvr additive="base">
                                        <p:cTn id="7"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8" end="8"/>
                                            </p:txEl>
                                          </p:spTgt>
                                        </p:tgtEl>
                                        <p:attrNameLst>
                                          <p:attrName>style.visibility</p:attrName>
                                        </p:attrNameLst>
                                      </p:cBhvr>
                                      <p:to>
                                        <p:strVal val="visible"/>
                                      </p:to>
                                    </p:set>
                                    <p:anim calcmode="lin" valueType="num">
                                      <p:cBhvr additive="base">
                                        <p:cTn id="13" dur="500" fill="hold"/>
                                        <p:tgtEl>
                                          <p:spTgt spid="6">
                                            <p:txEl>
                                              <p:pRg st="8" end="8"/>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10" end="10"/>
                                            </p:txEl>
                                          </p:spTgt>
                                        </p:tgtEl>
                                        <p:attrNameLst>
                                          <p:attrName>style.visibility</p:attrName>
                                        </p:attrNameLst>
                                      </p:cBhvr>
                                      <p:to>
                                        <p:strVal val="visible"/>
                                      </p:to>
                                    </p:set>
                                    <p:anim calcmode="lin" valueType="num">
                                      <p:cBhvr additive="base">
                                        <p:cTn id="19" dur="500" fill="hold"/>
                                        <p:tgtEl>
                                          <p:spTgt spid="6">
                                            <p:txEl>
                                              <p:pRg st="10" end="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10" end="10"/>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6">
                                            <p:txEl>
                                              <p:pRg st="12" end="12"/>
                                            </p:txEl>
                                          </p:spTgt>
                                        </p:tgtEl>
                                        <p:attrNameLst>
                                          <p:attrName>style.visibility</p:attrName>
                                        </p:attrNameLst>
                                      </p:cBhvr>
                                      <p:to>
                                        <p:strVal val="visible"/>
                                      </p:to>
                                    </p:set>
                                    <p:anim calcmode="lin" valueType="num">
                                      <p:cBhvr additive="base">
                                        <p:cTn id="23" dur="500" fill="hold"/>
                                        <p:tgtEl>
                                          <p:spTgt spid="6">
                                            <p:txEl>
                                              <p:pRg st="12" end="1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6">
                                            <p:txEl>
                                              <p:pRg st="14" end="14"/>
                                            </p:txEl>
                                          </p:spTgt>
                                        </p:tgtEl>
                                        <p:attrNameLst>
                                          <p:attrName>style.visibility</p:attrName>
                                        </p:attrNameLst>
                                      </p:cBhvr>
                                      <p:to>
                                        <p:strVal val="visible"/>
                                      </p:to>
                                    </p:set>
                                    <p:anim calcmode="lin" valueType="num">
                                      <p:cBhvr additive="base">
                                        <p:cTn id="29" dur="500" fill="hold"/>
                                        <p:tgtEl>
                                          <p:spTgt spid="6">
                                            <p:txEl>
                                              <p:pRg st="14" end="1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oftwareDevelopment">
  <a:themeElements>
    <a:clrScheme name="BYU-Idaho">
      <a:dk1>
        <a:srgbClr val="283D5E"/>
      </a:dk1>
      <a:lt1>
        <a:srgbClr val="FFFFFF"/>
      </a:lt1>
      <a:dk2>
        <a:srgbClr val="466BA6"/>
      </a:dk2>
      <a:lt2>
        <a:srgbClr val="000000"/>
      </a:lt2>
      <a:accent1>
        <a:srgbClr val="CACFD1"/>
      </a:accent1>
      <a:accent2>
        <a:srgbClr val="A8B1B4"/>
      </a:accent2>
      <a:accent3>
        <a:srgbClr val="95ADD3"/>
      </a:accent3>
      <a:accent4>
        <a:srgbClr val="DADADA"/>
      </a:accent4>
      <a:accent5>
        <a:srgbClr val="E1E4E5"/>
      </a:accent5>
      <a:accent6>
        <a:srgbClr val="B7BBBD"/>
      </a:accent6>
      <a:hlink>
        <a:srgbClr val="CACFD1"/>
      </a:hlink>
      <a:folHlink>
        <a:srgbClr val="CACFD1"/>
      </a:folHlink>
    </a:clrScheme>
    <a:fontScheme name="BYU-Idaho">
      <a:majorFont>
        <a:latin typeface="Galliard BT"/>
        <a:ea typeface=""/>
        <a:cs typeface=""/>
      </a:majorFont>
      <a:minorFont>
        <a:latin typeface="Galliard B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lue Segoe 4-3 template-template_April-17-2007">
  <a:themeElements>
    <a:clrScheme name="Custom 14">
      <a:dk1>
        <a:srgbClr val="000000"/>
      </a:dk1>
      <a:lt1>
        <a:srgbClr val="FFFFFF"/>
      </a:lt1>
      <a:dk2>
        <a:srgbClr val="050595"/>
      </a:dk2>
      <a:lt2>
        <a:srgbClr val="FFFF99"/>
      </a:lt2>
      <a:accent1>
        <a:srgbClr val="FFC000"/>
      </a:accent1>
      <a:accent2>
        <a:srgbClr val="3497AE"/>
      </a:accent2>
      <a:accent3>
        <a:srgbClr val="DF8045"/>
      </a:accent3>
      <a:accent4>
        <a:srgbClr val="7DCC2E"/>
      </a:accent4>
      <a:accent5>
        <a:srgbClr val="FF9929"/>
      </a:accent5>
      <a:accent6>
        <a:srgbClr val="7D3DA1"/>
      </a:accent6>
      <a:hlink>
        <a:srgbClr val="3030F8"/>
      </a:hlink>
      <a:folHlink>
        <a:srgbClr val="7575FA"/>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rgbClr val="FFFFFF"/>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ppt/theme/theme3.xml><?xml version="1.0" encoding="utf-8"?>
<a:theme xmlns:a="http://schemas.openxmlformats.org/drawingml/2006/main" name="2_Blue Segoe 4-3 template-template_April-17-2007">
  <a:themeElements>
    <a:clrScheme name="Custom 14">
      <a:dk1>
        <a:srgbClr val="000000"/>
      </a:dk1>
      <a:lt1>
        <a:srgbClr val="FFFFFF"/>
      </a:lt1>
      <a:dk2>
        <a:srgbClr val="050595"/>
      </a:dk2>
      <a:lt2>
        <a:srgbClr val="FFFF99"/>
      </a:lt2>
      <a:accent1>
        <a:srgbClr val="FFC000"/>
      </a:accent1>
      <a:accent2>
        <a:srgbClr val="3497AE"/>
      </a:accent2>
      <a:accent3>
        <a:srgbClr val="DF8045"/>
      </a:accent3>
      <a:accent4>
        <a:srgbClr val="7DCC2E"/>
      </a:accent4>
      <a:accent5>
        <a:srgbClr val="FF9929"/>
      </a:accent5>
      <a:accent6>
        <a:srgbClr val="7D3DA1"/>
      </a:accent6>
      <a:hlink>
        <a:srgbClr val="3030F8"/>
      </a:hlink>
      <a:folHlink>
        <a:srgbClr val="7575F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rgbClr val="FFFFFF"/>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ppt/theme/theme4.xml><?xml version="1.0" encoding="utf-8"?>
<a:theme xmlns:a="http://schemas.openxmlformats.org/drawingml/2006/main" name="1_Blue Segoe 4-3 template-template_April-17-2007">
  <a:themeElements>
    <a:clrScheme name="Custom 16">
      <a:dk1>
        <a:srgbClr val="000000"/>
      </a:dk1>
      <a:lt1>
        <a:srgbClr val="FFFFFF"/>
      </a:lt1>
      <a:dk2>
        <a:srgbClr val="050595"/>
      </a:dk2>
      <a:lt2>
        <a:srgbClr val="FFFF99"/>
      </a:lt2>
      <a:accent1>
        <a:srgbClr val="FFC000"/>
      </a:accent1>
      <a:accent2>
        <a:srgbClr val="3497AE"/>
      </a:accent2>
      <a:accent3>
        <a:srgbClr val="DF8045"/>
      </a:accent3>
      <a:accent4>
        <a:srgbClr val="7DCC2E"/>
      </a:accent4>
      <a:accent5>
        <a:srgbClr val="FF9929"/>
      </a:accent5>
      <a:accent6>
        <a:srgbClr val="7D3DA1"/>
      </a:accent6>
      <a:hlink>
        <a:srgbClr val="000000"/>
      </a:hlink>
      <a:folHlink>
        <a:srgbClr val="7F7F7F"/>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rgbClr val="FFFFFF"/>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ppt/theme/theme5.xml><?xml version="1.0" encoding="utf-8"?>
<a:theme xmlns:a="http://schemas.openxmlformats.org/drawingml/2006/main" name="3_Blue Segoe 4-3 template-template_April-17-2007">
  <a:themeElements>
    <a:clrScheme name="Custom 1">
      <a:dk1>
        <a:srgbClr val="000000"/>
      </a:dk1>
      <a:lt1>
        <a:srgbClr val="FFFFFF"/>
      </a:lt1>
      <a:dk2>
        <a:srgbClr val="050595"/>
      </a:dk2>
      <a:lt2>
        <a:srgbClr val="FFFF99"/>
      </a:lt2>
      <a:accent1>
        <a:srgbClr val="FFC000"/>
      </a:accent1>
      <a:accent2>
        <a:srgbClr val="3497AE"/>
      </a:accent2>
      <a:accent3>
        <a:srgbClr val="DF8045"/>
      </a:accent3>
      <a:accent4>
        <a:srgbClr val="7DCC2E"/>
      </a:accent4>
      <a:accent5>
        <a:srgbClr val="FF9929"/>
      </a:accent5>
      <a:accent6>
        <a:srgbClr val="7D3DA1"/>
      </a:accent6>
      <a:hlink>
        <a:srgbClr val="F52648"/>
      </a:hlink>
      <a:folHlink>
        <a:srgbClr val="7DDDFF"/>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rgbClr val="FFFFFF"/>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extLst>
    <a:ext uri="{05A4C25C-085E-4340-85A3-A5531E510DB2}">
      <thm15:themeFamily xmlns:thm15="http://schemas.microsoft.com/office/thememl/2012/main" name="Presentation12" id="{506EC61B-D161-7244-94C2-2E195C8AD8D6}" vid="{661BE6DF-DD78-4A41-B7F3-EF398AAD3C5A}"/>
    </a:ext>
  </a:extLst>
</a:theme>
</file>

<file path=ppt/theme/theme6.xml><?xml version="1.0" encoding="utf-8"?>
<a:theme xmlns:a="http://schemas.openxmlformats.org/drawingml/2006/main" name="4_Blue Segoe 4-3 template-template_April-17-2007">
  <a:themeElements>
    <a:clrScheme name="Blue Template-Template">
      <a:dk1>
        <a:srgbClr val="000000"/>
      </a:dk1>
      <a:lt1>
        <a:srgbClr val="FFFFFF"/>
      </a:lt1>
      <a:dk2>
        <a:srgbClr val="050595"/>
      </a:dk2>
      <a:lt2>
        <a:srgbClr val="FFFF99"/>
      </a:lt2>
      <a:accent1>
        <a:srgbClr val="FFC000"/>
      </a:accent1>
      <a:accent2>
        <a:srgbClr val="3497AE"/>
      </a:accent2>
      <a:accent3>
        <a:srgbClr val="DF8045"/>
      </a:accent3>
      <a:accent4>
        <a:srgbClr val="7DCC2E"/>
      </a:accent4>
      <a:accent5>
        <a:srgbClr val="FF9929"/>
      </a:accent5>
      <a:accent6>
        <a:srgbClr val="7D3DA1"/>
      </a:accent6>
      <a:hlink>
        <a:srgbClr val="F3EB4F"/>
      </a:hlink>
      <a:folHlink>
        <a:srgbClr val="7DDDFF"/>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rgbClr val="FFFFFF"/>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ppt/theme/theme7.xml><?xml version="1.0" encoding="utf-8"?>
<a:theme xmlns:a="http://schemas.openxmlformats.org/drawingml/2006/main" name="6_Blue Segoe 4-3 template-template_April-17-2007">
  <a:themeElements>
    <a:clrScheme name="Custom 22">
      <a:dk1>
        <a:srgbClr val="000000"/>
      </a:dk1>
      <a:lt1>
        <a:srgbClr val="FFFFFF"/>
      </a:lt1>
      <a:dk2>
        <a:srgbClr val="3030F8"/>
      </a:dk2>
      <a:lt2>
        <a:srgbClr val="FFFF99"/>
      </a:lt2>
      <a:accent1>
        <a:srgbClr val="FFC000"/>
      </a:accent1>
      <a:accent2>
        <a:srgbClr val="3497AE"/>
      </a:accent2>
      <a:accent3>
        <a:srgbClr val="DF8045"/>
      </a:accent3>
      <a:accent4>
        <a:srgbClr val="7DCC2E"/>
      </a:accent4>
      <a:accent5>
        <a:srgbClr val="FF9929"/>
      </a:accent5>
      <a:accent6>
        <a:srgbClr val="7D3DA1"/>
      </a:accent6>
      <a:hlink>
        <a:srgbClr val="0707D6"/>
      </a:hlink>
      <a:folHlink>
        <a:srgbClr val="5757F9"/>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rgbClr val="FFFFFF"/>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ppt/theme/theme8.xml><?xml version="1.0" encoding="utf-8"?>
<a:theme xmlns:a="http://schemas.openxmlformats.org/drawingml/2006/main" name="7_Blue Segoe 4-3 template-template_April-17-2007">
  <a:themeElements>
    <a:clrScheme name="Blue Template-Template">
      <a:dk1>
        <a:srgbClr val="000000"/>
      </a:dk1>
      <a:lt1>
        <a:srgbClr val="FFFFFF"/>
      </a:lt1>
      <a:dk2>
        <a:srgbClr val="050595"/>
      </a:dk2>
      <a:lt2>
        <a:srgbClr val="FFFF99"/>
      </a:lt2>
      <a:accent1>
        <a:srgbClr val="FFC000"/>
      </a:accent1>
      <a:accent2>
        <a:srgbClr val="3497AE"/>
      </a:accent2>
      <a:accent3>
        <a:srgbClr val="DF8045"/>
      </a:accent3>
      <a:accent4>
        <a:srgbClr val="7DCC2E"/>
      </a:accent4>
      <a:accent5>
        <a:srgbClr val="FF9929"/>
      </a:accent5>
      <a:accent6>
        <a:srgbClr val="7D3DA1"/>
      </a:accent6>
      <a:hlink>
        <a:srgbClr val="F3EB4F"/>
      </a:hlink>
      <a:folHlink>
        <a:srgbClr val="7DDDFF"/>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rgbClr val="FFFFFF"/>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extLst>
    <a:ext uri="{05A4C25C-085E-4340-85A3-A5531E510DB2}">
      <thm15:themeFamily xmlns:thm15="http://schemas.microsoft.com/office/thememl/2012/main" name="Presentation12" id="{506EC61B-D161-7244-94C2-2E195C8AD8D6}" vid="{661BE6DF-DD78-4A41-B7F3-EF398AAD3C5A}"/>
    </a:ext>
  </a:extLst>
</a:theme>
</file>

<file path=ppt/theme/theme9.xml><?xml version="1.0" encoding="utf-8"?>
<a:theme xmlns:a="http://schemas.openxmlformats.org/drawingml/2006/main" name="11_Blue Segoe 4-3 template-template_April-17-2007">
  <a:themeElements>
    <a:clrScheme name="Custom 14">
      <a:dk1>
        <a:srgbClr val="000000"/>
      </a:dk1>
      <a:lt1>
        <a:srgbClr val="FFFFFF"/>
      </a:lt1>
      <a:dk2>
        <a:srgbClr val="050595"/>
      </a:dk2>
      <a:lt2>
        <a:srgbClr val="FFFF99"/>
      </a:lt2>
      <a:accent1>
        <a:srgbClr val="FFC000"/>
      </a:accent1>
      <a:accent2>
        <a:srgbClr val="3497AE"/>
      </a:accent2>
      <a:accent3>
        <a:srgbClr val="DF8045"/>
      </a:accent3>
      <a:accent4>
        <a:srgbClr val="7DCC2E"/>
      </a:accent4>
      <a:accent5>
        <a:srgbClr val="FF9929"/>
      </a:accent5>
      <a:accent6>
        <a:srgbClr val="7D3DA1"/>
      </a:accent6>
      <a:hlink>
        <a:srgbClr val="3030F8"/>
      </a:hlink>
      <a:folHlink>
        <a:srgbClr val="7575FA"/>
      </a:folHlink>
    </a:clrScheme>
    <a:fontScheme name="Cambria-Calibri">
      <a:majorFont>
        <a:latin typeface="Cambria" panose="02040503050406030204"/>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rgbClr val="FFFFFF"/>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ppt/theme/theme10.xml><?xml version="1.0" encoding="utf-8"?>
<a:theme xmlns:a="http://schemas.openxmlformats.org/drawingml/2006/main" name="9_Blue Segoe 4-3 template-template_April-17-2007">
  <a:themeElements>
    <a:clrScheme name="Blue Template-Template">
      <a:dk1>
        <a:srgbClr val="000000"/>
      </a:dk1>
      <a:lt1>
        <a:srgbClr val="FFFFFF"/>
      </a:lt1>
      <a:dk2>
        <a:srgbClr val="050595"/>
      </a:dk2>
      <a:lt2>
        <a:srgbClr val="FFFF99"/>
      </a:lt2>
      <a:accent1>
        <a:srgbClr val="FFC000"/>
      </a:accent1>
      <a:accent2>
        <a:srgbClr val="3497AE"/>
      </a:accent2>
      <a:accent3>
        <a:srgbClr val="DF8045"/>
      </a:accent3>
      <a:accent4>
        <a:srgbClr val="7DCC2E"/>
      </a:accent4>
      <a:accent5>
        <a:srgbClr val="FF9929"/>
      </a:accent5>
      <a:accent6>
        <a:srgbClr val="7D3DA1"/>
      </a:accent6>
      <a:hlink>
        <a:srgbClr val="F3EB4F"/>
      </a:hlink>
      <a:folHlink>
        <a:srgbClr val="7DDDFF"/>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rgbClr val="FFFFFF"/>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Theme">
  <a:themeElements>
    <a:clrScheme name="Custom 10">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00000"/>
      </a:hlink>
      <a:folHlink>
        <a:srgbClr val="3F3F3F"/>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9275</TotalTime>
  <Words>9953</Words>
  <Application>Microsoft Office PowerPoint</Application>
  <PresentationFormat>Widescreen</PresentationFormat>
  <Paragraphs>1183</Paragraphs>
  <Slides>79</Slides>
  <Notes>30</Notes>
  <HiddenSlides>0</HiddenSlides>
  <MMClips>0</MMClips>
  <ScaleCrop>false</ScaleCrop>
  <HeadingPairs>
    <vt:vector size="6" baseType="variant">
      <vt:variant>
        <vt:lpstr>Fonts Used</vt:lpstr>
      </vt:variant>
      <vt:variant>
        <vt:i4>6</vt:i4>
      </vt:variant>
      <vt:variant>
        <vt:lpstr>Theme</vt:lpstr>
      </vt:variant>
      <vt:variant>
        <vt:i4>10</vt:i4>
      </vt:variant>
      <vt:variant>
        <vt:lpstr>Slide Titles</vt:lpstr>
      </vt:variant>
      <vt:variant>
        <vt:i4>79</vt:i4>
      </vt:variant>
    </vt:vector>
  </HeadingPairs>
  <TitlesOfParts>
    <vt:vector size="95" baseType="lpstr">
      <vt:lpstr>Arial</vt:lpstr>
      <vt:lpstr>Calibri</vt:lpstr>
      <vt:lpstr>Courier New</vt:lpstr>
      <vt:lpstr>Cambria</vt:lpstr>
      <vt:lpstr>Cambria Math</vt:lpstr>
      <vt:lpstr>Wingdings</vt:lpstr>
      <vt:lpstr>SoftwareDevelopment</vt:lpstr>
      <vt:lpstr>Blue Segoe 4-3 template-template_April-17-2007</vt:lpstr>
      <vt:lpstr>2_Blue Segoe 4-3 template-template_April-17-2007</vt:lpstr>
      <vt:lpstr>1_Blue Segoe 4-3 template-template_April-17-2007</vt:lpstr>
      <vt:lpstr>3_Blue Segoe 4-3 template-template_April-17-2007</vt:lpstr>
      <vt:lpstr>4_Blue Segoe 4-3 template-template_April-17-2007</vt:lpstr>
      <vt:lpstr>6_Blue Segoe 4-3 template-template_April-17-2007</vt:lpstr>
      <vt:lpstr>7_Blue Segoe 4-3 template-template_April-17-2007</vt:lpstr>
      <vt:lpstr>11_Blue Segoe 4-3 template-template_April-17-2007</vt:lpstr>
      <vt:lpstr>9_Blue Segoe 4-3 template-template_April-17-2007</vt:lpstr>
      <vt:lpstr>ECEN 390 Electromagnetics</vt:lpstr>
      <vt:lpstr> Sign-Up Sheets</vt:lpstr>
      <vt:lpstr>Grading Overview</vt:lpstr>
      <vt:lpstr>ECEN 390 - ebook and Software</vt:lpstr>
      <vt:lpstr>iClicker for In-Class Quizzes</vt:lpstr>
      <vt:lpstr> ECEN 390 Format and Suggestions</vt:lpstr>
      <vt:lpstr> ECEN 390 Language Challenge</vt:lpstr>
      <vt:lpstr> ECEN 390 – Electromagnetics  Relevance</vt:lpstr>
      <vt:lpstr>Internship and Job Preparation</vt:lpstr>
      <vt:lpstr>ECEN 390 – Electromagnetics Topics</vt:lpstr>
      <vt:lpstr> Electromagnetics Development Time Line</vt:lpstr>
      <vt:lpstr> Telecommunications Development Time Line</vt:lpstr>
      <vt:lpstr>Notational Summary</vt:lpstr>
      <vt:lpstr>Dimensions and Units</vt:lpstr>
      <vt:lpstr>Fundamental Forces of Nature</vt:lpstr>
      <vt:lpstr>Newton’s and Coulomb’s Law</vt:lpstr>
      <vt:lpstr>Coulomb’s Law (Continued)</vt:lpstr>
      <vt:lpstr>Newton’s and Coulomb’s Law (Continued)</vt:lpstr>
      <vt:lpstr>Vector Addition</vt:lpstr>
      <vt:lpstr>Vector Subtraction</vt:lpstr>
      <vt:lpstr>Electric Fields</vt:lpstr>
      <vt:lpstr>PowerPoint Presentation</vt:lpstr>
      <vt:lpstr>PowerPoint Presentation</vt:lpstr>
      <vt:lpstr>Waves</vt:lpstr>
      <vt:lpstr>Radian Angles</vt:lpstr>
      <vt:lpstr>Sinusoidal Waveforms and Phase Lead</vt:lpstr>
      <vt:lpstr>Sinusoidal Waveforms and Phase Lead (Continued)</vt:lpstr>
      <vt:lpstr>Sinusoidal Waveforms and Phase Lag</vt:lpstr>
      <vt:lpstr>PowerPoint Presentation</vt:lpstr>
      <vt:lpstr>PowerPoint Presentation</vt:lpstr>
      <vt:lpstr>Wave Propagation</vt:lpstr>
      <vt:lpstr>Formal Derivation of Phase Velocity of a Traveling Wave</vt:lpstr>
      <vt:lpstr>Traveling Sinusoidal Waves in Lossless Medium</vt:lpstr>
      <vt:lpstr>Angular Frequency ω and Wavenumber β</vt:lpstr>
      <vt:lpstr>Sinusoidal Voltage Wave Traveling in a Positive x Direction</vt:lpstr>
      <vt:lpstr>Sinusoidal Voltage Wave Traveling in a Negative x Direction</vt:lpstr>
      <vt:lpstr>Traveling Waves</vt:lpstr>
      <vt:lpstr>Traveling Sinusoidal Wave in a Lossy Medium</vt:lpstr>
      <vt:lpstr>Damped Sinusoidal Example 1</vt:lpstr>
      <vt:lpstr>Damped Sinusoidal Example 2</vt:lpstr>
      <vt:lpstr>Electromagnetic Spectrum</vt:lpstr>
      <vt:lpstr>Electromagnetic Spectrum</vt:lpstr>
      <vt:lpstr>US Frequency Allocation Chart</vt:lpstr>
      <vt:lpstr>Cartesian (Rectangular) and Polar Coordinates</vt:lpstr>
      <vt:lpstr>Cartesian (Rectangular) and Polar Coordinates</vt:lpstr>
      <vt:lpstr>MATLAB Cartesian (Rectangular) and Polar Coordinate Conversions</vt:lpstr>
      <vt:lpstr>PowerPoint Presentation</vt:lpstr>
      <vt:lpstr>PowerPoint Presentation</vt:lpstr>
      <vt:lpstr>PowerPoint Presentation</vt:lpstr>
      <vt:lpstr>Euler’s Formula and Signal Representation</vt:lpstr>
      <vt:lpstr>Phasor Signal Representation</vt:lpstr>
      <vt:lpstr>Phasor Examples</vt:lpstr>
      <vt:lpstr>Phasor Representation of  Traveling Waves </vt:lpstr>
      <vt:lpstr>Phasor Relationships</vt:lpstr>
      <vt:lpstr>Phasors and Impedance</vt:lpstr>
      <vt:lpstr>Phasor Relationship for Resistors</vt:lpstr>
      <vt:lpstr>Phasor Relationship for Inductors</vt:lpstr>
      <vt:lpstr>Phasor Relationship for Capacitors</vt:lpstr>
      <vt:lpstr>Time Derivatives and Phasors</vt:lpstr>
      <vt:lpstr>Reactance – Magnitude of Impedance</vt:lpstr>
      <vt:lpstr>Phasor RC Example 1</vt:lpstr>
      <vt:lpstr>Phasor RC Example 1 (Continued)</vt:lpstr>
      <vt:lpstr>Phasor RL Example 1</vt:lpstr>
      <vt:lpstr>Phasor RL Example 1 (Continued)</vt:lpstr>
      <vt:lpstr>ECEN 390 – Electromagnetics Topics</vt:lpstr>
      <vt:lpstr>Extra</vt:lpstr>
      <vt:lpstr>Phase Shift of a Sine Wave</vt:lpstr>
      <vt:lpstr>Sinusoidal Voltage Wave Traveling in a Positive x Direction</vt:lpstr>
      <vt:lpstr>Sinusoidal Voltage Wave Traveling in a Negative x Direction</vt:lpstr>
      <vt:lpstr>Why is Electricity and Magnetism Important to My Life?</vt:lpstr>
      <vt:lpstr> What Do Engineers Do?</vt:lpstr>
      <vt:lpstr> What are Employers Looking For?</vt:lpstr>
      <vt:lpstr>Complex Numbers</vt:lpstr>
      <vt:lpstr>Complex Plane</vt:lpstr>
      <vt:lpstr>Complex Exponentials</vt:lpstr>
      <vt:lpstr>Euler’s Formula and Signal Representation</vt:lpstr>
      <vt:lpstr>Some Useful Relationships</vt:lpstr>
      <vt:lpstr>Cheating/Plagiarism</vt:lpstr>
      <vt:lpstr>Piazza – Italian Word for Plaza</vt:lpstr>
    </vt:vector>
  </TitlesOfParts>
  <Company>Brigham Young University Idaho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 and Odd Functions (Symmetry)</dc:title>
  <dc:creator>Swenson, Jody</dc:creator>
  <cp:lastModifiedBy>Swenson, Jody</cp:lastModifiedBy>
  <cp:revision>2</cp:revision>
  <dcterms:created xsi:type="dcterms:W3CDTF">2017-04-17T22:57:03Z</dcterms:created>
  <dcterms:modified xsi:type="dcterms:W3CDTF">2025-09-16T18:26:57Z</dcterms:modified>
</cp:coreProperties>
</file>