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60" r:id="rId4"/>
    <p:sldId id="261" r:id="rId5"/>
    <p:sldId id="262" r:id="rId6"/>
    <p:sldId id="263" r:id="rId7"/>
    <p:sldId id="264"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400C0F-B740-46BE-AAB0-932FCBEB039B}" v="77" dt="2025-09-02T17:48:24.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007" autoAdjust="0"/>
  </p:normalViewPr>
  <p:slideViewPr>
    <p:cSldViewPr snapToGrid="0">
      <p:cViewPr>
        <p:scale>
          <a:sx n="77" d="100"/>
          <a:sy n="77" d="100"/>
        </p:scale>
        <p:origin x="91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th Ricks" userId="f2cd5bde1dcad44f" providerId="LiveId" clId="{C0400C0F-B740-46BE-AAB0-932FCBEB039B}"/>
    <pc:docChg chg="undo redo custSel addSld delSld modSld sldOrd">
      <pc:chgData name="Seth Ricks" userId="f2cd5bde1dcad44f" providerId="LiveId" clId="{C0400C0F-B740-46BE-AAB0-932FCBEB039B}" dt="2025-09-02T17:53:24.206" v="6101" actId="33524"/>
      <pc:docMkLst>
        <pc:docMk/>
      </pc:docMkLst>
      <pc:sldChg chg="addSp delSp modSp mod modNotesTx">
        <pc:chgData name="Seth Ricks" userId="f2cd5bde1dcad44f" providerId="LiveId" clId="{C0400C0F-B740-46BE-AAB0-932FCBEB039B}" dt="2025-09-02T17:19:24.990" v="1113" actId="20577"/>
        <pc:sldMkLst>
          <pc:docMk/>
          <pc:sldMk cId="817636006" sldId="256"/>
        </pc:sldMkLst>
        <pc:spChg chg="mod">
          <ac:chgData name="Seth Ricks" userId="f2cd5bde1dcad44f" providerId="LiveId" clId="{C0400C0F-B740-46BE-AAB0-932FCBEB039B}" dt="2025-09-02T01:30:00.042" v="834" actId="14100"/>
          <ac:spMkLst>
            <pc:docMk/>
            <pc:sldMk cId="817636006" sldId="256"/>
            <ac:spMk id="11" creationId="{4E0F7EC5-70E5-F642-4066-527A4044F476}"/>
          </ac:spMkLst>
        </pc:spChg>
        <pc:spChg chg="mod">
          <ac:chgData name="Seth Ricks" userId="f2cd5bde1dcad44f" providerId="LiveId" clId="{C0400C0F-B740-46BE-AAB0-932FCBEB039B}" dt="2025-09-02T01:20:19.137" v="402" actId="20577"/>
          <ac:spMkLst>
            <pc:docMk/>
            <pc:sldMk cId="817636006" sldId="256"/>
            <ac:spMk id="15" creationId="{516B6484-494B-A830-0832-C1D391B0896A}"/>
          </ac:spMkLst>
        </pc:spChg>
        <pc:spChg chg="del">
          <ac:chgData name="Seth Ricks" userId="f2cd5bde1dcad44f" providerId="LiveId" clId="{C0400C0F-B740-46BE-AAB0-932FCBEB039B}" dt="2025-09-02T01:12:35.743" v="50" actId="478"/>
          <ac:spMkLst>
            <pc:docMk/>
            <pc:sldMk cId="817636006" sldId="256"/>
            <ac:spMk id="19" creationId="{E09BBAD0-4EEF-E5A4-4D4C-5103E0FA6A73}"/>
          </ac:spMkLst>
        </pc:spChg>
        <pc:spChg chg="del">
          <ac:chgData name="Seth Ricks" userId="f2cd5bde1dcad44f" providerId="LiveId" clId="{C0400C0F-B740-46BE-AAB0-932FCBEB039B}" dt="2025-09-02T01:12:33.289" v="49" actId="478"/>
          <ac:spMkLst>
            <pc:docMk/>
            <pc:sldMk cId="817636006" sldId="256"/>
            <ac:spMk id="21" creationId="{24B5D923-50DD-F0C5-D144-509926E03D26}"/>
          </ac:spMkLst>
        </pc:spChg>
        <pc:spChg chg="add mod">
          <ac:chgData name="Seth Ricks" userId="f2cd5bde1dcad44f" providerId="LiveId" clId="{C0400C0F-B740-46BE-AAB0-932FCBEB039B}" dt="2025-09-02T01:12:30.361" v="48"/>
          <ac:spMkLst>
            <pc:docMk/>
            <pc:sldMk cId="817636006" sldId="256"/>
            <ac:spMk id="23" creationId="{7A2BF671-F5D1-0118-B997-443794C2283E}"/>
          </ac:spMkLst>
        </pc:spChg>
        <pc:spChg chg="add del mod">
          <ac:chgData name="Seth Ricks" userId="f2cd5bde1dcad44f" providerId="LiveId" clId="{C0400C0F-B740-46BE-AAB0-932FCBEB039B}" dt="2025-09-02T01:13:02.026" v="110" actId="478"/>
          <ac:spMkLst>
            <pc:docMk/>
            <pc:sldMk cId="817636006" sldId="256"/>
            <ac:spMk id="24" creationId="{F1C20738-AF67-47DF-96A1-EADBA7C09AAC}"/>
          </ac:spMkLst>
        </pc:spChg>
        <pc:spChg chg="add mod">
          <ac:chgData name="Seth Ricks" userId="f2cd5bde1dcad44f" providerId="LiveId" clId="{C0400C0F-B740-46BE-AAB0-932FCBEB039B}" dt="2025-09-02T01:15:09.718" v="257" actId="27636"/>
          <ac:spMkLst>
            <pc:docMk/>
            <pc:sldMk cId="817636006" sldId="256"/>
            <ac:spMk id="25" creationId="{C27072D9-75FB-9497-D664-708E4A3E1CB4}"/>
          </ac:spMkLst>
        </pc:spChg>
        <pc:spChg chg="add mod">
          <ac:chgData name="Seth Ricks" userId="f2cd5bde1dcad44f" providerId="LiveId" clId="{C0400C0F-B740-46BE-AAB0-932FCBEB039B}" dt="2025-09-02T01:15:13.319" v="259" actId="20577"/>
          <ac:spMkLst>
            <pc:docMk/>
            <pc:sldMk cId="817636006" sldId="256"/>
            <ac:spMk id="26" creationId="{7D83CD8F-9A70-1A1F-842A-03449F40E260}"/>
          </ac:spMkLst>
        </pc:spChg>
        <pc:cxnChg chg="add del mod">
          <ac:chgData name="Seth Ricks" userId="f2cd5bde1dcad44f" providerId="LiveId" clId="{C0400C0F-B740-46BE-AAB0-932FCBEB039B}" dt="2025-09-02T01:26:13.809" v="711" actId="13822"/>
          <ac:cxnSpMkLst>
            <pc:docMk/>
            <pc:sldMk cId="817636006" sldId="256"/>
            <ac:cxnSpMk id="22" creationId="{7391DF29-393B-E4BF-63E3-76D569309682}"/>
          </ac:cxnSpMkLst>
        </pc:cxnChg>
        <pc:cxnChg chg="add del mod">
          <ac:chgData name="Seth Ricks" userId="f2cd5bde1dcad44f" providerId="LiveId" clId="{C0400C0F-B740-46BE-AAB0-932FCBEB039B}" dt="2025-09-02T01:14:55.883" v="213" actId="478"/>
          <ac:cxnSpMkLst>
            <pc:docMk/>
            <pc:sldMk cId="817636006" sldId="256"/>
            <ac:cxnSpMk id="27" creationId="{129EEB65-6D71-F4DA-A0A8-1D9119680CC3}"/>
          </ac:cxnSpMkLst>
        </pc:cxnChg>
      </pc:sldChg>
      <pc:sldChg chg="add del">
        <pc:chgData name="Seth Ricks" userId="f2cd5bde1dcad44f" providerId="LiveId" clId="{C0400C0F-B740-46BE-AAB0-932FCBEB039B}" dt="2025-09-02T01:24:59.416" v="633" actId="47"/>
        <pc:sldMkLst>
          <pc:docMk/>
          <pc:sldMk cId="3022596516" sldId="257"/>
        </pc:sldMkLst>
      </pc:sldChg>
      <pc:sldChg chg="addSp delSp modSp mod modAnim modNotesTx">
        <pc:chgData name="Seth Ricks" userId="f2cd5bde1dcad44f" providerId="LiveId" clId="{C0400C0F-B740-46BE-AAB0-932FCBEB039B}" dt="2025-09-02T17:50:19.402" v="6047" actId="20577"/>
        <pc:sldMkLst>
          <pc:docMk/>
          <pc:sldMk cId="2264477509" sldId="258"/>
        </pc:sldMkLst>
        <pc:spChg chg="del mod">
          <ac:chgData name="Seth Ricks" userId="f2cd5bde1dcad44f" providerId="LiveId" clId="{C0400C0F-B740-46BE-AAB0-932FCBEB039B}" dt="2025-09-02T01:14:43.856" v="208" actId="478"/>
          <ac:spMkLst>
            <pc:docMk/>
            <pc:sldMk cId="2264477509" sldId="258"/>
            <ac:spMk id="2" creationId="{4AC2524F-CD07-0181-D90F-0A15E839EE52}"/>
          </ac:spMkLst>
        </pc:spChg>
        <pc:spChg chg="mod">
          <ac:chgData name="Seth Ricks" userId="f2cd5bde1dcad44f" providerId="LiveId" clId="{C0400C0F-B740-46BE-AAB0-932FCBEB039B}" dt="2025-09-02T01:28:19.174" v="770" actId="20577"/>
          <ac:spMkLst>
            <pc:docMk/>
            <pc:sldMk cId="2264477509" sldId="258"/>
            <ac:spMk id="3" creationId="{6F94DFEC-413C-181C-00E4-4CA32E1F6C0E}"/>
          </ac:spMkLst>
        </pc:spChg>
        <pc:spChg chg="add del mod">
          <ac:chgData name="Seth Ricks" userId="f2cd5bde1dcad44f" providerId="LiveId" clId="{C0400C0F-B740-46BE-AAB0-932FCBEB039B}" dt="2025-09-02T01:14:45.758" v="209" actId="478"/>
          <ac:spMkLst>
            <pc:docMk/>
            <pc:sldMk cId="2264477509" sldId="258"/>
            <ac:spMk id="4" creationId="{D1EB93A9-9AEB-41B9-0257-055F10198FC4}"/>
          </ac:spMkLst>
        </pc:spChg>
        <pc:spChg chg="add del mod">
          <ac:chgData name="Seth Ricks" userId="f2cd5bde1dcad44f" providerId="LiveId" clId="{C0400C0F-B740-46BE-AAB0-932FCBEB039B}" dt="2025-09-02T01:16:07.765" v="265" actId="478"/>
          <ac:spMkLst>
            <pc:docMk/>
            <pc:sldMk cId="2264477509" sldId="258"/>
            <ac:spMk id="6" creationId="{8895B4AF-9511-3DE6-2523-C7652BB69583}"/>
          </ac:spMkLst>
        </pc:spChg>
        <pc:spChg chg="add mod">
          <ac:chgData name="Seth Ricks" userId="f2cd5bde1dcad44f" providerId="LiveId" clId="{C0400C0F-B740-46BE-AAB0-932FCBEB039B}" dt="2025-09-02T01:14:46.143" v="210"/>
          <ac:spMkLst>
            <pc:docMk/>
            <pc:sldMk cId="2264477509" sldId="258"/>
            <ac:spMk id="9" creationId="{F8F111C5-9236-BE85-D840-9A4EC92570D5}"/>
          </ac:spMkLst>
        </pc:spChg>
        <pc:spChg chg="add mod">
          <ac:chgData name="Seth Ricks" userId="f2cd5bde1dcad44f" providerId="LiveId" clId="{C0400C0F-B740-46BE-AAB0-932FCBEB039B}" dt="2025-09-02T01:14:46.143" v="210"/>
          <ac:spMkLst>
            <pc:docMk/>
            <pc:sldMk cId="2264477509" sldId="258"/>
            <ac:spMk id="11" creationId="{873D16B9-D43E-5FA6-CD71-A6B5CA492DFE}"/>
          </ac:spMkLst>
        </pc:spChg>
        <pc:cxnChg chg="add del mod">
          <ac:chgData name="Seth Ricks" userId="f2cd5bde1dcad44f" providerId="LiveId" clId="{C0400C0F-B740-46BE-AAB0-932FCBEB039B}" dt="2025-09-02T01:14:49.464" v="211" actId="478"/>
          <ac:cxnSpMkLst>
            <pc:docMk/>
            <pc:sldMk cId="2264477509" sldId="258"/>
            <ac:cxnSpMk id="7" creationId="{0A8BE52E-C3EA-A1C8-8A86-7D96CE22DC78}"/>
          </ac:cxnSpMkLst>
        </pc:cxnChg>
        <pc:cxnChg chg="add del mod">
          <ac:chgData name="Seth Ricks" userId="f2cd5bde1dcad44f" providerId="LiveId" clId="{C0400C0F-B740-46BE-AAB0-932FCBEB039B}" dt="2025-09-02T01:14:51.194" v="212" actId="478"/>
          <ac:cxnSpMkLst>
            <pc:docMk/>
            <pc:sldMk cId="2264477509" sldId="258"/>
            <ac:cxnSpMk id="13" creationId="{A9FAE4A9-0F76-ED45-3FCD-BE05A929D0AE}"/>
          </ac:cxnSpMkLst>
        </pc:cxnChg>
      </pc:sldChg>
      <pc:sldChg chg="del">
        <pc:chgData name="Seth Ricks" userId="f2cd5bde1dcad44f" providerId="LiveId" clId="{C0400C0F-B740-46BE-AAB0-932FCBEB039B}" dt="2025-09-02T01:24:10.396" v="623" actId="47"/>
        <pc:sldMkLst>
          <pc:docMk/>
          <pc:sldMk cId="3710605024" sldId="259"/>
        </pc:sldMkLst>
      </pc:sldChg>
      <pc:sldChg chg="add del">
        <pc:chgData name="Seth Ricks" userId="f2cd5bde1dcad44f" providerId="LiveId" clId="{C0400C0F-B740-46BE-AAB0-932FCBEB039B}" dt="2025-09-02T01:15:34.405" v="262" actId="47"/>
        <pc:sldMkLst>
          <pc:docMk/>
          <pc:sldMk cId="2476251045" sldId="260"/>
        </pc:sldMkLst>
      </pc:sldChg>
      <pc:sldChg chg="add del">
        <pc:chgData name="Seth Ricks" userId="f2cd5bde1dcad44f" providerId="LiveId" clId="{C0400C0F-B740-46BE-AAB0-932FCBEB039B}" dt="2025-09-02T01:23:00.292" v="556" actId="47"/>
        <pc:sldMkLst>
          <pc:docMk/>
          <pc:sldMk cId="3941093077" sldId="260"/>
        </pc:sldMkLst>
      </pc:sldChg>
      <pc:sldChg chg="addSp delSp modSp add mod modAnim modNotesTx">
        <pc:chgData name="Seth Ricks" userId="f2cd5bde1dcad44f" providerId="LiveId" clId="{C0400C0F-B740-46BE-AAB0-932FCBEB039B}" dt="2025-09-02T17:51:01.994" v="6073" actId="20577"/>
        <pc:sldMkLst>
          <pc:docMk/>
          <pc:sldMk cId="4248435302" sldId="260"/>
        </pc:sldMkLst>
        <pc:spChg chg="add mod">
          <ac:chgData name="Seth Ricks" userId="f2cd5bde1dcad44f" providerId="LiveId" clId="{C0400C0F-B740-46BE-AAB0-932FCBEB039B}" dt="2025-09-02T17:24:35.718" v="1450"/>
          <ac:spMkLst>
            <pc:docMk/>
            <pc:sldMk cId="4248435302" sldId="260"/>
            <ac:spMk id="2" creationId="{E2298CAA-F859-4CC6-ACAA-E551EB97181E}"/>
          </ac:spMkLst>
        </pc:spChg>
        <pc:spChg chg="add del mod">
          <ac:chgData name="Seth Ricks" userId="f2cd5bde1dcad44f" providerId="LiveId" clId="{C0400C0F-B740-46BE-AAB0-932FCBEB039B}" dt="2025-09-02T17:16:19.306" v="873" actId="20577"/>
          <ac:spMkLst>
            <pc:docMk/>
            <pc:sldMk cId="4248435302" sldId="260"/>
            <ac:spMk id="3" creationId="{EB1819DB-CA7A-5A9A-E233-9F25CB71F46B}"/>
          </ac:spMkLst>
        </pc:spChg>
        <pc:spChg chg="add del mod">
          <ac:chgData name="Seth Ricks" userId="f2cd5bde1dcad44f" providerId="LiveId" clId="{C0400C0F-B740-46BE-AAB0-932FCBEB039B}" dt="2025-09-02T01:24:29.846" v="628" actId="478"/>
          <ac:spMkLst>
            <pc:docMk/>
            <pc:sldMk cId="4248435302" sldId="260"/>
            <ac:spMk id="4" creationId="{CBED33D7-96F3-9B4D-8072-3474212F2A88}"/>
          </ac:spMkLst>
        </pc:spChg>
        <pc:spChg chg="mod">
          <ac:chgData name="Seth Ricks" userId="f2cd5bde1dcad44f" providerId="LiveId" clId="{C0400C0F-B740-46BE-AAB0-932FCBEB039B}" dt="2025-09-02T01:23:17.299" v="574" actId="27636"/>
          <ac:spMkLst>
            <pc:docMk/>
            <pc:sldMk cId="4248435302" sldId="260"/>
            <ac:spMk id="9" creationId="{B7EAE47C-C36A-CF98-B0C0-02CF1F23DBA0}"/>
          </ac:spMkLst>
        </pc:spChg>
        <pc:spChg chg="mod">
          <ac:chgData name="Seth Ricks" userId="f2cd5bde1dcad44f" providerId="LiveId" clId="{C0400C0F-B740-46BE-AAB0-932FCBEB039B}" dt="2025-09-02T01:23:10.508" v="561" actId="20577"/>
          <ac:spMkLst>
            <pc:docMk/>
            <pc:sldMk cId="4248435302" sldId="260"/>
            <ac:spMk id="11" creationId="{06333B17-D4BF-0268-676C-E999D036B906}"/>
          </ac:spMkLst>
        </pc:spChg>
      </pc:sldChg>
      <pc:sldChg chg="add del">
        <pc:chgData name="Seth Ricks" userId="f2cd5bde1dcad44f" providerId="LiveId" clId="{C0400C0F-B740-46BE-AAB0-932FCBEB039B}" dt="2025-09-02T01:15:35.430" v="263" actId="47"/>
        <pc:sldMkLst>
          <pc:docMk/>
          <pc:sldMk cId="1503853544" sldId="261"/>
        </pc:sldMkLst>
      </pc:sldChg>
      <pc:sldChg chg="addSp delSp modSp add mod modAnim modNotesTx">
        <pc:chgData name="Seth Ricks" userId="f2cd5bde1dcad44f" providerId="LiveId" clId="{C0400C0F-B740-46BE-AAB0-932FCBEB039B}" dt="2025-09-02T17:31:59.050" v="2838" actId="20577"/>
        <pc:sldMkLst>
          <pc:docMk/>
          <pc:sldMk cId="3376726860" sldId="261"/>
        </pc:sldMkLst>
        <pc:spChg chg="add del mod">
          <ac:chgData name="Seth Ricks" userId="f2cd5bde1dcad44f" providerId="LiveId" clId="{C0400C0F-B740-46BE-AAB0-932FCBEB039B}" dt="2025-09-02T17:16:47.961" v="884" actId="20577"/>
          <ac:spMkLst>
            <pc:docMk/>
            <pc:sldMk cId="3376726860" sldId="261"/>
            <ac:spMk id="3" creationId="{AA568BF8-877E-AE68-AD66-CEF3B09EBEAE}"/>
          </ac:spMkLst>
        </pc:spChg>
        <pc:spChg chg="add del mod">
          <ac:chgData name="Seth Ricks" userId="f2cd5bde1dcad44f" providerId="LiveId" clId="{C0400C0F-B740-46BE-AAB0-932FCBEB039B}" dt="2025-09-02T01:29:15.997" v="799" actId="478"/>
          <ac:spMkLst>
            <pc:docMk/>
            <pc:sldMk cId="3376726860" sldId="261"/>
            <ac:spMk id="4" creationId="{EC4B09C3-A3A6-C300-6AD7-89407D143405}"/>
          </ac:spMkLst>
        </pc:spChg>
        <pc:spChg chg="add mod">
          <ac:chgData name="Seth Ricks" userId="f2cd5bde1dcad44f" providerId="LiveId" clId="{C0400C0F-B740-46BE-AAB0-932FCBEB039B}" dt="2025-09-02T01:29:15.616" v="798"/>
          <ac:spMkLst>
            <pc:docMk/>
            <pc:sldMk cId="3376726860" sldId="261"/>
            <ac:spMk id="5" creationId="{DE63B360-16E3-F05A-B1EE-63D2861113AA}"/>
          </ac:spMkLst>
        </pc:spChg>
        <pc:spChg chg="add mod">
          <ac:chgData name="Seth Ricks" userId="f2cd5bde1dcad44f" providerId="LiveId" clId="{C0400C0F-B740-46BE-AAB0-932FCBEB039B}" dt="2025-09-02T01:29:18.690" v="801"/>
          <ac:spMkLst>
            <pc:docMk/>
            <pc:sldMk cId="3376726860" sldId="261"/>
            <ac:spMk id="6" creationId="{6132EE2A-140A-DBF8-4B2E-38A3C5F2AAFC}"/>
          </ac:spMkLst>
        </pc:spChg>
        <pc:spChg chg="mod">
          <ac:chgData name="Seth Ricks" userId="f2cd5bde1dcad44f" providerId="LiveId" clId="{C0400C0F-B740-46BE-AAB0-932FCBEB039B}" dt="2025-09-02T01:23:31.570" v="590" actId="27636"/>
          <ac:spMkLst>
            <pc:docMk/>
            <pc:sldMk cId="3376726860" sldId="261"/>
            <ac:spMk id="9" creationId="{4202E0A8-6C1D-8DCD-5854-2EB666B73E62}"/>
          </ac:spMkLst>
        </pc:spChg>
        <pc:spChg chg="mod">
          <ac:chgData name="Seth Ricks" userId="f2cd5bde1dcad44f" providerId="LiveId" clId="{C0400C0F-B740-46BE-AAB0-932FCBEB039B}" dt="2025-09-02T01:27:06.416" v="728" actId="20577"/>
          <ac:spMkLst>
            <pc:docMk/>
            <pc:sldMk cId="3376726860" sldId="261"/>
            <ac:spMk id="11" creationId="{AAF7526C-851F-37D8-F71A-21273A06AD66}"/>
          </ac:spMkLst>
        </pc:spChg>
      </pc:sldChg>
      <pc:sldChg chg="modSp add mod modAnim modNotesTx">
        <pc:chgData name="Seth Ricks" userId="f2cd5bde1dcad44f" providerId="LiveId" clId="{C0400C0F-B740-46BE-AAB0-932FCBEB039B}" dt="2025-09-02T17:34:24.184" v="3440" actId="20577"/>
        <pc:sldMkLst>
          <pc:docMk/>
          <pc:sldMk cId="870449968" sldId="262"/>
        </pc:sldMkLst>
        <pc:spChg chg="mod">
          <ac:chgData name="Seth Ricks" userId="f2cd5bde1dcad44f" providerId="LiveId" clId="{C0400C0F-B740-46BE-AAB0-932FCBEB039B}" dt="2025-09-02T17:17:06.289" v="897" actId="20577"/>
          <ac:spMkLst>
            <pc:docMk/>
            <pc:sldMk cId="870449968" sldId="262"/>
            <ac:spMk id="3" creationId="{8FF4417D-92B5-76E3-5747-10597DB0E3AB}"/>
          </ac:spMkLst>
        </pc:spChg>
        <pc:spChg chg="mod">
          <ac:chgData name="Seth Ricks" userId="f2cd5bde1dcad44f" providerId="LiveId" clId="{C0400C0F-B740-46BE-AAB0-932FCBEB039B}" dt="2025-09-02T01:23:51.063" v="605" actId="27636"/>
          <ac:spMkLst>
            <pc:docMk/>
            <pc:sldMk cId="870449968" sldId="262"/>
            <ac:spMk id="9" creationId="{FFC4A0AF-7D08-F4BB-8F19-8FE6BFC23F29}"/>
          </ac:spMkLst>
        </pc:spChg>
        <pc:spChg chg="mod">
          <ac:chgData name="Seth Ricks" userId="f2cd5bde1dcad44f" providerId="LiveId" clId="{C0400C0F-B740-46BE-AAB0-932FCBEB039B}" dt="2025-09-02T01:27:11.103" v="732" actId="20577"/>
          <ac:spMkLst>
            <pc:docMk/>
            <pc:sldMk cId="870449968" sldId="262"/>
            <ac:spMk id="11" creationId="{D540B79A-0C1B-AB9F-9FBE-3F4C29A1B2B2}"/>
          </ac:spMkLst>
        </pc:spChg>
      </pc:sldChg>
      <pc:sldChg chg="modSp add mod modAnim modNotesTx">
        <pc:chgData name="Seth Ricks" userId="f2cd5bde1dcad44f" providerId="LiveId" clId="{C0400C0F-B740-46BE-AAB0-932FCBEB039B}" dt="2025-09-02T17:37:06.345" v="4248" actId="20577"/>
        <pc:sldMkLst>
          <pc:docMk/>
          <pc:sldMk cId="1898810548" sldId="263"/>
        </pc:sldMkLst>
        <pc:spChg chg="mod">
          <ac:chgData name="Seth Ricks" userId="f2cd5bde1dcad44f" providerId="LiveId" clId="{C0400C0F-B740-46BE-AAB0-932FCBEB039B}" dt="2025-09-02T17:17:26.439" v="910" actId="20577"/>
          <ac:spMkLst>
            <pc:docMk/>
            <pc:sldMk cId="1898810548" sldId="263"/>
            <ac:spMk id="3" creationId="{550AB910-9202-118A-E295-73A6C0F62D55}"/>
          </ac:spMkLst>
        </pc:spChg>
        <pc:spChg chg="mod">
          <ac:chgData name="Seth Ricks" userId="f2cd5bde1dcad44f" providerId="LiveId" clId="{C0400C0F-B740-46BE-AAB0-932FCBEB039B}" dt="2025-09-02T01:24:49.931" v="632" actId="1036"/>
          <ac:spMkLst>
            <pc:docMk/>
            <pc:sldMk cId="1898810548" sldId="263"/>
            <ac:spMk id="9" creationId="{1D17D900-1961-0C6F-4DCC-35F3CB17BA43}"/>
          </ac:spMkLst>
        </pc:spChg>
        <pc:spChg chg="mod">
          <ac:chgData name="Seth Ricks" userId="f2cd5bde1dcad44f" providerId="LiveId" clId="{C0400C0F-B740-46BE-AAB0-932FCBEB039B}" dt="2025-09-02T01:27:27.685" v="734" actId="20577"/>
          <ac:spMkLst>
            <pc:docMk/>
            <pc:sldMk cId="1898810548" sldId="263"/>
            <ac:spMk id="11" creationId="{ED829458-9684-F98F-9794-8C63FD55EFD6}"/>
          </ac:spMkLst>
        </pc:spChg>
      </pc:sldChg>
      <pc:sldChg chg="new del">
        <pc:chgData name="Seth Ricks" userId="f2cd5bde1dcad44f" providerId="LiveId" clId="{C0400C0F-B740-46BE-AAB0-932FCBEB039B}" dt="2025-09-02T01:24:16.925" v="626" actId="680"/>
        <pc:sldMkLst>
          <pc:docMk/>
          <pc:sldMk cId="136676394" sldId="264"/>
        </pc:sldMkLst>
      </pc:sldChg>
      <pc:sldChg chg="modSp add mod modAnim modNotesTx">
        <pc:chgData name="Seth Ricks" userId="f2cd5bde1dcad44f" providerId="LiveId" clId="{C0400C0F-B740-46BE-AAB0-932FCBEB039B}" dt="2025-09-02T17:53:07.545" v="6100" actId="20577"/>
        <pc:sldMkLst>
          <pc:docMk/>
          <pc:sldMk cId="3548865196" sldId="264"/>
        </pc:sldMkLst>
        <pc:spChg chg="mod">
          <ac:chgData name="Seth Ricks" userId="f2cd5bde1dcad44f" providerId="LiveId" clId="{C0400C0F-B740-46BE-AAB0-932FCBEB039B}" dt="2025-09-02T17:40:47.127" v="4379" actId="20577"/>
          <ac:spMkLst>
            <pc:docMk/>
            <pc:sldMk cId="3548865196" sldId="264"/>
            <ac:spMk id="3" creationId="{5E88B7BC-93D8-46D5-F1A7-450B6887AA5A}"/>
          </ac:spMkLst>
        </pc:spChg>
        <pc:spChg chg="mod">
          <ac:chgData name="Seth Ricks" userId="f2cd5bde1dcad44f" providerId="LiveId" clId="{C0400C0F-B740-46BE-AAB0-932FCBEB039B}" dt="2025-09-02T01:25:37.788" v="707" actId="1037"/>
          <ac:spMkLst>
            <pc:docMk/>
            <pc:sldMk cId="3548865196" sldId="264"/>
            <ac:spMk id="9" creationId="{33B04DE3-C0C8-51A1-E858-D1391B1490D3}"/>
          </ac:spMkLst>
        </pc:spChg>
        <pc:spChg chg="mod">
          <ac:chgData name="Seth Ricks" userId="f2cd5bde1dcad44f" providerId="LiveId" clId="{C0400C0F-B740-46BE-AAB0-932FCBEB039B}" dt="2025-09-02T01:27:31.170" v="736" actId="20577"/>
          <ac:spMkLst>
            <pc:docMk/>
            <pc:sldMk cId="3548865196" sldId="264"/>
            <ac:spMk id="11" creationId="{F2CC4E52-1AFD-2674-2A4B-78C2E60B5FB4}"/>
          </ac:spMkLst>
        </pc:spChg>
      </pc:sldChg>
      <pc:sldChg chg="modSp add del mod">
        <pc:chgData name="Seth Ricks" userId="f2cd5bde1dcad44f" providerId="LiveId" clId="{C0400C0F-B740-46BE-AAB0-932FCBEB039B}" dt="2025-09-02T17:45:52.657" v="5574" actId="47"/>
        <pc:sldMkLst>
          <pc:docMk/>
          <pc:sldMk cId="174521185" sldId="265"/>
        </pc:sldMkLst>
        <pc:spChg chg="mod">
          <ac:chgData name="Seth Ricks" userId="f2cd5bde1dcad44f" providerId="LiveId" clId="{C0400C0F-B740-46BE-AAB0-932FCBEB039B}" dt="2025-09-02T17:45:33.564" v="5570" actId="20577"/>
          <ac:spMkLst>
            <pc:docMk/>
            <pc:sldMk cId="174521185" sldId="265"/>
            <ac:spMk id="3" creationId="{70D0C681-4C18-8E2D-0197-3E7867A8AD0E}"/>
          </ac:spMkLst>
        </pc:spChg>
        <pc:spChg chg="mod">
          <ac:chgData name="Seth Ricks" userId="f2cd5bde1dcad44f" providerId="LiveId" clId="{C0400C0F-B740-46BE-AAB0-932FCBEB039B}" dt="2025-09-02T01:26:39.494" v="724" actId="14100"/>
          <ac:spMkLst>
            <pc:docMk/>
            <pc:sldMk cId="174521185" sldId="265"/>
            <ac:spMk id="9" creationId="{6F4DF7E4-BE5B-C3FB-968D-3CC98EA27455}"/>
          </ac:spMkLst>
        </pc:spChg>
        <pc:spChg chg="mod">
          <ac:chgData name="Seth Ricks" userId="f2cd5bde1dcad44f" providerId="LiveId" clId="{C0400C0F-B740-46BE-AAB0-932FCBEB039B}" dt="2025-09-02T01:27:35.988" v="738" actId="20577"/>
          <ac:spMkLst>
            <pc:docMk/>
            <pc:sldMk cId="174521185" sldId="265"/>
            <ac:spMk id="11" creationId="{55E0D3C1-DC04-2A37-C8AB-1B8C1DC0668D}"/>
          </ac:spMkLst>
        </pc:spChg>
      </pc:sldChg>
      <pc:sldChg chg="modSp add mod ord modAnim modNotesTx">
        <pc:chgData name="Seth Ricks" userId="f2cd5bde1dcad44f" providerId="LiveId" clId="{C0400C0F-B740-46BE-AAB0-932FCBEB039B}" dt="2025-09-02T17:53:24.206" v="6101" actId="33524"/>
        <pc:sldMkLst>
          <pc:docMk/>
          <pc:sldMk cId="936595881" sldId="266"/>
        </pc:sldMkLst>
        <pc:spChg chg="mod">
          <ac:chgData name="Seth Ricks" userId="f2cd5bde1dcad44f" providerId="LiveId" clId="{C0400C0F-B740-46BE-AAB0-932FCBEB039B}" dt="2025-09-02T17:46:04" v="5591" actId="27636"/>
          <ac:spMkLst>
            <pc:docMk/>
            <pc:sldMk cId="936595881" sldId="266"/>
            <ac:spMk id="9" creationId="{6E1F5319-3A04-0FEF-B8BA-9507F4639B88}"/>
          </ac:spMkLst>
        </pc:spChg>
        <pc:spChg chg="mod">
          <ac:chgData name="Seth Ricks" userId="f2cd5bde1dcad44f" providerId="LiveId" clId="{C0400C0F-B740-46BE-AAB0-932FCBEB039B}" dt="2025-09-02T17:45:54.999" v="5576" actId="20577"/>
          <ac:spMkLst>
            <pc:docMk/>
            <pc:sldMk cId="936595881" sldId="266"/>
            <ac:spMk id="11" creationId="{DC3A0203-2785-5FE6-2FEB-4AD1EF13DC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C754C-A8C6-4C03-9631-9FDB4D52789B}" type="datetimeFigureOut">
              <a:rPr lang="en-US" smtClean="0"/>
              <a:t>9/2/2025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945FBB-6FDE-46FA-8977-E61D90E94A93}" type="slidenum">
              <a:rPr lang="en-US" smtClean="0"/>
              <a:t>‹#›</a:t>
            </a:fld>
            <a:endParaRPr lang="en-US"/>
          </a:p>
        </p:txBody>
      </p:sp>
    </p:spTree>
    <p:extLst>
      <p:ext uri="{BB962C8B-B14F-4D97-AF65-F5344CB8AC3E}">
        <p14:creationId xmlns:p14="http://schemas.microsoft.com/office/powerpoint/2010/main" val="1363539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this presentation. Today I will be discussing a SWOT (pronounced “swat”) analysis for our company’s Facebook page. </a:t>
            </a:r>
          </a:p>
        </p:txBody>
      </p:sp>
      <p:sp>
        <p:nvSpPr>
          <p:cNvPr id="4" name="Slide Number Placeholder 3"/>
          <p:cNvSpPr>
            <a:spLocks noGrp="1"/>
          </p:cNvSpPr>
          <p:nvPr>
            <p:ph type="sldNum" sz="quarter" idx="5"/>
          </p:nvPr>
        </p:nvSpPr>
        <p:spPr/>
        <p:txBody>
          <a:bodyPr/>
          <a:lstStyle/>
          <a:p>
            <a:fld id="{6B945FBB-6FDE-46FA-8977-E61D90E94A93}" type="slidenum">
              <a:rPr lang="en-US" smtClean="0"/>
              <a:t>1</a:t>
            </a:fld>
            <a:endParaRPr lang="en-US"/>
          </a:p>
        </p:txBody>
      </p:sp>
    </p:spTree>
    <p:extLst>
      <p:ext uri="{BB962C8B-B14F-4D97-AF65-F5344CB8AC3E}">
        <p14:creationId xmlns:p14="http://schemas.microsoft.com/office/powerpoint/2010/main" val="3739541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SWOT stand for four aspects of analysis: Strengths (ENTER), Weaknesses (ENTER), Opportunities (ENTER), and Threats (ENTER). In this presentation I will review these four aspects with respect to the company’s social media page, along with proposals for improvement (ENTER).</a:t>
            </a:r>
          </a:p>
        </p:txBody>
      </p:sp>
      <p:sp>
        <p:nvSpPr>
          <p:cNvPr id="4" name="Slide Number Placeholder 3"/>
          <p:cNvSpPr>
            <a:spLocks noGrp="1"/>
          </p:cNvSpPr>
          <p:nvPr>
            <p:ph type="sldNum" sz="quarter" idx="5"/>
          </p:nvPr>
        </p:nvSpPr>
        <p:spPr/>
        <p:txBody>
          <a:bodyPr/>
          <a:lstStyle/>
          <a:p>
            <a:fld id="{6B945FBB-6FDE-46FA-8977-E61D90E94A93}" type="slidenum">
              <a:rPr lang="en-US" smtClean="0"/>
              <a:t>2</a:t>
            </a:fld>
            <a:endParaRPr lang="en-US"/>
          </a:p>
        </p:txBody>
      </p:sp>
    </p:spTree>
    <p:extLst>
      <p:ext uri="{BB962C8B-B14F-4D97-AF65-F5344CB8AC3E}">
        <p14:creationId xmlns:p14="http://schemas.microsoft.com/office/powerpoint/2010/main" val="757833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First, let’s go over the strengths our company has in relation to social media. iRobot is easily recognized as the creator of Roomba. Many people recognize it because of the videos of animals riding on our cleaning robots. (ENTER) iRobot is also present on multiple platforms, including Twitter, Instagram, and Facebook. This is a good start because it is easier to edit an existing presence than to create a new one. (ENTER) Finally, something we excel at already is visual storytelling. Our Facebook page tells visual stories of people enjoying their product. </a:t>
            </a:r>
          </a:p>
        </p:txBody>
      </p:sp>
      <p:sp>
        <p:nvSpPr>
          <p:cNvPr id="4" name="Slide Number Placeholder 3"/>
          <p:cNvSpPr>
            <a:spLocks noGrp="1"/>
          </p:cNvSpPr>
          <p:nvPr>
            <p:ph type="sldNum" sz="quarter" idx="5"/>
          </p:nvPr>
        </p:nvSpPr>
        <p:spPr/>
        <p:txBody>
          <a:bodyPr/>
          <a:lstStyle/>
          <a:p>
            <a:fld id="{6B945FBB-6FDE-46FA-8977-E61D90E94A93}" type="slidenum">
              <a:rPr lang="en-US" smtClean="0"/>
              <a:t>3</a:t>
            </a:fld>
            <a:endParaRPr lang="en-US"/>
          </a:p>
        </p:txBody>
      </p:sp>
    </p:spTree>
    <p:extLst>
      <p:ext uri="{BB962C8B-B14F-4D97-AF65-F5344CB8AC3E}">
        <p14:creationId xmlns:p14="http://schemas.microsoft.com/office/powerpoint/2010/main" val="93235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Now let’s go over some weaknesses of our Facebook page. To start, the content that we create has been repetitive. This tends to have the effect of losing user interest over a short period of time. (ENTER) Next, the page doesn’t take advantage of current viral trends or ‘meme’ templates, which our target audience is accustomed to. (ENTER) Finally, our content tends to be unengaging. The Facebook page content is long, boring, and difficult to follow. It is easy to lose interest quickly. </a:t>
            </a:r>
          </a:p>
        </p:txBody>
      </p:sp>
      <p:sp>
        <p:nvSpPr>
          <p:cNvPr id="4" name="Slide Number Placeholder 3"/>
          <p:cNvSpPr>
            <a:spLocks noGrp="1"/>
          </p:cNvSpPr>
          <p:nvPr>
            <p:ph type="sldNum" sz="quarter" idx="5"/>
          </p:nvPr>
        </p:nvSpPr>
        <p:spPr/>
        <p:txBody>
          <a:bodyPr/>
          <a:lstStyle/>
          <a:p>
            <a:fld id="{6B945FBB-6FDE-46FA-8977-E61D90E94A93}" type="slidenum">
              <a:rPr lang="en-US" smtClean="0"/>
              <a:t>4</a:t>
            </a:fld>
            <a:endParaRPr lang="en-US"/>
          </a:p>
        </p:txBody>
      </p:sp>
    </p:spTree>
    <p:extLst>
      <p:ext uri="{BB962C8B-B14F-4D97-AF65-F5344CB8AC3E}">
        <p14:creationId xmlns:p14="http://schemas.microsoft.com/office/powerpoint/2010/main" val="2257840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There are a few opportunities that the company can take advantage of to boost the social media profile. For example, people of all ages are now accustomed to and somewhat rely on short-form content, such as short reels and videos. (ENTER) Many people also will listen to a celebrity they like or follow, even if they aren’t initially interested in the product. (ENTER) And finally, demonstrating the product live, possibly with an influencer, could boost user numbers. </a:t>
            </a:r>
          </a:p>
        </p:txBody>
      </p:sp>
      <p:sp>
        <p:nvSpPr>
          <p:cNvPr id="4" name="Slide Number Placeholder 3"/>
          <p:cNvSpPr>
            <a:spLocks noGrp="1"/>
          </p:cNvSpPr>
          <p:nvPr>
            <p:ph type="sldNum" sz="quarter" idx="5"/>
          </p:nvPr>
        </p:nvSpPr>
        <p:spPr/>
        <p:txBody>
          <a:bodyPr/>
          <a:lstStyle/>
          <a:p>
            <a:fld id="{6B945FBB-6FDE-46FA-8977-E61D90E94A93}" type="slidenum">
              <a:rPr lang="en-US" smtClean="0"/>
              <a:t>5</a:t>
            </a:fld>
            <a:endParaRPr lang="en-US"/>
          </a:p>
        </p:txBody>
      </p:sp>
    </p:spTree>
    <p:extLst>
      <p:ext uri="{BB962C8B-B14F-4D97-AF65-F5344CB8AC3E}">
        <p14:creationId xmlns:p14="http://schemas.microsoft.com/office/powerpoint/2010/main" val="2324311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And finally, let’s talk about a few threats to iRobot’s profile. First off, almost all the posts on the Facebook page have comments with complaints about our products and customer service. This is obviously very bad for the company image. (ENTER) Comparing iRobot’s Facebook page with Shark’s, one of our competitors, it is obvious that Shark cares more about making interesting content. (ENTER) And finally, we know about the viral backlashes that we have faced. Simply looking up ‘Viral Backlash Roomba Facebook’ shows all the security and privacy issues we have been dealing with. </a:t>
            </a:r>
          </a:p>
        </p:txBody>
      </p:sp>
      <p:sp>
        <p:nvSpPr>
          <p:cNvPr id="4" name="Slide Number Placeholder 3"/>
          <p:cNvSpPr>
            <a:spLocks noGrp="1"/>
          </p:cNvSpPr>
          <p:nvPr>
            <p:ph type="sldNum" sz="quarter" idx="5"/>
          </p:nvPr>
        </p:nvSpPr>
        <p:spPr/>
        <p:txBody>
          <a:bodyPr/>
          <a:lstStyle/>
          <a:p>
            <a:fld id="{6B945FBB-6FDE-46FA-8977-E61D90E94A93}" type="slidenum">
              <a:rPr lang="en-US" smtClean="0"/>
              <a:t>6</a:t>
            </a:fld>
            <a:endParaRPr lang="en-US"/>
          </a:p>
        </p:txBody>
      </p:sp>
    </p:spTree>
    <p:extLst>
      <p:ext uri="{BB962C8B-B14F-4D97-AF65-F5344CB8AC3E}">
        <p14:creationId xmlns:p14="http://schemas.microsoft.com/office/powerpoint/2010/main" val="34529381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a few ways that our social media profile and content can improve. For starters, we need a standard way to respond to the visible complaints and comments on our page. It needs to be standard enough that people know what to expect, but not robotic. Those who have commented on these complaints in the past have often copied and pasted responses, which makes us seem like we don’t care about customer experience. (ENTER) We also need to adapt short-form videos to our profile. Many viewers don’t have the patience anymore for a video longer than 10 seconds. I recommend that we create short videos/reels to make our page more engaging. (ENTER) And finally, we need to keep up with the trends. The cat videos are funny, but the internet has moved way past it. We need to follow the trends more closely. </a:t>
            </a:r>
          </a:p>
        </p:txBody>
      </p:sp>
      <p:sp>
        <p:nvSpPr>
          <p:cNvPr id="4" name="Slide Number Placeholder 3"/>
          <p:cNvSpPr>
            <a:spLocks noGrp="1"/>
          </p:cNvSpPr>
          <p:nvPr>
            <p:ph type="sldNum" sz="quarter" idx="5"/>
          </p:nvPr>
        </p:nvSpPr>
        <p:spPr/>
        <p:txBody>
          <a:bodyPr/>
          <a:lstStyle/>
          <a:p>
            <a:fld id="{6B945FBB-6FDE-46FA-8977-E61D90E94A93}" type="slidenum">
              <a:rPr lang="en-US" smtClean="0"/>
              <a:t>7</a:t>
            </a:fld>
            <a:endParaRPr lang="en-US"/>
          </a:p>
        </p:txBody>
      </p:sp>
    </p:spTree>
    <p:extLst>
      <p:ext uri="{BB962C8B-B14F-4D97-AF65-F5344CB8AC3E}">
        <p14:creationId xmlns:p14="http://schemas.microsoft.com/office/powerpoint/2010/main" val="2417848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4A0E6-9C6D-8B60-0707-99AE2A1EE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19896-7D76-52BE-6D71-8F8733DEE2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E07B24-9425-F2A2-6796-F6AC819D6214}"/>
              </a:ext>
            </a:extLst>
          </p:cNvPr>
          <p:cNvSpPr>
            <a:spLocks noGrp="1"/>
          </p:cNvSpPr>
          <p:nvPr>
            <p:ph type="body" idx="1"/>
          </p:nvPr>
        </p:nvSpPr>
        <p:spPr/>
        <p:txBody>
          <a:bodyPr/>
          <a:lstStyle/>
          <a:p>
            <a:r>
              <a:rPr lang="en-US" dirty="0"/>
              <a:t>In conclusion, iRobot has many strengths with its Facebook profile, but also many ways that it can improve. There are certain threats and opportunities that need to be addressed right away, such as the process for responding to complaints and social media trends. If we follow these suggestions carefully, the company can improve its image on </a:t>
            </a:r>
            <a:r>
              <a:rPr lang="en-US"/>
              <a:t>social media. </a:t>
            </a:r>
            <a:r>
              <a:rPr lang="en-US" dirty="0"/>
              <a:t>Thank you.</a:t>
            </a:r>
          </a:p>
        </p:txBody>
      </p:sp>
      <p:sp>
        <p:nvSpPr>
          <p:cNvPr id="4" name="Slide Number Placeholder 3">
            <a:extLst>
              <a:ext uri="{FF2B5EF4-FFF2-40B4-BE49-F238E27FC236}">
                <a16:creationId xmlns:a16="http://schemas.microsoft.com/office/drawing/2014/main" id="{C25BB5DF-15A4-1206-F97E-16A542971CE9}"/>
              </a:ext>
            </a:extLst>
          </p:cNvPr>
          <p:cNvSpPr>
            <a:spLocks noGrp="1"/>
          </p:cNvSpPr>
          <p:nvPr>
            <p:ph type="sldNum" sz="quarter" idx="5"/>
          </p:nvPr>
        </p:nvSpPr>
        <p:spPr/>
        <p:txBody>
          <a:bodyPr/>
          <a:lstStyle/>
          <a:p>
            <a:fld id="{6B945FBB-6FDE-46FA-8977-E61D90E94A93}" type="slidenum">
              <a:rPr lang="en-US" smtClean="0"/>
              <a:t>8</a:t>
            </a:fld>
            <a:endParaRPr lang="en-US"/>
          </a:p>
        </p:txBody>
      </p:sp>
    </p:spTree>
    <p:extLst>
      <p:ext uri="{BB962C8B-B14F-4D97-AF65-F5344CB8AC3E}">
        <p14:creationId xmlns:p14="http://schemas.microsoft.com/office/powerpoint/2010/main" val="1153464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DF4C-01D2-A461-064C-5C09D82BE2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ABD366-A33E-A890-185A-ED837D0B75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13FDA-241C-01E3-A871-B4CC7FD2796B}"/>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5" name="Footer Placeholder 4">
            <a:extLst>
              <a:ext uri="{FF2B5EF4-FFF2-40B4-BE49-F238E27FC236}">
                <a16:creationId xmlns:a16="http://schemas.microsoft.com/office/drawing/2014/main" id="{81A69D2F-71CB-06A8-623C-475F406BD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AA4A5-BCBE-2132-826F-C7B15FA13735}"/>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1832657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FA9E0-9B3C-9E69-D551-C70A2D598A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436236-5D6F-6F15-8AD0-794D514A25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30CE9C-661C-0A86-945E-BD4C8B1A53E2}"/>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5" name="Footer Placeholder 4">
            <a:extLst>
              <a:ext uri="{FF2B5EF4-FFF2-40B4-BE49-F238E27FC236}">
                <a16:creationId xmlns:a16="http://schemas.microsoft.com/office/drawing/2014/main" id="{196700F0-BEFC-C792-08EE-B2D4FC6939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46ADE6-452B-D9B2-0CB3-841661B5A500}"/>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3491640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3AA90-FFBF-7129-23AD-785F3EBC80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258873-3C18-D04C-7F34-DCD7BB27D1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FA866B-102E-9E8E-1844-CCAE92DFEBF4}"/>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5" name="Footer Placeholder 4">
            <a:extLst>
              <a:ext uri="{FF2B5EF4-FFF2-40B4-BE49-F238E27FC236}">
                <a16:creationId xmlns:a16="http://schemas.microsoft.com/office/drawing/2014/main" id="{50AF51ED-BD57-361B-6DE5-04084CEE8C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2CC2FE-879D-7F17-B040-93954FE0ED5E}"/>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2644418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7595A-DC20-817F-340A-4619D3CCB4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FCA32B-4FFA-C97E-4E1B-3BD66E4FB5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33B2E3-5145-9BCF-379E-687DDA016E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7EB8B4-E750-1278-C8ED-870B10DCBBF9}"/>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6" name="Footer Placeholder 5">
            <a:extLst>
              <a:ext uri="{FF2B5EF4-FFF2-40B4-BE49-F238E27FC236}">
                <a16:creationId xmlns:a16="http://schemas.microsoft.com/office/drawing/2014/main" id="{3A896390-71BF-21F3-F32D-C6122C4B31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003E60-55F1-DDD8-B91C-6D581800A4D9}"/>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40504978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B7DCC-05B7-CAB1-1727-0274E198B6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DED12C-CE39-4432-82E8-765C440317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55180C-CE34-E924-9857-B3394BB938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8FA2E1-6FB3-55AA-C5C1-0805362FB6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9C2F9A-5272-1601-A7E2-37F83AAA32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5EB0F-2BB3-5D63-EA9D-70EE59E4F693}"/>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8" name="Footer Placeholder 7">
            <a:extLst>
              <a:ext uri="{FF2B5EF4-FFF2-40B4-BE49-F238E27FC236}">
                <a16:creationId xmlns:a16="http://schemas.microsoft.com/office/drawing/2014/main" id="{59913343-A7DE-9D1A-887C-C632D40B20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F1F7F-FF16-6EEE-62C1-56876DE3DEB1}"/>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940906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974BF-D017-5072-FFD5-B3D73FE749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E1BE26-555F-9466-7B6F-9D8F88497231}"/>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4" name="Footer Placeholder 3">
            <a:extLst>
              <a:ext uri="{FF2B5EF4-FFF2-40B4-BE49-F238E27FC236}">
                <a16:creationId xmlns:a16="http://schemas.microsoft.com/office/drawing/2014/main" id="{2843E5E0-A47D-FF0E-9495-D727043431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FEC1F7-45A2-E8CE-797B-7A6438454AB9}"/>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2561950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E1B1DD-E24D-4B94-362E-AF86A9756B2C}"/>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3" name="Footer Placeholder 2">
            <a:extLst>
              <a:ext uri="{FF2B5EF4-FFF2-40B4-BE49-F238E27FC236}">
                <a16:creationId xmlns:a16="http://schemas.microsoft.com/office/drawing/2014/main" id="{A9A3576A-A388-4EB8-55B4-DACE30B7699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250038-3D40-10A9-936A-305E955B4624}"/>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2156513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75C18-2341-7805-8590-02E6E9A2E4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7076AEA-A18D-D1C9-9978-DE349F1E6F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2762A7-B1EF-6EF9-0C07-E888C16B6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E9FBA7-0EC0-03C1-97FA-22C0EEE53960}"/>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6" name="Footer Placeholder 5">
            <a:extLst>
              <a:ext uri="{FF2B5EF4-FFF2-40B4-BE49-F238E27FC236}">
                <a16:creationId xmlns:a16="http://schemas.microsoft.com/office/drawing/2014/main" id="{40DD54CD-8F0F-C1C2-A836-DA516CDC9D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2F97ED-17B0-1F9E-CC48-3AC15869C9C3}"/>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3816219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D7E21-D03E-C05F-C99F-F118CB847E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C67D61E-4B58-08B1-8BD9-0A494895C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6A86B59-D306-2EB1-31F5-1A9F7BDFA9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430C17-F4DC-1717-E78D-AADEA62A771A}"/>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6" name="Footer Placeholder 5">
            <a:extLst>
              <a:ext uri="{FF2B5EF4-FFF2-40B4-BE49-F238E27FC236}">
                <a16:creationId xmlns:a16="http://schemas.microsoft.com/office/drawing/2014/main" id="{5E48AA71-5036-659E-AF74-4614E82493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BCE052-075A-BEBA-2A6D-33A8BD35D5BA}"/>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409317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EC21F-5BDC-4865-2820-2B31874983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D41B2A6-F62A-956E-A615-8CCDD7377C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DDCE46-D14A-BB40-BC54-015E63FC42EE}"/>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5" name="Footer Placeholder 4">
            <a:extLst>
              <a:ext uri="{FF2B5EF4-FFF2-40B4-BE49-F238E27FC236}">
                <a16:creationId xmlns:a16="http://schemas.microsoft.com/office/drawing/2014/main" id="{C31AF212-7B1D-F930-ADF5-E0A8052F8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28C47-1B4C-C8FE-3B95-CECB18F893DD}"/>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2793330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4AD5EE-D88E-D39B-E6CD-B06A052890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50D4AE-B972-6B88-0CA1-9DBB3917E6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B328C3-E64F-7AFF-F1E7-970D4A6C7BEE}"/>
              </a:ext>
            </a:extLst>
          </p:cNvPr>
          <p:cNvSpPr>
            <a:spLocks noGrp="1"/>
          </p:cNvSpPr>
          <p:nvPr>
            <p:ph type="dt" sz="half" idx="10"/>
          </p:nvPr>
        </p:nvSpPr>
        <p:spPr/>
        <p:txBody>
          <a:bodyPr/>
          <a:lstStyle/>
          <a:p>
            <a:fld id="{E026847C-149D-4984-B5FF-875DAA217AB7}" type="datetimeFigureOut">
              <a:rPr lang="en-US" smtClean="0"/>
              <a:t>9/2/2025</a:t>
            </a:fld>
            <a:endParaRPr lang="en-US"/>
          </a:p>
        </p:txBody>
      </p:sp>
      <p:sp>
        <p:nvSpPr>
          <p:cNvPr id="5" name="Footer Placeholder 4">
            <a:extLst>
              <a:ext uri="{FF2B5EF4-FFF2-40B4-BE49-F238E27FC236}">
                <a16:creationId xmlns:a16="http://schemas.microsoft.com/office/drawing/2014/main" id="{8D766FAA-9DA6-F9E0-0A48-D64BA1608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FD17AD-8D03-2393-816D-96E5D5A69245}"/>
              </a:ext>
            </a:extLst>
          </p:cNvPr>
          <p:cNvSpPr>
            <a:spLocks noGrp="1"/>
          </p:cNvSpPr>
          <p:nvPr>
            <p:ph type="sldNum" sz="quarter" idx="12"/>
          </p:nvPr>
        </p:nvSpPr>
        <p:spPr/>
        <p:txBody>
          <a:bodyPr/>
          <a:lstStyle/>
          <a:p>
            <a:fld id="{9CE0A4F5-86D9-4587-950E-D6BEC8F4B16C}" type="slidenum">
              <a:rPr lang="en-US" smtClean="0"/>
              <a:t>‹#›</a:t>
            </a:fld>
            <a:endParaRPr lang="en-US"/>
          </a:p>
        </p:txBody>
      </p:sp>
    </p:spTree>
    <p:extLst>
      <p:ext uri="{BB962C8B-B14F-4D97-AF65-F5344CB8AC3E}">
        <p14:creationId xmlns:p14="http://schemas.microsoft.com/office/powerpoint/2010/main" val="2221581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678F09-4C0D-26EE-F3F2-4C192AC81D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684D9E-FCD0-B0EE-DEF7-D2B523985E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F5FCC4-EC53-4A20-248D-36296FA999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26847C-149D-4984-B5FF-875DAA217AB7}" type="datetimeFigureOut">
              <a:rPr lang="en-US" smtClean="0"/>
              <a:t>9/2/2025</a:t>
            </a:fld>
            <a:endParaRPr lang="en-US"/>
          </a:p>
        </p:txBody>
      </p:sp>
      <p:sp>
        <p:nvSpPr>
          <p:cNvPr id="5" name="Footer Placeholder 4">
            <a:extLst>
              <a:ext uri="{FF2B5EF4-FFF2-40B4-BE49-F238E27FC236}">
                <a16:creationId xmlns:a16="http://schemas.microsoft.com/office/drawing/2014/main" id="{5EC142C3-E5C1-4269-F71C-AC04AC7A25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CC7406-A3CC-E9CD-AE20-5336541844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E0A4F5-86D9-4587-950E-D6BEC8F4B16C}" type="slidenum">
              <a:rPr lang="en-US" smtClean="0"/>
              <a:t>‹#›</a:t>
            </a:fld>
            <a:endParaRPr lang="en-US"/>
          </a:p>
        </p:txBody>
      </p:sp>
    </p:spTree>
    <p:extLst>
      <p:ext uri="{BB962C8B-B14F-4D97-AF65-F5344CB8AC3E}">
        <p14:creationId xmlns:p14="http://schemas.microsoft.com/office/powerpoint/2010/main" val="10606323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1ED39A7-FEF5-C612-C759-96F7868B3193}"/>
              </a:ext>
            </a:extLst>
          </p:cNvPr>
          <p:cNvSpPr>
            <a:spLocks noGrp="1"/>
          </p:cNvSpPr>
          <p:nvPr>
            <p:ph type="ctrTitle"/>
          </p:nvPr>
        </p:nvSpPr>
        <p:spPr>
          <a:xfrm>
            <a:off x="1386865" y="818984"/>
            <a:ext cx="6596245" cy="3268520"/>
          </a:xfrm>
        </p:spPr>
        <p:txBody>
          <a:bodyPr>
            <a:normAutofit/>
          </a:bodyPr>
          <a:lstStyle/>
          <a:p>
            <a:pPr algn="r"/>
            <a:endParaRPr lang="en-US" sz="4800">
              <a:solidFill>
                <a:srgbClr val="FFFFFF"/>
              </a:solidFill>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8517CB78-EE52-29F0-8D3F-7AF1256B4538}"/>
              </a:ext>
            </a:extLst>
          </p:cNvPr>
          <p:cNvSpPr>
            <a:spLocks noGrp="1"/>
          </p:cNvSpPr>
          <p:nvPr>
            <p:ph type="subTitle" idx="1"/>
          </p:nvPr>
        </p:nvSpPr>
        <p:spPr>
          <a:xfrm>
            <a:off x="1931874" y="4797188"/>
            <a:ext cx="6051236" cy="1241828"/>
          </a:xfrm>
        </p:spPr>
        <p:txBody>
          <a:bodyPr>
            <a:normAutofit/>
          </a:bodyPr>
          <a:lstStyle/>
          <a:p>
            <a:pPr algn="r"/>
            <a:endParaRPr lang="en-US">
              <a:solidFill>
                <a:srgbClr val="FFFFFF"/>
              </a:solidFill>
            </a:endParaRP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C8CA1CD4-E18E-4009-AF8A-C0D4C5C367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C479100-0F75-5C1A-F6CF-DC00FB5669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AFBA2F1-EF5A-7B17-CE54-A30AB7204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B26CE5D-8223-06EE-A1D5-D68A8EE10B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BACB0D9-DAA6-1867-F032-FFC8ED32CF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4E0F7EC5-70E5-F642-4066-527A4044F476}"/>
              </a:ext>
            </a:extLst>
          </p:cNvPr>
          <p:cNvSpPr txBox="1">
            <a:spLocks/>
          </p:cNvSpPr>
          <p:nvPr/>
        </p:nvSpPr>
        <p:spPr>
          <a:xfrm>
            <a:off x="1386865" y="1241320"/>
            <a:ext cx="6596245" cy="18909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r"/>
            <a:r>
              <a:rPr lang="en-US" sz="4800" dirty="0">
                <a:solidFill>
                  <a:srgbClr val="FFFFFF"/>
                </a:solidFill>
              </a:rPr>
              <a:t>SWOT Analysis of Company Facebook Page</a:t>
            </a:r>
          </a:p>
        </p:txBody>
      </p:sp>
      <p:sp>
        <p:nvSpPr>
          <p:cNvPr id="13" name="Rectangle 12">
            <a:extLst>
              <a:ext uri="{FF2B5EF4-FFF2-40B4-BE49-F238E27FC236}">
                <a16:creationId xmlns:a16="http://schemas.microsoft.com/office/drawing/2014/main" id="{793A10DF-7433-1A05-F493-B5A763F02E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ubtitle 2">
            <a:extLst>
              <a:ext uri="{FF2B5EF4-FFF2-40B4-BE49-F238E27FC236}">
                <a16:creationId xmlns:a16="http://schemas.microsoft.com/office/drawing/2014/main" id="{516B6484-494B-A830-0832-C1D391B0896A}"/>
              </a:ext>
            </a:extLst>
          </p:cNvPr>
          <p:cNvSpPr txBox="1">
            <a:spLocks/>
          </p:cNvSpPr>
          <p:nvPr/>
        </p:nvSpPr>
        <p:spPr>
          <a:xfrm>
            <a:off x="1965142" y="3594126"/>
            <a:ext cx="6051236" cy="12418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rgbClr val="FFFFFF"/>
                </a:solidFill>
              </a:rPr>
              <a:t>Seth Ricks - iRobot</a:t>
            </a:r>
          </a:p>
          <a:p>
            <a:pPr algn="r"/>
            <a:r>
              <a:rPr lang="en-US" dirty="0">
                <a:solidFill>
                  <a:srgbClr val="FFFFFF"/>
                </a:solidFill>
              </a:rPr>
              <a:t>702-818-4255 – sethricks350@iRobot.com</a:t>
            </a:r>
          </a:p>
        </p:txBody>
      </p:sp>
      <p:sp>
        <p:nvSpPr>
          <p:cNvPr id="17" name="Rectangle 16">
            <a:extLst>
              <a:ext uri="{FF2B5EF4-FFF2-40B4-BE49-F238E27FC236}">
                <a16:creationId xmlns:a16="http://schemas.microsoft.com/office/drawing/2014/main" id="{3F7A5FBC-09A2-4357-4C08-D47C2FCC7E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7391DF29-393B-E4BF-63E3-76D569309682}"/>
              </a:ext>
            </a:extLst>
          </p:cNvPr>
          <p:cNvCxnSpPr>
            <a:cxnSpLocks/>
          </p:cNvCxnSpPr>
          <p:nvPr/>
        </p:nvCxnSpPr>
        <p:spPr>
          <a:xfrm>
            <a:off x="0" y="5433480"/>
            <a:ext cx="12192000" cy="0"/>
          </a:xfrm>
          <a:prstGeom prst="line">
            <a:avLst/>
          </a:prstGeom>
        </p:spPr>
        <p:style>
          <a:lnRef idx="2">
            <a:schemeClr val="accent1"/>
          </a:lnRef>
          <a:fillRef idx="0">
            <a:schemeClr val="accent1"/>
          </a:fillRef>
          <a:effectRef idx="1">
            <a:schemeClr val="accent1"/>
          </a:effectRef>
          <a:fontRef idx="minor">
            <a:schemeClr val="tx1"/>
          </a:fontRef>
        </p:style>
      </p:cxnSp>
      <p:sp>
        <p:nvSpPr>
          <p:cNvPr id="25" name="Title 1">
            <a:extLst>
              <a:ext uri="{FF2B5EF4-FFF2-40B4-BE49-F238E27FC236}">
                <a16:creationId xmlns:a16="http://schemas.microsoft.com/office/drawing/2014/main" id="{C27072D9-75FB-9497-D664-708E4A3E1CB4}"/>
              </a:ext>
            </a:extLst>
          </p:cNvPr>
          <p:cNvSpPr txBox="1">
            <a:spLocks/>
          </p:cNvSpPr>
          <p:nvPr/>
        </p:nvSpPr>
        <p:spPr>
          <a:xfrm>
            <a:off x="1388209" y="5554639"/>
            <a:ext cx="2687080" cy="9824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Title Screen</a:t>
            </a:r>
          </a:p>
        </p:txBody>
      </p:sp>
      <p:sp>
        <p:nvSpPr>
          <p:cNvPr id="26" name="Title 1">
            <a:extLst>
              <a:ext uri="{FF2B5EF4-FFF2-40B4-BE49-F238E27FC236}">
                <a16:creationId xmlns:a16="http://schemas.microsoft.com/office/drawing/2014/main" id="{7D83CD8F-9A70-1A1F-842A-03449F40E260}"/>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1</a:t>
            </a:r>
          </a:p>
        </p:txBody>
      </p:sp>
    </p:spTree>
    <p:extLst>
      <p:ext uri="{BB962C8B-B14F-4D97-AF65-F5344CB8AC3E}">
        <p14:creationId xmlns:p14="http://schemas.microsoft.com/office/powerpoint/2010/main" val="817636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3FA1AAC-C1ED-4F77-BFA4-BE80FC0AC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94DFEC-413C-181C-00E4-4CA32E1F6C0E}"/>
              </a:ext>
            </a:extLst>
          </p:cNvPr>
          <p:cNvSpPr>
            <a:spLocks noGrp="1"/>
          </p:cNvSpPr>
          <p:nvPr>
            <p:ph idx="1"/>
          </p:nvPr>
        </p:nvSpPr>
        <p:spPr>
          <a:xfrm>
            <a:off x="304477" y="459227"/>
            <a:ext cx="9654076" cy="3837904"/>
          </a:xfrm>
        </p:spPr>
        <p:txBody>
          <a:bodyPr anchor="ctr">
            <a:noAutofit/>
          </a:bodyPr>
          <a:lstStyle/>
          <a:p>
            <a:pPr marL="0" indent="0">
              <a:buNone/>
            </a:pPr>
            <a:r>
              <a:rPr lang="en-US" sz="3500" u="sng" dirty="0"/>
              <a:t>Outline:</a:t>
            </a:r>
            <a:r>
              <a:rPr lang="en-US" sz="3500" dirty="0"/>
              <a:t> </a:t>
            </a:r>
            <a:endParaRPr lang="en-US" sz="3500" b="0" dirty="0">
              <a:effectLst/>
            </a:endParaRPr>
          </a:p>
          <a:p>
            <a:pPr marL="0" indent="0">
              <a:buNone/>
            </a:pPr>
            <a:r>
              <a:rPr lang="en-US" sz="3500" b="0" dirty="0">
                <a:effectLst/>
              </a:rPr>
              <a:t>Strengths (Pg. 3)</a:t>
            </a:r>
          </a:p>
          <a:p>
            <a:pPr marL="0" indent="0">
              <a:buNone/>
            </a:pPr>
            <a:r>
              <a:rPr lang="en-US" sz="3500" dirty="0"/>
              <a:t>Weaknesses (Pg. 4)</a:t>
            </a:r>
            <a:endParaRPr lang="en-US" sz="3500" b="0" dirty="0">
              <a:effectLst/>
            </a:endParaRPr>
          </a:p>
          <a:p>
            <a:pPr marL="0" indent="0">
              <a:buNone/>
            </a:pPr>
            <a:r>
              <a:rPr lang="en-US" sz="3500" dirty="0"/>
              <a:t>Opportunities (Pg. 5)</a:t>
            </a:r>
            <a:endParaRPr lang="en-US" sz="3500" b="0" dirty="0">
              <a:effectLst/>
            </a:endParaRPr>
          </a:p>
          <a:p>
            <a:pPr marL="0" indent="0">
              <a:buNone/>
            </a:pPr>
            <a:r>
              <a:rPr lang="en-US" sz="3500" dirty="0"/>
              <a:t>Threats (Pg. 6)</a:t>
            </a:r>
            <a:endParaRPr lang="en-US" sz="3500" b="0" dirty="0">
              <a:effectLst/>
            </a:endParaRPr>
          </a:p>
          <a:p>
            <a:pPr marL="0" indent="0">
              <a:buNone/>
            </a:pPr>
            <a:r>
              <a:rPr lang="en-US" sz="3500" dirty="0"/>
              <a:t>Proposals for Improvement (Pg. 7)</a:t>
            </a:r>
            <a:endParaRPr lang="en-US" sz="3500" b="0" dirty="0">
              <a:effectLst/>
            </a:endParaRPr>
          </a:p>
          <a:p>
            <a:pPr marL="0" indent="0">
              <a:buNone/>
            </a:pPr>
            <a:r>
              <a:rPr lang="en-US" sz="3500" dirty="0"/>
              <a:t>Conclusion (Pg. 8)</a:t>
            </a:r>
            <a:endParaRPr lang="en-US" sz="3500" b="0" dirty="0">
              <a:effectLst/>
            </a:endParaRPr>
          </a:p>
        </p:txBody>
      </p:sp>
      <p:sp>
        <p:nvSpPr>
          <p:cNvPr id="9" name="Title 1">
            <a:extLst>
              <a:ext uri="{FF2B5EF4-FFF2-40B4-BE49-F238E27FC236}">
                <a16:creationId xmlns:a16="http://schemas.microsoft.com/office/drawing/2014/main" id="{F8F111C5-9236-BE85-D840-9A4EC92570D5}"/>
              </a:ext>
            </a:extLst>
          </p:cNvPr>
          <p:cNvSpPr txBox="1">
            <a:spLocks/>
          </p:cNvSpPr>
          <p:nvPr/>
        </p:nvSpPr>
        <p:spPr>
          <a:xfrm>
            <a:off x="1388209" y="5554639"/>
            <a:ext cx="1722739" cy="9824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a:solidFill>
                  <a:srgbClr val="FFFFFF"/>
                </a:solidFill>
              </a:rPr>
              <a:t>Outline</a:t>
            </a:r>
            <a:endParaRPr lang="en-US" sz="4000" dirty="0">
              <a:solidFill>
                <a:srgbClr val="FFFFFF"/>
              </a:solidFill>
            </a:endParaRPr>
          </a:p>
        </p:txBody>
      </p:sp>
      <p:sp>
        <p:nvSpPr>
          <p:cNvPr id="11" name="Title 1">
            <a:extLst>
              <a:ext uri="{FF2B5EF4-FFF2-40B4-BE49-F238E27FC236}">
                <a16:creationId xmlns:a16="http://schemas.microsoft.com/office/drawing/2014/main" id="{873D16B9-D43E-5FA6-CD71-A6B5CA492DFE}"/>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2</a:t>
            </a:r>
          </a:p>
        </p:txBody>
      </p:sp>
    </p:spTree>
    <p:extLst>
      <p:ext uri="{BB962C8B-B14F-4D97-AF65-F5344CB8AC3E}">
        <p14:creationId xmlns:p14="http://schemas.microsoft.com/office/powerpoint/2010/main" val="2264477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5D5B71-0A18-11CF-ECE3-75709A189AA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C303C6D-CB79-FF34-A609-2092BF327C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2229F48-A383-6DA5-51C2-CFFF199E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FEB7B3E-9BE9-5BAF-271B-F19B480640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E6B3A95-DF36-64AE-CAD5-F260F3873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5EAFC06-B9A2-5E43-68BC-AC5089CBB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236BF78-EC82-22C9-258E-E52DF4EAA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B1819DB-CA7A-5A9A-E233-9F25CB71F46B}"/>
              </a:ext>
            </a:extLst>
          </p:cNvPr>
          <p:cNvSpPr>
            <a:spLocks noGrp="1"/>
          </p:cNvSpPr>
          <p:nvPr>
            <p:ph idx="1"/>
          </p:nvPr>
        </p:nvSpPr>
        <p:spPr>
          <a:xfrm>
            <a:off x="304477" y="459227"/>
            <a:ext cx="9654076" cy="3837904"/>
          </a:xfrm>
        </p:spPr>
        <p:txBody>
          <a:bodyPr anchor="ctr">
            <a:noAutofit/>
          </a:bodyPr>
          <a:lstStyle/>
          <a:p>
            <a:pPr lvl="1"/>
            <a:r>
              <a:rPr lang="en-US" sz="3500" dirty="0"/>
              <a:t>Recognizable Brand</a:t>
            </a:r>
          </a:p>
          <a:p>
            <a:pPr lvl="1"/>
            <a:endParaRPr lang="en-US" sz="3500" dirty="0"/>
          </a:p>
          <a:p>
            <a:pPr lvl="1"/>
            <a:r>
              <a:rPr lang="en-US" sz="3500" dirty="0"/>
              <a:t>Multiple Platforms</a:t>
            </a:r>
          </a:p>
          <a:p>
            <a:pPr lvl="1"/>
            <a:endParaRPr lang="en-US" sz="3500" dirty="0"/>
          </a:p>
          <a:p>
            <a:pPr lvl="1"/>
            <a:r>
              <a:rPr lang="en-US" sz="3500" dirty="0"/>
              <a:t>Visual Storytelling</a:t>
            </a:r>
          </a:p>
        </p:txBody>
      </p:sp>
      <p:sp>
        <p:nvSpPr>
          <p:cNvPr id="9" name="Title 1">
            <a:extLst>
              <a:ext uri="{FF2B5EF4-FFF2-40B4-BE49-F238E27FC236}">
                <a16:creationId xmlns:a16="http://schemas.microsoft.com/office/drawing/2014/main" id="{B7EAE47C-C36A-CF98-B0C0-02CF1F23DBA0}"/>
              </a:ext>
            </a:extLst>
          </p:cNvPr>
          <p:cNvSpPr txBox="1">
            <a:spLocks/>
          </p:cNvSpPr>
          <p:nvPr/>
        </p:nvSpPr>
        <p:spPr>
          <a:xfrm>
            <a:off x="1388209" y="5554639"/>
            <a:ext cx="2167791" cy="9824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Strengths</a:t>
            </a:r>
          </a:p>
        </p:txBody>
      </p:sp>
      <p:sp>
        <p:nvSpPr>
          <p:cNvPr id="11" name="Title 1">
            <a:extLst>
              <a:ext uri="{FF2B5EF4-FFF2-40B4-BE49-F238E27FC236}">
                <a16:creationId xmlns:a16="http://schemas.microsoft.com/office/drawing/2014/main" id="{06333B17-D4BF-0268-676C-E999D036B906}"/>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3</a:t>
            </a:r>
          </a:p>
        </p:txBody>
      </p:sp>
    </p:spTree>
    <p:extLst>
      <p:ext uri="{BB962C8B-B14F-4D97-AF65-F5344CB8AC3E}">
        <p14:creationId xmlns:p14="http://schemas.microsoft.com/office/powerpoint/2010/main" val="4248435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E4B98C-224D-676E-C78E-C06A883C3E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8938C9-4A76-BE9F-F33E-07B0A87EC4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C84558-85A9-06A2-E139-E9F851821B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DDEDA7-E40F-E7A8-9DF9-54D8FE36BE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192B08D-1517-4016-FC59-BD88B751E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F8B1DA-304A-4AC8-0391-F67605DFA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9254B95-BEBA-E8B8-3975-4536C9184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A568BF8-877E-AE68-AD66-CEF3B09EBEAE}"/>
              </a:ext>
            </a:extLst>
          </p:cNvPr>
          <p:cNvSpPr>
            <a:spLocks noGrp="1"/>
          </p:cNvSpPr>
          <p:nvPr>
            <p:ph idx="1"/>
          </p:nvPr>
        </p:nvSpPr>
        <p:spPr>
          <a:xfrm>
            <a:off x="304477" y="459227"/>
            <a:ext cx="9654076" cy="3837904"/>
          </a:xfrm>
        </p:spPr>
        <p:txBody>
          <a:bodyPr anchor="ctr">
            <a:noAutofit/>
          </a:bodyPr>
          <a:lstStyle/>
          <a:p>
            <a:pPr lvl="1"/>
            <a:r>
              <a:rPr lang="en-US" sz="3500" dirty="0"/>
              <a:t>Content repetition</a:t>
            </a:r>
          </a:p>
          <a:p>
            <a:pPr lvl="1"/>
            <a:endParaRPr lang="en-US" sz="3500" dirty="0"/>
          </a:p>
          <a:p>
            <a:pPr lvl="1"/>
            <a:r>
              <a:rPr lang="en-US" sz="3500" dirty="0"/>
              <a:t>Trend Blindness</a:t>
            </a:r>
          </a:p>
          <a:p>
            <a:pPr lvl="1"/>
            <a:endParaRPr lang="en-US" sz="3500" dirty="0"/>
          </a:p>
          <a:p>
            <a:pPr lvl="1"/>
            <a:r>
              <a:rPr lang="en-US" sz="3500" dirty="0"/>
              <a:t>Unengaging content</a:t>
            </a:r>
          </a:p>
        </p:txBody>
      </p:sp>
      <p:sp>
        <p:nvSpPr>
          <p:cNvPr id="9" name="Title 1">
            <a:extLst>
              <a:ext uri="{FF2B5EF4-FFF2-40B4-BE49-F238E27FC236}">
                <a16:creationId xmlns:a16="http://schemas.microsoft.com/office/drawing/2014/main" id="{4202E0A8-6C1D-8DCD-5854-2EB666B73E62}"/>
              </a:ext>
            </a:extLst>
          </p:cNvPr>
          <p:cNvSpPr txBox="1">
            <a:spLocks/>
          </p:cNvSpPr>
          <p:nvPr/>
        </p:nvSpPr>
        <p:spPr>
          <a:xfrm>
            <a:off x="1388209" y="5554639"/>
            <a:ext cx="2912858" cy="9824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Weaknesses</a:t>
            </a:r>
          </a:p>
        </p:txBody>
      </p:sp>
      <p:sp>
        <p:nvSpPr>
          <p:cNvPr id="11" name="Title 1">
            <a:extLst>
              <a:ext uri="{FF2B5EF4-FFF2-40B4-BE49-F238E27FC236}">
                <a16:creationId xmlns:a16="http://schemas.microsoft.com/office/drawing/2014/main" id="{AAF7526C-851F-37D8-F71A-21273A06AD66}"/>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4</a:t>
            </a:r>
          </a:p>
        </p:txBody>
      </p:sp>
    </p:spTree>
    <p:extLst>
      <p:ext uri="{BB962C8B-B14F-4D97-AF65-F5344CB8AC3E}">
        <p14:creationId xmlns:p14="http://schemas.microsoft.com/office/powerpoint/2010/main" val="3376726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3FA0A6-98C0-AEE4-2E52-18F68D865A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9A805FC-405B-9446-B92F-7383BA7CF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CD0229-7FA2-067F-2496-0A0356656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4E13D3A-1FF0-3204-8F0F-190B59D5CA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7C637F5-20F2-8DBD-EE6E-934A521A3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AF1E4D6-5608-FED2-892A-75793C813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A5B2DAE-8F3C-41D6-D59F-850946C67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F4417D-92B5-76E3-5747-10597DB0E3AB}"/>
              </a:ext>
            </a:extLst>
          </p:cNvPr>
          <p:cNvSpPr>
            <a:spLocks noGrp="1"/>
          </p:cNvSpPr>
          <p:nvPr>
            <p:ph idx="1"/>
          </p:nvPr>
        </p:nvSpPr>
        <p:spPr>
          <a:xfrm>
            <a:off x="304477" y="459227"/>
            <a:ext cx="9654076" cy="3837904"/>
          </a:xfrm>
        </p:spPr>
        <p:txBody>
          <a:bodyPr anchor="ctr">
            <a:noAutofit/>
          </a:bodyPr>
          <a:lstStyle/>
          <a:p>
            <a:pPr lvl="1"/>
            <a:r>
              <a:rPr lang="en-US" sz="3500" dirty="0"/>
              <a:t>Short-form videos</a:t>
            </a:r>
          </a:p>
          <a:p>
            <a:pPr lvl="1"/>
            <a:endParaRPr lang="en-US" sz="3500" dirty="0"/>
          </a:p>
          <a:p>
            <a:pPr lvl="1"/>
            <a:r>
              <a:rPr lang="en-US" sz="3500" dirty="0"/>
              <a:t>Influencer partnerships</a:t>
            </a:r>
          </a:p>
          <a:p>
            <a:pPr lvl="1"/>
            <a:endParaRPr lang="en-US" sz="3500" dirty="0"/>
          </a:p>
          <a:p>
            <a:pPr lvl="1"/>
            <a:r>
              <a:rPr lang="en-US" sz="3500" dirty="0"/>
              <a:t>Live demos</a:t>
            </a:r>
          </a:p>
        </p:txBody>
      </p:sp>
      <p:sp>
        <p:nvSpPr>
          <p:cNvPr id="9" name="Title 1">
            <a:extLst>
              <a:ext uri="{FF2B5EF4-FFF2-40B4-BE49-F238E27FC236}">
                <a16:creationId xmlns:a16="http://schemas.microsoft.com/office/drawing/2014/main" id="{FFC4A0AF-7D08-F4BB-8F19-8FE6BFC23F29}"/>
              </a:ext>
            </a:extLst>
          </p:cNvPr>
          <p:cNvSpPr txBox="1">
            <a:spLocks/>
          </p:cNvSpPr>
          <p:nvPr/>
        </p:nvSpPr>
        <p:spPr>
          <a:xfrm>
            <a:off x="1388209" y="5554639"/>
            <a:ext cx="2912858" cy="982473"/>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Opportunities</a:t>
            </a:r>
          </a:p>
        </p:txBody>
      </p:sp>
      <p:sp>
        <p:nvSpPr>
          <p:cNvPr id="11" name="Title 1">
            <a:extLst>
              <a:ext uri="{FF2B5EF4-FFF2-40B4-BE49-F238E27FC236}">
                <a16:creationId xmlns:a16="http://schemas.microsoft.com/office/drawing/2014/main" id="{D540B79A-0C1B-AB9F-9FBE-3F4C29A1B2B2}"/>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5</a:t>
            </a:r>
          </a:p>
        </p:txBody>
      </p:sp>
    </p:spTree>
    <p:extLst>
      <p:ext uri="{BB962C8B-B14F-4D97-AF65-F5344CB8AC3E}">
        <p14:creationId xmlns:p14="http://schemas.microsoft.com/office/powerpoint/2010/main" val="87044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FDCEF2-93D0-897F-C077-95BCF51397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483A793-A4E9-03F3-6CA2-DBB9A7D39D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3CB630F-E905-1836-D66A-492D05935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BBB55C9-D798-568F-4CC2-69D4CE6DCD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01C737-E486-A8DF-AFE5-FBA02E1D7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5BA3BE-E93D-46B2-D72A-16473BFD2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5990821-9A40-049C-12D5-E6770BCDC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0AB910-9202-118A-E295-73A6C0F62D55}"/>
              </a:ext>
            </a:extLst>
          </p:cNvPr>
          <p:cNvSpPr>
            <a:spLocks noGrp="1"/>
          </p:cNvSpPr>
          <p:nvPr>
            <p:ph idx="1"/>
          </p:nvPr>
        </p:nvSpPr>
        <p:spPr>
          <a:xfrm>
            <a:off x="304477" y="459227"/>
            <a:ext cx="9654076" cy="3837904"/>
          </a:xfrm>
        </p:spPr>
        <p:txBody>
          <a:bodyPr anchor="ctr">
            <a:noAutofit/>
          </a:bodyPr>
          <a:lstStyle/>
          <a:p>
            <a:pPr lvl="1"/>
            <a:r>
              <a:rPr lang="en-US" sz="3500" dirty="0"/>
              <a:t>Visible complaints</a:t>
            </a:r>
          </a:p>
          <a:p>
            <a:pPr lvl="1"/>
            <a:endParaRPr lang="en-US" sz="3500" dirty="0"/>
          </a:p>
          <a:p>
            <a:pPr lvl="1"/>
            <a:r>
              <a:rPr lang="en-US" sz="3500" dirty="0"/>
              <a:t>Adaptive competitors</a:t>
            </a:r>
          </a:p>
          <a:p>
            <a:pPr lvl="1"/>
            <a:endParaRPr lang="en-US" sz="3500" dirty="0"/>
          </a:p>
          <a:p>
            <a:pPr lvl="1"/>
            <a:r>
              <a:rPr lang="en-US" sz="3500" dirty="0"/>
              <a:t>Viral backlashes</a:t>
            </a:r>
          </a:p>
        </p:txBody>
      </p:sp>
      <p:sp>
        <p:nvSpPr>
          <p:cNvPr id="9" name="Title 1">
            <a:extLst>
              <a:ext uri="{FF2B5EF4-FFF2-40B4-BE49-F238E27FC236}">
                <a16:creationId xmlns:a16="http://schemas.microsoft.com/office/drawing/2014/main" id="{1D17D900-1961-0C6F-4DCC-35F3CB17BA43}"/>
              </a:ext>
            </a:extLst>
          </p:cNvPr>
          <p:cNvSpPr txBox="1">
            <a:spLocks/>
          </p:cNvSpPr>
          <p:nvPr/>
        </p:nvSpPr>
        <p:spPr>
          <a:xfrm>
            <a:off x="857631" y="5571392"/>
            <a:ext cx="2912858" cy="98247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Threats</a:t>
            </a:r>
          </a:p>
        </p:txBody>
      </p:sp>
      <p:sp>
        <p:nvSpPr>
          <p:cNvPr id="11" name="Title 1">
            <a:extLst>
              <a:ext uri="{FF2B5EF4-FFF2-40B4-BE49-F238E27FC236}">
                <a16:creationId xmlns:a16="http://schemas.microsoft.com/office/drawing/2014/main" id="{ED829458-9684-F98F-9794-8C63FD55EFD6}"/>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6</a:t>
            </a:r>
          </a:p>
        </p:txBody>
      </p:sp>
    </p:spTree>
    <p:extLst>
      <p:ext uri="{BB962C8B-B14F-4D97-AF65-F5344CB8AC3E}">
        <p14:creationId xmlns:p14="http://schemas.microsoft.com/office/powerpoint/2010/main" val="189881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31B209-04D7-F0E6-38DF-3CE7BD0F41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EDC5735-A6DE-97F4-3353-3EDB868D9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64D613A-4EDF-39AC-B05B-2F81AA8EE1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FA7B033-68A3-F76A-8E87-9BFB14262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9E9596C-99A3-43E5-9F44-89D20FE98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9CDCC42-D6FA-58CA-8B79-B41183155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8A5038A-5FE2-BEE7-239A-CF85EE79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E88B7BC-93D8-46D5-F1A7-450B6887AA5A}"/>
              </a:ext>
            </a:extLst>
          </p:cNvPr>
          <p:cNvSpPr>
            <a:spLocks noGrp="1"/>
          </p:cNvSpPr>
          <p:nvPr>
            <p:ph idx="1"/>
          </p:nvPr>
        </p:nvSpPr>
        <p:spPr>
          <a:xfrm>
            <a:off x="344234" y="883497"/>
            <a:ext cx="9654076" cy="3837904"/>
          </a:xfrm>
        </p:spPr>
        <p:txBody>
          <a:bodyPr anchor="ctr">
            <a:noAutofit/>
          </a:bodyPr>
          <a:lstStyle/>
          <a:p>
            <a:r>
              <a:rPr lang="en-US" sz="3500" dirty="0"/>
              <a:t>Standard process for responding to visible complaints. </a:t>
            </a:r>
          </a:p>
          <a:p>
            <a:endParaRPr lang="en-US" sz="3500" dirty="0"/>
          </a:p>
          <a:p>
            <a:pPr lvl="0"/>
            <a:r>
              <a:rPr lang="en-US" sz="3500" dirty="0"/>
              <a:t>Adapt short-form videos to company profile</a:t>
            </a:r>
          </a:p>
          <a:p>
            <a:pPr lvl="0"/>
            <a:endParaRPr lang="en-US" sz="3500" dirty="0"/>
          </a:p>
          <a:p>
            <a:pPr lvl="0"/>
            <a:r>
              <a:rPr lang="en-US" sz="3500" dirty="0"/>
              <a:t>Keep up with current social media trends</a:t>
            </a:r>
          </a:p>
          <a:p>
            <a:endParaRPr lang="en-US" sz="3500" dirty="0"/>
          </a:p>
        </p:txBody>
      </p:sp>
      <p:sp>
        <p:nvSpPr>
          <p:cNvPr id="9" name="Title 1">
            <a:extLst>
              <a:ext uri="{FF2B5EF4-FFF2-40B4-BE49-F238E27FC236}">
                <a16:creationId xmlns:a16="http://schemas.microsoft.com/office/drawing/2014/main" id="{33B04DE3-C0C8-51A1-E858-D1391B1490D3}"/>
              </a:ext>
            </a:extLst>
          </p:cNvPr>
          <p:cNvSpPr txBox="1">
            <a:spLocks/>
          </p:cNvSpPr>
          <p:nvPr/>
        </p:nvSpPr>
        <p:spPr>
          <a:xfrm>
            <a:off x="1444649" y="5571392"/>
            <a:ext cx="5407703" cy="982473"/>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Proposals for Improvement</a:t>
            </a:r>
          </a:p>
        </p:txBody>
      </p:sp>
      <p:sp>
        <p:nvSpPr>
          <p:cNvPr id="11" name="Title 1">
            <a:extLst>
              <a:ext uri="{FF2B5EF4-FFF2-40B4-BE49-F238E27FC236}">
                <a16:creationId xmlns:a16="http://schemas.microsoft.com/office/drawing/2014/main" id="{F2CC4E52-1AFD-2674-2A4B-78C2E60B5FB4}"/>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7</a:t>
            </a:r>
          </a:p>
        </p:txBody>
      </p:sp>
    </p:spTree>
    <p:extLst>
      <p:ext uri="{BB962C8B-B14F-4D97-AF65-F5344CB8AC3E}">
        <p14:creationId xmlns:p14="http://schemas.microsoft.com/office/powerpoint/2010/main" val="3548865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15F93C-9C9C-7607-CBD6-D042388207F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30FD1C-F2F0-C7CB-8D37-B1A4B6A19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F58BB9-EAAD-57C7-5C95-A157684C6F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69283"/>
            <a:ext cx="12191998" cy="1590742"/>
          </a:xfrm>
          <a:prstGeom prst="rect">
            <a:avLst/>
          </a:prstGeom>
          <a:gradFill>
            <a:gsLst>
              <a:gs pos="0">
                <a:srgbClr val="000000"/>
              </a:gs>
              <a:gs pos="54000">
                <a:schemeClr val="accent1">
                  <a:lumMod val="5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D971DB3-F6DC-B6FF-BB30-4AD0D43AA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610" y="5269283"/>
            <a:ext cx="12208610" cy="1590742"/>
          </a:xfrm>
          <a:prstGeom prst="rect">
            <a:avLst/>
          </a:prstGeom>
          <a:gradFill>
            <a:gsLst>
              <a:gs pos="18000">
                <a:schemeClr val="accent1">
                  <a:lumMod val="75000"/>
                  <a:alpha val="0"/>
                </a:schemeClr>
              </a:gs>
              <a:gs pos="100000">
                <a:schemeClr val="accent1"/>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A901184-96BF-21AB-A106-AEFF15D28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98694" y="5267258"/>
            <a:ext cx="4093306" cy="1590742"/>
          </a:xfrm>
          <a:prstGeom prst="rect">
            <a:avLst/>
          </a:prstGeom>
          <a:gradFill>
            <a:gsLst>
              <a:gs pos="23000">
                <a:schemeClr val="accent1">
                  <a:lumMod val="50000"/>
                  <a:alpha val="61000"/>
                </a:schemeClr>
              </a:gs>
              <a:gs pos="100000">
                <a:schemeClr val="accent1">
                  <a:lumMod val="50000"/>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CFFB1B-C3F1-1B61-0505-0D15EA6127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9" y="5267258"/>
            <a:ext cx="12198669" cy="1131515"/>
          </a:xfrm>
          <a:prstGeom prst="rect">
            <a:avLst/>
          </a:prstGeom>
          <a:gradFill>
            <a:gsLst>
              <a:gs pos="18000">
                <a:schemeClr val="accent1">
                  <a:alpha val="0"/>
                </a:schemeClr>
              </a:gs>
              <a:gs pos="100000">
                <a:schemeClr val="accent1">
                  <a:lumMod val="60000"/>
                  <a:lumOff val="40000"/>
                  <a:alpha val="5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36F0D90-283B-D0BD-E87C-462A10DE7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6607" y="5278400"/>
            <a:ext cx="7736926" cy="1590741"/>
          </a:xfrm>
          <a:prstGeom prst="rect">
            <a:avLst/>
          </a:prstGeom>
          <a:gradFill>
            <a:gsLst>
              <a:gs pos="50000">
                <a:schemeClr val="accent1">
                  <a:alpha val="0"/>
                </a:schemeClr>
              </a:gs>
              <a:gs pos="100000">
                <a:schemeClr val="accent1">
                  <a:lumMod val="75000"/>
                  <a:alpha val="41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6F0E3DE-9AB8-7EE0-00E7-E91A97F41892}"/>
              </a:ext>
            </a:extLst>
          </p:cNvPr>
          <p:cNvSpPr>
            <a:spLocks noGrp="1"/>
          </p:cNvSpPr>
          <p:nvPr>
            <p:ph idx="1"/>
          </p:nvPr>
        </p:nvSpPr>
        <p:spPr>
          <a:xfrm>
            <a:off x="304477" y="459227"/>
            <a:ext cx="9654076" cy="3837904"/>
          </a:xfrm>
        </p:spPr>
        <p:txBody>
          <a:bodyPr anchor="ctr">
            <a:noAutofit/>
          </a:bodyPr>
          <a:lstStyle/>
          <a:p>
            <a:pPr marL="0" indent="0">
              <a:buNone/>
            </a:pPr>
            <a:r>
              <a:rPr lang="en-US" sz="3500" u="sng" dirty="0"/>
              <a:t>Outline:</a:t>
            </a:r>
            <a:r>
              <a:rPr lang="en-US" sz="3500" dirty="0"/>
              <a:t> </a:t>
            </a:r>
            <a:endParaRPr lang="en-US" sz="3500" b="0" dirty="0">
              <a:effectLst/>
            </a:endParaRPr>
          </a:p>
          <a:p>
            <a:pPr marL="0" indent="0">
              <a:buNone/>
            </a:pPr>
            <a:r>
              <a:rPr lang="en-US" sz="3500" b="0" dirty="0">
                <a:effectLst/>
              </a:rPr>
              <a:t>Strengths (Pg. 3)</a:t>
            </a:r>
          </a:p>
          <a:p>
            <a:pPr marL="0" indent="0">
              <a:buNone/>
            </a:pPr>
            <a:r>
              <a:rPr lang="en-US" sz="3500" dirty="0"/>
              <a:t>Weaknesses (Pg. 4)</a:t>
            </a:r>
            <a:endParaRPr lang="en-US" sz="3500" b="0" dirty="0">
              <a:effectLst/>
            </a:endParaRPr>
          </a:p>
          <a:p>
            <a:pPr marL="0" indent="0">
              <a:buNone/>
            </a:pPr>
            <a:r>
              <a:rPr lang="en-US" sz="3500" dirty="0"/>
              <a:t>Opportunities (Pg. 5)</a:t>
            </a:r>
            <a:endParaRPr lang="en-US" sz="3500" b="0" dirty="0">
              <a:effectLst/>
            </a:endParaRPr>
          </a:p>
          <a:p>
            <a:pPr marL="0" indent="0">
              <a:buNone/>
            </a:pPr>
            <a:r>
              <a:rPr lang="en-US" sz="3500" dirty="0"/>
              <a:t>Threats (Pg. 6)</a:t>
            </a:r>
            <a:endParaRPr lang="en-US" sz="3500" b="0" dirty="0">
              <a:effectLst/>
            </a:endParaRPr>
          </a:p>
          <a:p>
            <a:pPr marL="0" indent="0">
              <a:buNone/>
            </a:pPr>
            <a:r>
              <a:rPr lang="en-US" sz="3500" dirty="0"/>
              <a:t>Proposals for Improvement (Pg. 7)</a:t>
            </a:r>
            <a:endParaRPr lang="en-US" sz="3500" b="0" dirty="0">
              <a:effectLst/>
            </a:endParaRPr>
          </a:p>
          <a:p>
            <a:pPr marL="0" indent="0">
              <a:buNone/>
            </a:pPr>
            <a:r>
              <a:rPr lang="en-US" sz="3500" dirty="0"/>
              <a:t>Conclusion (Pg. 8)</a:t>
            </a:r>
            <a:endParaRPr lang="en-US" sz="3500" b="0" dirty="0">
              <a:effectLst/>
            </a:endParaRPr>
          </a:p>
        </p:txBody>
      </p:sp>
      <p:sp>
        <p:nvSpPr>
          <p:cNvPr id="9" name="Title 1">
            <a:extLst>
              <a:ext uri="{FF2B5EF4-FFF2-40B4-BE49-F238E27FC236}">
                <a16:creationId xmlns:a16="http://schemas.microsoft.com/office/drawing/2014/main" id="{6E1F5319-3A04-0FEF-B8BA-9507F4639B88}"/>
              </a:ext>
            </a:extLst>
          </p:cNvPr>
          <p:cNvSpPr txBox="1">
            <a:spLocks/>
          </p:cNvSpPr>
          <p:nvPr/>
        </p:nvSpPr>
        <p:spPr>
          <a:xfrm>
            <a:off x="1388209" y="5554639"/>
            <a:ext cx="2438356" cy="982473"/>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000" dirty="0">
                <a:solidFill>
                  <a:srgbClr val="FFFFFF"/>
                </a:solidFill>
              </a:rPr>
              <a:t>Conclusion</a:t>
            </a:r>
          </a:p>
        </p:txBody>
      </p:sp>
      <p:sp>
        <p:nvSpPr>
          <p:cNvPr id="11" name="Title 1">
            <a:extLst>
              <a:ext uri="{FF2B5EF4-FFF2-40B4-BE49-F238E27FC236}">
                <a16:creationId xmlns:a16="http://schemas.microsoft.com/office/drawing/2014/main" id="{DC3A0203-2785-5FE6-2FEB-4AD1EF13DC8B}"/>
              </a:ext>
            </a:extLst>
          </p:cNvPr>
          <p:cNvSpPr txBox="1">
            <a:spLocks/>
          </p:cNvSpPr>
          <p:nvPr/>
        </p:nvSpPr>
        <p:spPr>
          <a:xfrm>
            <a:off x="11375221" y="5729438"/>
            <a:ext cx="557136" cy="9824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solidFill>
                  <a:srgbClr val="FFFFFF"/>
                </a:solidFill>
              </a:rPr>
              <a:t>8</a:t>
            </a:r>
          </a:p>
        </p:txBody>
      </p:sp>
    </p:spTree>
    <p:extLst>
      <p:ext uri="{BB962C8B-B14F-4D97-AF65-F5344CB8AC3E}">
        <p14:creationId xmlns:p14="http://schemas.microsoft.com/office/powerpoint/2010/main" val="936595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891</Words>
  <Application>Microsoft Office PowerPoint</Application>
  <PresentationFormat>Widescreen</PresentationFormat>
  <Paragraphs>74</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Seth Ricks</dc:creator>
  <cp:lastModifiedBy>Seth Ricks</cp:lastModifiedBy>
  <cp:revision>1</cp:revision>
  <dcterms:created xsi:type="dcterms:W3CDTF">2025-09-02T01:05:15Z</dcterms:created>
  <dcterms:modified xsi:type="dcterms:W3CDTF">2025-09-02T17:53:33Z</dcterms:modified>
</cp:coreProperties>
</file>