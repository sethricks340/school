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4.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5.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theme/theme6.xml" ContentType="application/vnd.openxmlformats-officedocument.theme+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8" r:id="rId1"/>
    <p:sldMasterId id="2147483728" r:id="rId2"/>
    <p:sldMasterId id="2147483823" r:id="rId3"/>
    <p:sldMasterId id="2147483875" r:id="rId4"/>
    <p:sldMasterId id="2147483900" r:id="rId5"/>
    <p:sldMasterId id="2147483981" r:id="rId6"/>
    <p:sldMasterId id="2147484075" r:id="rId7"/>
  </p:sldMasterIdLst>
  <p:notesMasterIdLst>
    <p:notesMasterId r:id="rId65"/>
  </p:notesMasterIdLst>
  <p:sldIdLst>
    <p:sldId id="262" r:id="rId8"/>
    <p:sldId id="281" r:id="rId9"/>
    <p:sldId id="402" r:id="rId10"/>
    <p:sldId id="531" r:id="rId11"/>
    <p:sldId id="674" r:id="rId12"/>
    <p:sldId id="924" r:id="rId13"/>
    <p:sldId id="697" r:id="rId14"/>
    <p:sldId id="469" r:id="rId15"/>
    <p:sldId id="930" r:id="rId16"/>
    <p:sldId id="573" r:id="rId17"/>
    <p:sldId id="535" r:id="rId18"/>
    <p:sldId id="546" r:id="rId19"/>
    <p:sldId id="484" r:id="rId20"/>
    <p:sldId id="560" r:id="rId21"/>
    <p:sldId id="534" r:id="rId22"/>
    <p:sldId id="485" r:id="rId23"/>
    <p:sldId id="486" r:id="rId24"/>
    <p:sldId id="488" r:id="rId25"/>
    <p:sldId id="533" r:id="rId26"/>
    <p:sldId id="491" r:id="rId27"/>
    <p:sldId id="492" r:id="rId28"/>
    <p:sldId id="493" r:id="rId29"/>
    <p:sldId id="489" r:id="rId30"/>
    <p:sldId id="490" r:id="rId31"/>
    <p:sldId id="521" r:id="rId32"/>
    <p:sldId id="919" r:id="rId33"/>
    <p:sldId id="495" r:id="rId34"/>
    <p:sldId id="923" r:id="rId35"/>
    <p:sldId id="497" r:id="rId36"/>
    <p:sldId id="501" r:id="rId37"/>
    <p:sldId id="555" r:id="rId38"/>
    <p:sldId id="928" r:id="rId39"/>
    <p:sldId id="502" r:id="rId40"/>
    <p:sldId id="503" r:id="rId41"/>
    <p:sldId id="500" r:id="rId42"/>
    <p:sldId id="498" r:id="rId43"/>
    <p:sldId id="547" r:id="rId44"/>
    <p:sldId id="273" r:id="rId45"/>
    <p:sldId id="424" r:id="rId46"/>
    <p:sldId id="931" r:id="rId47"/>
    <p:sldId id="565" r:id="rId48"/>
    <p:sldId id="673" r:id="rId49"/>
    <p:sldId id="532" r:id="rId50"/>
    <p:sldId id="564" r:id="rId51"/>
    <p:sldId id="526" r:id="rId52"/>
    <p:sldId id="525" r:id="rId53"/>
    <p:sldId id="527" r:id="rId54"/>
    <p:sldId id="505" r:id="rId55"/>
    <p:sldId id="463" r:id="rId56"/>
    <p:sldId id="400" r:id="rId57"/>
    <p:sldId id="467" r:id="rId58"/>
    <p:sldId id="468" r:id="rId59"/>
    <p:sldId id="528" r:id="rId60"/>
    <p:sldId id="559" r:id="rId61"/>
    <p:sldId id="926" r:id="rId62"/>
    <p:sldId id="558" r:id="rId63"/>
    <p:sldId id="929" r:id="rId64"/>
  </p:sldIdLst>
  <p:sldSz cx="12192000" cy="6858000"/>
  <p:notesSz cx="6858000" cy="9144000"/>
  <p:embeddedFontLst>
    <p:embeddedFont>
      <p:font typeface="Cambria" panose="02040503050406030204" pitchFamily="18" charset="0"/>
      <p:regular r:id="rId66"/>
      <p:bold r:id="rId67"/>
      <p:italic r:id="rId68"/>
      <p:boldItalic r:id="rId69"/>
    </p:embeddedFont>
    <p:embeddedFont>
      <p:font typeface="Cambria Math" panose="02040503050406030204" pitchFamily="18" charset="0"/>
      <p:regular r:id="rId7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CF4ED0-6F9B-40B7-B318-3C36F383C307}" v="426" dt="2025-09-15T18:02:19.1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1" d="100"/>
          <a:sy n="111" d="100"/>
        </p:scale>
        <p:origin x="594" y="96"/>
      </p:cViewPr>
      <p:guideLst/>
    </p:cSldViewPr>
  </p:slideViewPr>
  <p:notesTextViewPr>
    <p:cViewPr>
      <p:scale>
        <a:sx n="3" d="2"/>
        <a:sy n="3" d="2"/>
      </p:scale>
      <p:origin x="0" y="0"/>
    </p:cViewPr>
  </p:notesTextViewPr>
  <p:sorterViewPr>
    <p:cViewPr varScale="1">
      <p:scale>
        <a:sx n="1" d="1"/>
        <a:sy n="1" d="1"/>
      </p:scale>
      <p:origin x="0" y="-419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font" Target="fonts/font1.fntdata"/><Relationship Id="rId74"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font" Target="fonts/font4.fntdata"/><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font" Target="fonts/font2.fntdata"/><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font" Target="fonts/font5.fntdata"/><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notesMaster" Target="notesMasters/notesMaster1.xml"/><Relationship Id="rId73"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microsoft.com/office/2015/10/relationships/revisionInfo" Target="revisionInfo.xml"/><Relationship Id="rId7" Type="http://schemas.openxmlformats.org/officeDocument/2006/relationships/slideMaster" Target="slideMasters/slideMaster7.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enson, Jody" userId="f700768a-5749-4e0f-98d7-2b523cc7d418" providerId="ADAL" clId="{01A0664A-1995-4479-B72C-EEB8B2F2E0CE}"/>
    <pc:docChg chg="custSel modSld">
      <pc:chgData name="Swenson, Jody" userId="f700768a-5749-4e0f-98d7-2b523cc7d418" providerId="ADAL" clId="{01A0664A-1995-4479-B72C-EEB8B2F2E0CE}" dt="2020-10-12T19:56:13.305" v="0" actId="478"/>
      <pc:docMkLst>
        <pc:docMk/>
      </pc:docMkLst>
      <pc:sldChg chg="delSp mod">
        <pc:chgData name="Swenson, Jody" userId="f700768a-5749-4e0f-98d7-2b523cc7d418" providerId="ADAL" clId="{01A0664A-1995-4479-B72C-EEB8B2F2E0CE}" dt="2020-10-12T19:56:13.305" v="0" actId="478"/>
        <pc:sldMkLst>
          <pc:docMk/>
          <pc:sldMk cId="3922080683" sldId="501"/>
        </pc:sldMkLst>
      </pc:sldChg>
    </pc:docChg>
  </pc:docChgLst>
  <pc:docChgLst>
    <pc:chgData name="Swenson, Jody" userId="f700768a-5749-4e0f-98d7-2b523cc7d418" providerId="ADAL" clId="{4D419347-EE27-40AD-B765-45E2CB166DAA}"/>
    <pc:docChg chg="undo custSel addSld delSld modSld sldOrd">
      <pc:chgData name="Swenson, Jody" userId="f700768a-5749-4e0f-98d7-2b523cc7d418" providerId="ADAL" clId="{4D419347-EE27-40AD-B765-45E2CB166DAA}" dt="2021-04-23T14:24:09.624" v="642" actId="5793"/>
      <pc:docMkLst>
        <pc:docMk/>
      </pc:docMkLst>
      <pc:sldChg chg="modSp del mod modAnim">
        <pc:chgData name="Swenson, Jody" userId="f700768a-5749-4e0f-98d7-2b523cc7d418" providerId="ADAL" clId="{4D419347-EE27-40AD-B765-45E2CB166DAA}" dt="2021-04-12T23:57:31.561" v="491" actId="47"/>
        <pc:sldMkLst>
          <pc:docMk/>
          <pc:sldMk cId="4189222719" sldId="397"/>
        </pc:sldMkLst>
      </pc:sldChg>
      <pc:sldChg chg="modSp">
        <pc:chgData name="Swenson, Jody" userId="f700768a-5749-4e0f-98d7-2b523cc7d418" providerId="ADAL" clId="{4D419347-EE27-40AD-B765-45E2CB166DAA}" dt="2021-04-13T01:34:11.091" v="504" actId="20577"/>
        <pc:sldMkLst>
          <pc:docMk/>
          <pc:sldMk cId="1515453726" sldId="402"/>
        </pc:sldMkLst>
      </pc:sldChg>
      <pc:sldChg chg="ord">
        <pc:chgData name="Swenson, Jody" userId="f700768a-5749-4e0f-98d7-2b523cc7d418" providerId="ADAL" clId="{4D419347-EE27-40AD-B765-45E2CB166DAA}" dt="2021-04-19T19:41:34.545" v="620"/>
        <pc:sldMkLst>
          <pc:docMk/>
          <pc:sldMk cId="3004754799" sldId="482"/>
        </pc:sldMkLst>
      </pc:sldChg>
      <pc:sldChg chg="addSp modSp mod modAnim">
        <pc:chgData name="Swenson, Jody" userId="f700768a-5749-4e0f-98d7-2b523cc7d418" providerId="ADAL" clId="{4D419347-EE27-40AD-B765-45E2CB166DAA}" dt="2021-04-19T17:09:57.229" v="616" actId="20577"/>
        <pc:sldMkLst>
          <pc:docMk/>
          <pc:sldMk cId="1266139505" sldId="493"/>
        </pc:sldMkLst>
      </pc:sldChg>
      <pc:sldChg chg="modSp modAnim">
        <pc:chgData name="Swenson, Jody" userId="f700768a-5749-4e0f-98d7-2b523cc7d418" providerId="ADAL" clId="{4D419347-EE27-40AD-B765-45E2CB166DAA}" dt="2021-04-12T23:22:35.229" v="294"/>
        <pc:sldMkLst>
          <pc:docMk/>
          <pc:sldMk cId="2564578954" sldId="535"/>
        </pc:sldMkLst>
      </pc:sldChg>
      <pc:sldChg chg="modSp mod modAnim">
        <pc:chgData name="Swenson, Jody" userId="f700768a-5749-4e0f-98d7-2b523cc7d418" providerId="ADAL" clId="{4D419347-EE27-40AD-B765-45E2CB166DAA}" dt="2021-04-12T23:32:18.503" v="403" actId="1036"/>
        <pc:sldMkLst>
          <pc:docMk/>
          <pc:sldMk cId="1538223716" sldId="548"/>
        </pc:sldMkLst>
      </pc:sldChg>
      <pc:sldChg chg="modSp mod modAnim">
        <pc:chgData name="Swenson, Jody" userId="f700768a-5749-4e0f-98d7-2b523cc7d418" providerId="ADAL" clId="{4D419347-EE27-40AD-B765-45E2CB166DAA}" dt="2021-04-12T23:22:17.046" v="283" actId="1076"/>
        <pc:sldMkLst>
          <pc:docMk/>
          <pc:sldMk cId="2080594010" sldId="550"/>
        </pc:sldMkLst>
      </pc:sldChg>
      <pc:sldChg chg="modSp modAnim">
        <pc:chgData name="Swenson, Jody" userId="f700768a-5749-4e0f-98d7-2b523cc7d418" providerId="ADAL" clId="{4D419347-EE27-40AD-B765-45E2CB166DAA}" dt="2021-04-13T20:05:10.363" v="601" actId="20577"/>
        <pc:sldMkLst>
          <pc:docMk/>
          <pc:sldMk cId="3842384993" sldId="551"/>
        </pc:sldMkLst>
      </pc:sldChg>
      <pc:sldChg chg="addSp modSp mod modAnim">
        <pc:chgData name="Swenson, Jody" userId="f700768a-5749-4e0f-98d7-2b523cc7d418" providerId="ADAL" clId="{4D419347-EE27-40AD-B765-45E2CB166DAA}" dt="2021-04-19T17:09:36.340" v="614" actId="20577"/>
        <pc:sldMkLst>
          <pc:docMk/>
          <pc:sldMk cId="466786918" sldId="556"/>
        </pc:sldMkLst>
      </pc:sldChg>
      <pc:sldChg chg="del">
        <pc:chgData name="Swenson, Jody" userId="f700768a-5749-4e0f-98d7-2b523cc7d418" providerId="ADAL" clId="{4D419347-EE27-40AD-B765-45E2CB166DAA}" dt="2021-04-13T00:01:40.543" v="502" actId="47"/>
        <pc:sldMkLst>
          <pc:docMk/>
          <pc:sldMk cId="2770070316" sldId="557"/>
        </pc:sldMkLst>
      </pc:sldChg>
      <pc:sldChg chg="add">
        <pc:chgData name="Swenson, Jody" userId="f700768a-5749-4e0f-98d7-2b523cc7d418" providerId="ADAL" clId="{4D419347-EE27-40AD-B765-45E2CB166DAA}" dt="2021-04-12T23:57:27.977" v="490"/>
        <pc:sldMkLst>
          <pc:docMk/>
          <pc:sldMk cId="3534964001" sldId="558"/>
        </pc:sldMkLst>
      </pc:sldChg>
      <pc:sldChg chg="add del">
        <pc:chgData name="Swenson, Jody" userId="f700768a-5749-4e0f-98d7-2b523cc7d418" providerId="ADAL" clId="{4D419347-EE27-40AD-B765-45E2CB166DAA}" dt="2021-04-12T23:38:20.741" v="405"/>
        <pc:sldMkLst>
          <pc:docMk/>
          <pc:sldMk cId="3657151606" sldId="558"/>
        </pc:sldMkLst>
      </pc:sldChg>
      <pc:sldChg chg="modSp add">
        <pc:chgData name="Swenson, Jody" userId="f700768a-5749-4e0f-98d7-2b523cc7d418" providerId="ADAL" clId="{4D419347-EE27-40AD-B765-45E2CB166DAA}" dt="2021-04-23T14:24:09.624" v="642" actId="5793"/>
        <pc:sldMkLst>
          <pc:docMk/>
          <pc:sldMk cId="2905076712" sldId="559"/>
        </pc:sldMkLst>
      </pc:sldChg>
    </pc:docChg>
  </pc:docChgLst>
  <pc:docChgLst>
    <pc:chgData name="Swenson, Jody" userId="f700768a-5749-4e0f-98d7-2b523cc7d418" providerId="ADAL" clId="{BA87FCF8-F4AD-4FBD-BA22-19CFD06ED686}"/>
    <pc:docChg chg="undo custSel addSld delSld modSld sldOrd">
      <pc:chgData name="Swenson, Jody" userId="f700768a-5749-4e0f-98d7-2b523cc7d418" providerId="ADAL" clId="{BA87FCF8-F4AD-4FBD-BA22-19CFD06ED686}" dt="2021-07-27T20:43:01.441" v="1933" actId="1076"/>
      <pc:docMkLst>
        <pc:docMk/>
      </pc:docMkLst>
      <pc:sldChg chg="modSp add del mod addAnim delAnim modAnim">
        <pc:chgData name="Swenson, Jody" userId="f700768a-5749-4e0f-98d7-2b523cc7d418" providerId="ADAL" clId="{BA87FCF8-F4AD-4FBD-BA22-19CFD06ED686}" dt="2021-07-27T20:08:48.303" v="1590" actId="47"/>
        <pc:sldMkLst>
          <pc:docMk/>
          <pc:sldMk cId="1351158691" sldId="433"/>
        </pc:sldMkLst>
      </pc:sldChg>
      <pc:sldChg chg="modSp mod">
        <pc:chgData name="Swenson, Jody" userId="f700768a-5749-4e0f-98d7-2b523cc7d418" providerId="ADAL" clId="{BA87FCF8-F4AD-4FBD-BA22-19CFD06ED686}" dt="2021-07-27T18:43:41.319" v="989" actId="255"/>
        <pc:sldMkLst>
          <pc:docMk/>
          <pc:sldMk cId="2718303353" sldId="469"/>
        </pc:sldMkLst>
      </pc:sldChg>
      <pc:sldChg chg="del">
        <pc:chgData name="Swenson, Jody" userId="f700768a-5749-4e0f-98d7-2b523cc7d418" providerId="ADAL" clId="{BA87FCF8-F4AD-4FBD-BA22-19CFD06ED686}" dt="2021-07-26T19:08:36.325" v="1" actId="2696"/>
        <pc:sldMkLst>
          <pc:docMk/>
          <pc:sldMk cId="428377764" sldId="476"/>
        </pc:sldMkLst>
      </pc:sldChg>
      <pc:sldChg chg="del">
        <pc:chgData name="Swenson, Jody" userId="f700768a-5749-4e0f-98d7-2b523cc7d418" providerId="ADAL" clId="{BA87FCF8-F4AD-4FBD-BA22-19CFD06ED686}" dt="2021-07-26T19:08:36.325" v="1" actId="2696"/>
        <pc:sldMkLst>
          <pc:docMk/>
          <pc:sldMk cId="235989058" sldId="477"/>
        </pc:sldMkLst>
      </pc:sldChg>
      <pc:sldChg chg="modSp mod">
        <pc:chgData name="Swenson, Jody" userId="f700768a-5749-4e0f-98d7-2b523cc7d418" providerId="ADAL" clId="{BA87FCF8-F4AD-4FBD-BA22-19CFD06ED686}" dt="2021-07-27T20:14:42.735" v="1607" actId="255"/>
        <pc:sldMkLst>
          <pc:docMk/>
          <pc:sldMk cId="3068792815" sldId="481"/>
        </pc:sldMkLst>
      </pc:sldChg>
      <pc:sldChg chg="delSp mod delAnim">
        <pc:chgData name="Swenson, Jody" userId="f700768a-5749-4e0f-98d7-2b523cc7d418" providerId="ADAL" clId="{BA87FCF8-F4AD-4FBD-BA22-19CFD06ED686}" dt="2021-07-27T20:38:04.056" v="1640" actId="21"/>
        <pc:sldMkLst>
          <pc:docMk/>
          <pc:sldMk cId="1266139505" sldId="493"/>
        </pc:sldMkLst>
      </pc:sldChg>
      <pc:sldChg chg="modSp mod modAnim">
        <pc:chgData name="Swenson, Jody" userId="f700768a-5749-4e0f-98d7-2b523cc7d418" providerId="ADAL" clId="{BA87FCF8-F4AD-4FBD-BA22-19CFD06ED686}" dt="2021-07-27T20:42:38.050" v="1930" actId="1076"/>
        <pc:sldMkLst>
          <pc:docMk/>
          <pc:sldMk cId="919257849" sldId="494"/>
        </pc:sldMkLst>
      </pc:sldChg>
      <pc:sldChg chg="addSp delSp modSp mod delAnim modAnim">
        <pc:chgData name="Swenson, Jody" userId="f700768a-5749-4e0f-98d7-2b523cc7d418" providerId="ADAL" clId="{BA87FCF8-F4AD-4FBD-BA22-19CFD06ED686}" dt="2021-07-27T20:42:51.212" v="1931" actId="21"/>
        <pc:sldMkLst>
          <pc:docMk/>
          <pc:sldMk cId="3313322516" sldId="496"/>
        </pc:sldMkLst>
      </pc:sldChg>
      <pc:sldChg chg="addSp modSp mod modAnim">
        <pc:chgData name="Swenson, Jody" userId="f700768a-5749-4e0f-98d7-2b523cc7d418" providerId="ADAL" clId="{BA87FCF8-F4AD-4FBD-BA22-19CFD06ED686}" dt="2021-07-27T20:43:01.441" v="1933" actId="1076"/>
        <pc:sldMkLst>
          <pc:docMk/>
          <pc:sldMk cId="3600034755" sldId="497"/>
        </pc:sldMkLst>
      </pc:sldChg>
      <pc:sldChg chg="ord">
        <pc:chgData name="Swenson, Jody" userId="f700768a-5749-4e0f-98d7-2b523cc7d418" providerId="ADAL" clId="{BA87FCF8-F4AD-4FBD-BA22-19CFD06ED686}" dt="2021-07-27T20:35:16.147" v="1639"/>
        <pc:sldMkLst>
          <pc:docMk/>
          <pc:sldMk cId="3124718779" sldId="500"/>
        </pc:sldMkLst>
      </pc:sldChg>
      <pc:sldChg chg="addSp modSp mod modAnim">
        <pc:chgData name="Swenson, Jody" userId="f700768a-5749-4e0f-98d7-2b523cc7d418" providerId="ADAL" clId="{BA87FCF8-F4AD-4FBD-BA22-19CFD06ED686}" dt="2021-07-27T18:43:07.727" v="988" actId="1076"/>
        <pc:sldMkLst>
          <pc:docMk/>
          <pc:sldMk cId="1366200227" sldId="527"/>
        </pc:sldMkLst>
      </pc:sldChg>
      <pc:sldChg chg="addSp modSp add mod modAnim">
        <pc:chgData name="Swenson, Jody" userId="f700768a-5749-4e0f-98d7-2b523cc7d418" providerId="ADAL" clId="{BA87FCF8-F4AD-4FBD-BA22-19CFD06ED686}" dt="2021-07-27T20:31:29.921" v="1636"/>
        <pc:sldMkLst>
          <pc:docMk/>
          <pc:sldMk cId="3326142111" sldId="532"/>
        </pc:sldMkLst>
      </pc:sldChg>
      <pc:sldChg chg="ord">
        <pc:chgData name="Swenson, Jody" userId="f700768a-5749-4e0f-98d7-2b523cc7d418" providerId="ADAL" clId="{BA87FCF8-F4AD-4FBD-BA22-19CFD06ED686}" dt="2021-07-27T01:22:59.865" v="4"/>
        <pc:sldMkLst>
          <pc:docMk/>
          <pc:sldMk cId="2138522335" sldId="533"/>
        </pc:sldMkLst>
      </pc:sldChg>
      <pc:sldChg chg="ord">
        <pc:chgData name="Swenson, Jody" userId="f700768a-5749-4e0f-98d7-2b523cc7d418" providerId="ADAL" clId="{BA87FCF8-F4AD-4FBD-BA22-19CFD06ED686}" dt="2021-07-27T20:21:09.302" v="1633"/>
        <pc:sldMkLst>
          <pc:docMk/>
          <pc:sldMk cId="3100123050" sldId="534"/>
        </pc:sldMkLst>
      </pc:sldChg>
      <pc:sldChg chg="addSp delSp modSp add mod ord delAnim">
        <pc:chgData name="Swenson, Jody" userId="f700768a-5749-4e0f-98d7-2b523cc7d418" providerId="ADAL" clId="{BA87FCF8-F4AD-4FBD-BA22-19CFD06ED686}" dt="2021-07-27T20:20:15.791" v="1631" actId="164"/>
        <pc:sldMkLst>
          <pc:docMk/>
          <pc:sldMk cId="2681654516" sldId="546"/>
        </pc:sldMkLst>
      </pc:sldChg>
      <pc:sldChg chg="del">
        <pc:chgData name="Swenson, Jody" userId="f700768a-5749-4e0f-98d7-2b523cc7d418" providerId="ADAL" clId="{BA87FCF8-F4AD-4FBD-BA22-19CFD06ED686}" dt="2021-07-26T19:01:19.960" v="0" actId="47"/>
        <pc:sldMkLst>
          <pc:docMk/>
          <pc:sldMk cId="2051894878" sldId="553"/>
        </pc:sldMkLst>
      </pc:sldChg>
      <pc:sldChg chg="del">
        <pc:chgData name="Swenson, Jody" userId="f700768a-5749-4e0f-98d7-2b523cc7d418" providerId="ADAL" clId="{BA87FCF8-F4AD-4FBD-BA22-19CFD06ED686}" dt="2021-07-26T19:08:36.325" v="1" actId="2696"/>
        <pc:sldMkLst>
          <pc:docMk/>
          <pc:sldMk cId="3882938088" sldId="554"/>
        </pc:sldMkLst>
      </pc:sldChg>
      <pc:sldChg chg="delSp mod delAnim">
        <pc:chgData name="Swenson, Jody" userId="f700768a-5749-4e0f-98d7-2b523cc7d418" providerId="ADAL" clId="{BA87FCF8-F4AD-4FBD-BA22-19CFD06ED686}" dt="2021-07-27T20:27:34.255" v="1634" actId="478"/>
        <pc:sldMkLst>
          <pc:docMk/>
          <pc:sldMk cId="466786918" sldId="556"/>
        </pc:sldMkLst>
      </pc:sldChg>
      <pc:sldChg chg="add del">
        <pc:chgData name="Swenson, Jody" userId="f700768a-5749-4e0f-98d7-2b523cc7d418" providerId="ADAL" clId="{BA87FCF8-F4AD-4FBD-BA22-19CFD06ED686}" dt="2021-07-27T01:32:23.685" v="64" actId="47"/>
        <pc:sldMkLst>
          <pc:docMk/>
          <pc:sldMk cId="3544898674" sldId="561"/>
        </pc:sldMkLst>
      </pc:sldChg>
      <pc:sldChg chg="addSp delSp modSp add del mod modAnim">
        <pc:chgData name="Swenson, Jody" userId="f700768a-5749-4e0f-98d7-2b523cc7d418" providerId="ADAL" clId="{BA87FCF8-F4AD-4FBD-BA22-19CFD06ED686}" dt="2021-07-27T20:08:48.303" v="1590" actId="47"/>
        <pc:sldMkLst>
          <pc:docMk/>
          <pc:sldMk cId="630762607" sldId="562"/>
        </pc:sldMkLst>
      </pc:sldChg>
      <pc:sldChg chg="add del">
        <pc:chgData name="Swenson, Jody" userId="f700768a-5749-4e0f-98d7-2b523cc7d418" providerId="ADAL" clId="{BA87FCF8-F4AD-4FBD-BA22-19CFD06ED686}" dt="2021-07-27T20:32:55.391" v="1637" actId="47"/>
        <pc:sldMkLst>
          <pc:docMk/>
          <pc:sldMk cId="167963633" sldId="563"/>
        </pc:sldMkLst>
      </pc:sldChg>
      <pc:sldChg chg="add">
        <pc:chgData name="Swenson, Jody" userId="f700768a-5749-4e0f-98d7-2b523cc7d418" providerId="ADAL" clId="{BA87FCF8-F4AD-4FBD-BA22-19CFD06ED686}" dt="2021-07-27T01:24:19.472" v="5"/>
        <pc:sldMkLst>
          <pc:docMk/>
          <pc:sldMk cId="744811955" sldId="564"/>
        </pc:sldMkLst>
      </pc:sldChg>
      <pc:sldChg chg="add">
        <pc:chgData name="Swenson, Jody" userId="f700768a-5749-4e0f-98d7-2b523cc7d418" providerId="ADAL" clId="{BA87FCF8-F4AD-4FBD-BA22-19CFD06ED686}" dt="2021-07-27T01:24:19.472" v="5"/>
        <pc:sldMkLst>
          <pc:docMk/>
          <pc:sldMk cId="994818413" sldId="565"/>
        </pc:sldMkLst>
      </pc:sldChg>
      <pc:sldChg chg="add del">
        <pc:chgData name="Swenson, Jody" userId="f700768a-5749-4e0f-98d7-2b523cc7d418" providerId="ADAL" clId="{BA87FCF8-F4AD-4FBD-BA22-19CFD06ED686}" dt="2021-07-27T18:28:57.504" v="483"/>
        <pc:sldMkLst>
          <pc:docMk/>
          <pc:sldMk cId="3407472034" sldId="566"/>
        </pc:sldMkLst>
      </pc:sldChg>
      <pc:sldMasterChg chg="delSldLayout">
        <pc:chgData name="Swenson, Jody" userId="f700768a-5749-4e0f-98d7-2b523cc7d418" providerId="ADAL" clId="{BA87FCF8-F4AD-4FBD-BA22-19CFD06ED686}" dt="2021-07-26T19:08:36.325" v="1" actId="2696"/>
        <pc:sldMasterMkLst>
          <pc:docMk/>
          <pc:sldMasterMk cId="3632211011" sldId="2147483964"/>
        </pc:sldMasterMkLst>
        <pc:sldLayoutChg chg="del">
          <pc:chgData name="Swenson, Jody" userId="f700768a-5749-4e0f-98d7-2b523cc7d418" providerId="ADAL" clId="{BA87FCF8-F4AD-4FBD-BA22-19CFD06ED686}" dt="2021-07-26T19:08:36.325" v="1" actId="2696"/>
          <pc:sldLayoutMkLst>
            <pc:docMk/>
            <pc:sldMasterMk cId="3632211011" sldId="2147483964"/>
            <pc:sldLayoutMk cId="2820476020" sldId="2147483980"/>
          </pc:sldLayoutMkLst>
        </pc:sldLayoutChg>
      </pc:sldMasterChg>
    </pc:docChg>
  </pc:docChgLst>
  <pc:docChgLst>
    <pc:chgData name="Swenson, Jody" userId="f700768a-5749-4e0f-98d7-2b523cc7d418" providerId="ADAL" clId="{5ED543EB-3E18-4C92-BA45-DF168070EA05}"/>
    <pc:docChg chg="undo custSel addSld delSld modSld sldOrd">
      <pc:chgData name="Swenson, Jody" userId="f700768a-5749-4e0f-98d7-2b523cc7d418" providerId="ADAL" clId="{5ED543EB-3E18-4C92-BA45-DF168070EA05}" dt="2023-04-20T21:31:02.512" v="2429" actId="1037"/>
      <pc:docMkLst>
        <pc:docMk/>
      </pc:docMkLst>
      <pc:sldChg chg="ord">
        <pc:chgData name="Swenson, Jody" userId="f700768a-5749-4e0f-98d7-2b523cc7d418" providerId="ADAL" clId="{5ED543EB-3E18-4C92-BA45-DF168070EA05}" dt="2023-01-04T19:53:34.892" v="1543"/>
        <pc:sldMkLst>
          <pc:docMk/>
          <pc:sldMk cId="1757437761" sldId="273"/>
        </pc:sldMkLst>
      </pc:sldChg>
      <pc:sldChg chg="modSp add modAnim">
        <pc:chgData name="Swenson, Jody" userId="f700768a-5749-4e0f-98d7-2b523cc7d418" providerId="ADAL" clId="{5ED543EB-3E18-4C92-BA45-DF168070EA05}" dt="2022-12-11T00:48:58.444" v="1531" actId="20577"/>
        <pc:sldMkLst>
          <pc:docMk/>
          <pc:sldMk cId="3801973461" sldId="281"/>
        </pc:sldMkLst>
      </pc:sldChg>
      <pc:sldChg chg="del">
        <pc:chgData name="Swenson, Jody" userId="f700768a-5749-4e0f-98d7-2b523cc7d418" providerId="ADAL" clId="{5ED543EB-3E18-4C92-BA45-DF168070EA05}" dt="2021-12-01T18:04:47.638" v="0" actId="47"/>
        <pc:sldMkLst>
          <pc:docMk/>
          <pc:sldMk cId="1833243915" sldId="394"/>
        </pc:sldMkLst>
      </pc:sldChg>
      <pc:sldChg chg="ord">
        <pc:chgData name="Swenson, Jody" userId="f700768a-5749-4e0f-98d7-2b523cc7d418" providerId="ADAL" clId="{5ED543EB-3E18-4C92-BA45-DF168070EA05}" dt="2023-01-04T19:53:37.368" v="1545"/>
        <pc:sldMkLst>
          <pc:docMk/>
          <pc:sldMk cId="1770315274" sldId="424"/>
        </pc:sldMkLst>
      </pc:sldChg>
      <pc:sldChg chg="del">
        <pc:chgData name="Swenson, Jody" userId="f700768a-5749-4e0f-98d7-2b523cc7d418" providerId="ADAL" clId="{5ED543EB-3E18-4C92-BA45-DF168070EA05}" dt="2021-12-01T18:04:49.594" v="2" actId="47"/>
        <pc:sldMkLst>
          <pc:docMk/>
          <pc:sldMk cId="813577715" sldId="462"/>
        </pc:sldMkLst>
      </pc:sldChg>
      <pc:sldChg chg="del">
        <pc:chgData name="Swenson, Jody" userId="f700768a-5749-4e0f-98d7-2b523cc7d418" providerId="ADAL" clId="{5ED543EB-3E18-4C92-BA45-DF168070EA05}" dt="2021-12-01T18:04:49.177" v="1" actId="47"/>
        <pc:sldMkLst>
          <pc:docMk/>
          <pc:sldMk cId="2266933909" sldId="464"/>
        </pc:sldMkLst>
      </pc:sldChg>
      <pc:sldChg chg="del">
        <pc:chgData name="Swenson, Jody" userId="f700768a-5749-4e0f-98d7-2b523cc7d418" providerId="ADAL" clId="{5ED543EB-3E18-4C92-BA45-DF168070EA05}" dt="2022-09-16T20:58:59.939" v="398" actId="47"/>
        <pc:sldMkLst>
          <pc:docMk/>
          <pc:sldMk cId="3155730959" sldId="474"/>
        </pc:sldMkLst>
      </pc:sldChg>
      <pc:sldChg chg="del">
        <pc:chgData name="Swenson, Jody" userId="f700768a-5749-4e0f-98d7-2b523cc7d418" providerId="ADAL" clId="{5ED543EB-3E18-4C92-BA45-DF168070EA05}" dt="2022-09-16T20:59:02.666" v="399" actId="47"/>
        <pc:sldMkLst>
          <pc:docMk/>
          <pc:sldMk cId="2431048210" sldId="475"/>
        </pc:sldMkLst>
      </pc:sldChg>
      <pc:sldChg chg="modSp del">
        <pc:chgData name="Swenson, Jody" userId="f700768a-5749-4e0f-98d7-2b523cc7d418" providerId="ADAL" clId="{5ED543EB-3E18-4C92-BA45-DF168070EA05}" dt="2022-04-17T01:38:18.391" v="189" actId="47"/>
        <pc:sldMkLst>
          <pc:docMk/>
          <pc:sldMk cId="924905198" sldId="480"/>
        </pc:sldMkLst>
      </pc:sldChg>
      <pc:sldChg chg="del">
        <pc:chgData name="Swenson, Jody" userId="f700768a-5749-4e0f-98d7-2b523cc7d418" providerId="ADAL" clId="{5ED543EB-3E18-4C92-BA45-DF168070EA05}" dt="2022-04-17T01:32:51.452" v="187" actId="47"/>
        <pc:sldMkLst>
          <pc:docMk/>
          <pc:sldMk cId="3068792815" sldId="481"/>
        </pc:sldMkLst>
      </pc:sldChg>
      <pc:sldChg chg="addSp delSp modSp add mod delAnim modAnim">
        <pc:chgData name="Swenson, Jody" userId="f700768a-5749-4e0f-98d7-2b523cc7d418" providerId="ADAL" clId="{5ED543EB-3E18-4C92-BA45-DF168070EA05}" dt="2022-12-10T01:40:47.278" v="614"/>
        <pc:sldMkLst>
          <pc:docMk/>
          <pc:sldMk cId="3534964001" sldId="481"/>
        </pc:sldMkLst>
      </pc:sldChg>
      <pc:sldChg chg="modSp del mod">
        <pc:chgData name="Swenson, Jody" userId="f700768a-5749-4e0f-98d7-2b523cc7d418" providerId="ADAL" clId="{5ED543EB-3E18-4C92-BA45-DF168070EA05}" dt="2022-04-17T01:42:15.179" v="305" actId="47"/>
        <pc:sldMkLst>
          <pc:docMk/>
          <pc:sldMk cId="3004754799" sldId="482"/>
        </pc:sldMkLst>
      </pc:sldChg>
      <pc:sldChg chg="modSp">
        <pc:chgData name="Swenson, Jody" userId="f700768a-5749-4e0f-98d7-2b523cc7d418" providerId="ADAL" clId="{5ED543EB-3E18-4C92-BA45-DF168070EA05}" dt="2022-04-17T00:03:37.741" v="185" actId="20577"/>
        <pc:sldMkLst>
          <pc:docMk/>
          <pc:sldMk cId="3207567892" sldId="484"/>
        </pc:sldMkLst>
      </pc:sldChg>
      <pc:sldChg chg="modSp">
        <pc:chgData name="Swenson, Jody" userId="f700768a-5749-4e0f-98d7-2b523cc7d418" providerId="ADAL" clId="{5ED543EB-3E18-4C92-BA45-DF168070EA05}" dt="2022-09-12T20:26:03.736" v="395" actId="20577"/>
        <pc:sldMkLst>
          <pc:docMk/>
          <pc:sldMk cId="1036984042" sldId="485"/>
        </pc:sldMkLst>
      </pc:sldChg>
      <pc:sldChg chg="ord">
        <pc:chgData name="Swenson, Jody" userId="f700768a-5749-4e0f-98d7-2b523cc7d418" providerId="ADAL" clId="{5ED543EB-3E18-4C92-BA45-DF168070EA05}" dt="2023-01-07T22:35:40.722" v="2285"/>
        <pc:sldMkLst>
          <pc:docMk/>
          <pc:sldMk cId="3382686679" sldId="489"/>
        </pc:sldMkLst>
      </pc:sldChg>
      <pc:sldChg chg="modSp mod ord">
        <pc:chgData name="Swenson, Jody" userId="f700768a-5749-4e0f-98d7-2b523cc7d418" providerId="ADAL" clId="{5ED543EB-3E18-4C92-BA45-DF168070EA05}" dt="2023-04-20T21:31:02.512" v="2429" actId="1037"/>
        <pc:sldMkLst>
          <pc:docMk/>
          <pc:sldMk cId="2783947186" sldId="490"/>
        </pc:sldMkLst>
      </pc:sldChg>
      <pc:sldChg chg="modSp">
        <pc:chgData name="Swenson, Jody" userId="f700768a-5749-4e0f-98d7-2b523cc7d418" providerId="ADAL" clId="{5ED543EB-3E18-4C92-BA45-DF168070EA05}" dt="2023-01-07T21:40:34.594" v="2235" actId="20577"/>
        <pc:sldMkLst>
          <pc:docMk/>
          <pc:sldMk cId="910181557" sldId="491"/>
        </pc:sldMkLst>
      </pc:sldChg>
      <pc:sldChg chg="addSp delSp modSp mod">
        <pc:chgData name="Swenson, Jody" userId="f700768a-5749-4e0f-98d7-2b523cc7d418" providerId="ADAL" clId="{5ED543EB-3E18-4C92-BA45-DF168070EA05}" dt="2023-01-07T21:52:31.363" v="2283" actId="1036"/>
        <pc:sldMkLst>
          <pc:docMk/>
          <pc:sldMk cId="1426761643" sldId="492"/>
        </pc:sldMkLst>
      </pc:sldChg>
      <pc:sldChg chg="del">
        <pc:chgData name="Swenson, Jody" userId="f700768a-5749-4e0f-98d7-2b523cc7d418" providerId="ADAL" clId="{5ED543EB-3E18-4C92-BA45-DF168070EA05}" dt="2022-07-24T01:19:25.480" v="329" actId="47"/>
        <pc:sldMkLst>
          <pc:docMk/>
          <pc:sldMk cId="919257849" sldId="494"/>
        </pc:sldMkLst>
      </pc:sldChg>
      <pc:sldChg chg="del">
        <pc:chgData name="Swenson, Jody" userId="f700768a-5749-4e0f-98d7-2b523cc7d418" providerId="ADAL" clId="{5ED543EB-3E18-4C92-BA45-DF168070EA05}" dt="2022-07-24T01:19:35.751" v="331" actId="47"/>
        <pc:sldMkLst>
          <pc:docMk/>
          <pc:sldMk cId="3313322516" sldId="496"/>
        </pc:sldMkLst>
      </pc:sldChg>
      <pc:sldChg chg="addSp delSp modSp mod delAnim modAnim">
        <pc:chgData name="Swenson, Jody" userId="f700768a-5749-4e0f-98d7-2b523cc7d418" providerId="ADAL" clId="{5ED543EB-3E18-4C92-BA45-DF168070EA05}" dt="2023-01-07T22:41:27.408" v="2290" actId="1076"/>
        <pc:sldMkLst>
          <pc:docMk/>
          <pc:sldMk cId="3600034755" sldId="497"/>
        </pc:sldMkLst>
      </pc:sldChg>
      <pc:sldChg chg="modSp ord">
        <pc:chgData name="Swenson, Jody" userId="f700768a-5749-4e0f-98d7-2b523cc7d418" providerId="ADAL" clId="{5ED543EB-3E18-4C92-BA45-DF168070EA05}" dt="2023-01-07T22:41:52.307" v="2294"/>
        <pc:sldMkLst>
          <pc:docMk/>
          <pc:sldMk cId="3628261614" sldId="498"/>
        </pc:sldMkLst>
      </pc:sldChg>
      <pc:sldChg chg="delSp mod ord delAnim">
        <pc:chgData name="Swenson, Jody" userId="f700768a-5749-4e0f-98d7-2b523cc7d418" providerId="ADAL" clId="{5ED543EB-3E18-4C92-BA45-DF168070EA05}" dt="2023-01-07T22:41:59.613" v="2296"/>
        <pc:sldMkLst>
          <pc:docMk/>
          <pc:sldMk cId="3124718779" sldId="500"/>
        </pc:sldMkLst>
      </pc:sldChg>
      <pc:sldChg chg="ord">
        <pc:chgData name="Swenson, Jody" userId="f700768a-5749-4e0f-98d7-2b523cc7d418" providerId="ADAL" clId="{5ED543EB-3E18-4C92-BA45-DF168070EA05}" dt="2023-01-07T21:33:08.217" v="2186"/>
        <pc:sldMkLst>
          <pc:docMk/>
          <pc:sldMk cId="3647202641" sldId="502"/>
        </pc:sldMkLst>
      </pc:sldChg>
      <pc:sldChg chg="ord">
        <pc:chgData name="Swenson, Jody" userId="f700768a-5749-4e0f-98d7-2b523cc7d418" providerId="ADAL" clId="{5ED543EB-3E18-4C92-BA45-DF168070EA05}" dt="2023-01-07T22:42:43.798" v="2298"/>
        <pc:sldMkLst>
          <pc:docMk/>
          <pc:sldMk cId="247783127" sldId="503"/>
        </pc:sldMkLst>
      </pc:sldChg>
      <pc:sldChg chg="modSp mod">
        <pc:chgData name="Swenson, Jody" userId="f700768a-5749-4e0f-98d7-2b523cc7d418" providerId="ADAL" clId="{5ED543EB-3E18-4C92-BA45-DF168070EA05}" dt="2022-09-12T20:25:26.586" v="389" actId="20577"/>
        <pc:sldMkLst>
          <pc:docMk/>
          <pc:sldMk cId="2121698511" sldId="506"/>
        </pc:sldMkLst>
      </pc:sldChg>
      <pc:sldChg chg="modSp">
        <pc:chgData name="Swenson, Jody" userId="f700768a-5749-4e0f-98d7-2b523cc7d418" providerId="ADAL" clId="{5ED543EB-3E18-4C92-BA45-DF168070EA05}" dt="2022-09-12T20:25:31.518" v="390" actId="20577"/>
        <pc:sldMkLst>
          <pc:docMk/>
          <pc:sldMk cId="2659274395" sldId="508"/>
        </pc:sldMkLst>
      </pc:sldChg>
      <pc:sldChg chg="del">
        <pc:chgData name="Swenson, Jody" userId="f700768a-5749-4e0f-98d7-2b523cc7d418" providerId="ADAL" clId="{5ED543EB-3E18-4C92-BA45-DF168070EA05}" dt="2021-12-01T18:04:50.127" v="3" actId="47"/>
        <pc:sldMkLst>
          <pc:docMk/>
          <pc:sldMk cId="3259046711" sldId="510"/>
        </pc:sldMkLst>
      </pc:sldChg>
      <pc:sldChg chg="modSp mod">
        <pc:chgData name="Swenson, Jody" userId="f700768a-5749-4e0f-98d7-2b523cc7d418" providerId="ADAL" clId="{5ED543EB-3E18-4C92-BA45-DF168070EA05}" dt="2022-09-12T20:25:19.943" v="388" actId="20577"/>
        <pc:sldMkLst>
          <pc:docMk/>
          <pc:sldMk cId="2459506794" sldId="525"/>
        </pc:sldMkLst>
      </pc:sldChg>
      <pc:sldChg chg="modSp mod">
        <pc:chgData name="Swenson, Jody" userId="f700768a-5749-4e0f-98d7-2b523cc7d418" providerId="ADAL" clId="{5ED543EB-3E18-4C92-BA45-DF168070EA05}" dt="2022-09-12T20:25:10.874" v="386" actId="20577"/>
        <pc:sldMkLst>
          <pc:docMk/>
          <pc:sldMk cId="917322005" sldId="526"/>
        </pc:sldMkLst>
      </pc:sldChg>
      <pc:sldChg chg="ord">
        <pc:chgData name="Swenson, Jody" userId="f700768a-5749-4e0f-98d7-2b523cc7d418" providerId="ADAL" clId="{5ED543EB-3E18-4C92-BA45-DF168070EA05}" dt="2023-01-04T18:04:38.763" v="1535"/>
        <pc:sldMkLst>
          <pc:docMk/>
          <pc:sldMk cId="1366200227" sldId="527"/>
        </pc:sldMkLst>
      </pc:sldChg>
      <pc:sldChg chg="modSp del mod ord">
        <pc:chgData name="Swenson, Jody" userId="f700768a-5749-4e0f-98d7-2b523cc7d418" providerId="ADAL" clId="{5ED543EB-3E18-4C92-BA45-DF168070EA05}" dt="2023-01-07T00:29:37.280" v="2105" actId="47"/>
        <pc:sldMkLst>
          <pc:docMk/>
          <pc:sldMk cId="129857286" sldId="530"/>
        </pc:sldMkLst>
      </pc:sldChg>
      <pc:sldChg chg="modSp ord modAnim">
        <pc:chgData name="Swenson, Jody" userId="f700768a-5749-4e0f-98d7-2b523cc7d418" providerId="ADAL" clId="{5ED543EB-3E18-4C92-BA45-DF168070EA05}" dt="2022-12-11T00:00:44.273" v="625" actId="20577"/>
        <pc:sldMkLst>
          <pc:docMk/>
          <pc:sldMk cId="2866917161" sldId="531"/>
        </pc:sldMkLst>
      </pc:sldChg>
      <pc:sldChg chg="delSp modSp mod delAnim modAnim">
        <pc:chgData name="Swenson, Jody" userId="f700768a-5749-4e0f-98d7-2b523cc7d418" providerId="ADAL" clId="{5ED543EB-3E18-4C92-BA45-DF168070EA05}" dt="2022-04-20T14:59:41.035" v="312" actId="20577"/>
        <pc:sldMkLst>
          <pc:docMk/>
          <pc:sldMk cId="3326142111" sldId="532"/>
        </pc:sldMkLst>
      </pc:sldChg>
      <pc:sldChg chg="modSp ord">
        <pc:chgData name="Swenson, Jody" userId="f700768a-5749-4e0f-98d7-2b523cc7d418" providerId="ADAL" clId="{5ED543EB-3E18-4C92-BA45-DF168070EA05}" dt="2022-09-12T20:26:09.617" v="396" actId="20577"/>
        <pc:sldMkLst>
          <pc:docMk/>
          <pc:sldMk cId="2138522335" sldId="533"/>
        </pc:sldMkLst>
      </pc:sldChg>
      <pc:sldChg chg="modSp">
        <pc:chgData name="Swenson, Jody" userId="f700768a-5749-4e0f-98d7-2b523cc7d418" providerId="ADAL" clId="{5ED543EB-3E18-4C92-BA45-DF168070EA05}" dt="2022-09-12T20:25:59.494" v="394" actId="20577"/>
        <pc:sldMkLst>
          <pc:docMk/>
          <pc:sldMk cId="3100123050" sldId="534"/>
        </pc:sldMkLst>
      </pc:sldChg>
      <pc:sldChg chg="modSp add mod modAnim">
        <pc:chgData name="Swenson, Jody" userId="f700768a-5749-4e0f-98d7-2b523cc7d418" providerId="ADAL" clId="{5ED543EB-3E18-4C92-BA45-DF168070EA05}" dt="2022-11-23T18:26:10.753" v="600" actId="1036"/>
        <pc:sldMkLst>
          <pc:docMk/>
          <pc:sldMk cId="610090041" sldId="535"/>
        </pc:sldMkLst>
      </pc:sldChg>
      <pc:sldChg chg="modSp mod modAnim">
        <pc:chgData name="Swenson, Jody" userId="f700768a-5749-4e0f-98d7-2b523cc7d418" providerId="ADAL" clId="{5ED543EB-3E18-4C92-BA45-DF168070EA05}" dt="2022-09-12T20:25:47.505" v="392" actId="20577"/>
        <pc:sldMkLst>
          <pc:docMk/>
          <pc:sldMk cId="2681654516" sldId="546"/>
        </pc:sldMkLst>
      </pc:sldChg>
      <pc:sldChg chg="ord">
        <pc:chgData name="Swenson, Jody" userId="f700768a-5749-4e0f-98d7-2b523cc7d418" providerId="ADAL" clId="{5ED543EB-3E18-4C92-BA45-DF168070EA05}" dt="2023-01-07T22:41:46.645" v="2292"/>
        <pc:sldMkLst>
          <pc:docMk/>
          <pc:sldMk cId="2256658097" sldId="547"/>
        </pc:sldMkLst>
      </pc:sldChg>
      <pc:sldChg chg="del">
        <pc:chgData name="Swenson, Jody" userId="f700768a-5749-4e0f-98d7-2b523cc7d418" providerId="ADAL" clId="{5ED543EB-3E18-4C92-BA45-DF168070EA05}" dt="2022-01-04T04:08:50.738" v="5" actId="47"/>
        <pc:sldMkLst>
          <pc:docMk/>
          <pc:sldMk cId="3471834386" sldId="549"/>
        </pc:sldMkLst>
      </pc:sldChg>
      <pc:sldChg chg="ord">
        <pc:chgData name="Swenson, Jody" userId="f700768a-5749-4e0f-98d7-2b523cc7d418" providerId="ADAL" clId="{5ED543EB-3E18-4C92-BA45-DF168070EA05}" dt="2023-01-04T19:48:26.342" v="1539"/>
        <pc:sldMkLst>
          <pc:docMk/>
          <pc:sldMk cId="726244023" sldId="555"/>
        </pc:sldMkLst>
      </pc:sldChg>
      <pc:sldChg chg="del">
        <pc:chgData name="Swenson, Jody" userId="f700768a-5749-4e0f-98d7-2b523cc7d418" providerId="ADAL" clId="{5ED543EB-3E18-4C92-BA45-DF168070EA05}" dt="2022-09-11T00:10:40.861" v="336" actId="2696"/>
        <pc:sldMkLst>
          <pc:docMk/>
          <pc:sldMk cId="466786918" sldId="556"/>
        </pc:sldMkLst>
      </pc:sldChg>
      <pc:sldChg chg="modSp del ord">
        <pc:chgData name="Swenson, Jody" userId="f700768a-5749-4e0f-98d7-2b523cc7d418" providerId="ADAL" clId="{5ED543EB-3E18-4C92-BA45-DF168070EA05}" dt="2022-09-11T00:10:40.861" v="336" actId="2696"/>
        <pc:sldMkLst>
          <pc:docMk/>
          <pc:sldMk cId="3534964001" sldId="558"/>
        </pc:sldMkLst>
      </pc:sldChg>
      <pc:sldChg chg="ord">
        <pc:chgData name="Swenson, Jody" userId="f700768a-5749-4e0f-98d7-2b523cc7d418" providerId="ADAL" clId="{5ED543EB-3E18-4C92-BA45-DF168070EA05}" dt="2022-11-23T17:28:47.432" v="401"/>
        <pc:sldMkLst>
          <pc:docMk/>
          <pc:sldMk cId="2905076712" sldId="559"/>
        </pc:sldMkLst>
      </pc:sldChg>
      <pc:sldChg chg="modSp mod">
        <pc:chgData name="Swenson, Jody" userId="f700768a-5749-4e0f-98d7-2b523cc7d418" providerId="ADAL" clId="{5ED543EB-3E18-4C92-BA45-DF168070EA05}" dt="2022-04-20T17:37:45.568" v="315" actId="1076"/>
        <pc:sldMkLst>
          <pc:docMk/>
          <pc:sldMk cId="744811955" sldId="564"/>
        </pc:sldMkLst>
      </pc:sldChg>
      <pc:sldChg chg="modSp ord">
        <pc:chgData name="Swenson, Jody" userId="f700768a-5749-4e0f-98d7-2b523cc7d418" providerId="ADAL" clId="{5ED543EB-3E18-4C92-BA45-DF168070EA05}" dt="2022-09-12T20:25:38.339" v="391" actId="20577"/>
        <pc:sldMkLst>
          <pc:docMk/>
          <pc:sldMk cId="994818413" sldId="565"/>
        </pc:sldMkLst>
      </pc:sldChg>
      <pc:sldChg chg="modSp del mod modAnim">
        <pc:chgData name="Swenson, Jody" userId="f700768a-5749-4e0f-98d7-2b523cc7d418" providerId="ADAL" clId="{5ED543EB-3E18-4C92-BA45-DF168070EA05}" dt="2022-09-11T00:10:40.861" v="336" actId="2696"/>
        <pc:sldMkLst>
          <pc:docMk/>
          <pc:sldMk cId="2751223939" sldId="566"/>
        </pc:sldMkLst>
      </pc:sldChg>
      <pc:sldChg chg="modSp del">
        <pc:chgData name="Swenson, Jody" userId="f700768a-5749-4e0f-98d7-2b523cc7d418" providerId="ADAL" clId="{5ED543EB-3E18-4C92-BA45-DF168070EA05}" dt="2022-09-11T00:10:40.861" v="336" actId="2696"/>
        <pc:sldMkLst>
          <pc:docMk/>
          <pc:sldMk cId="328936232" sldId="567"/>
        </pc:sldMkLst>
      </pc:sldChg>
      <pc:sldChg chg="del">
        <pc:chgData name="Swenson, Jody" userId="f700768a-5749-4e0f-98d7-2b523cc7d418" providerId="ADAL" clId="{5ED543EB-3E18-4C92-BA45-DF168070EA05}" dt="2022-01-05T01:23:11.722" v="7" actId="47"/>
        <pc:sldMkLst>
          <pc:docMk/>
          <pc:sldMk cId="1806187955" sldId="568"/>
        </pc:sldMkLst>
      </pc:sldChg>
      <pc:sldChg chg="add del">
        <pc:chgData name="Swenson, Jody" userId="f700768a-5749-4e0f-98d7-2b523cc7d418" providerId="ADAL" clId="{5ED543EB-3E18-4C92-BA45-DF168070EA05}" dt="2022-01-07T17:37:08.409" v="14" actId="47"/>
        <pc:sldMkLst>
          <pc:docMk/>
          <pc:sldMk cId="2610938057" sldId="569"/>
        </pc:sldMkLst>
      </pc:sldChg>
      <pc:sldChg chg="add del">
        <pc:chgData name="Swenson, Jody" userId="f700768a-5749-4e0f-98d7-2b523cc7d418" providerId="ADAL" clId="{5ED543EB-3E18-4C92-BA45-DF168070EA05}" dt="2022-01-05T02:38:01.512" v="9" actId="47"/>
        <pc:sldMkLst>
          <pc:docMk/>
          <pc:sldMk cId="3744683286" sldId="570"/>
        </pc:sldMkLst>
      </pc:sldChg>
      <pc:sldChg chg="delSp add del mod delAnim">
        <pc:chgData name="Swenson, Jody" userId="f700768a-5749-4e0f-98d7-2b523cc7d418" providerId="ADAL" clId="{5ED543EB-3E18-4C92-BA45-DF168070EA05}" dt="2022-09-11T00:10:40.861" v="336" actId="2696"/>
        <pc:sldMkLst>
          <pc:docMk/>
          <pc:sldMk cId="1806187955" sldId="571"/>
        </pc:sldMkLst>
      </pc:sldChg>
      <pc:sldChg chg="modSp add del mod ord">
        <pc:chgData name="Swenson, Jody" userId="f700768a-5749-4e0f-98d7-2b523cc7d418" providerId="ADAL" clId="{5ED543EB-3E18-4C92-BA45-DF168070EA05}" dt="2022-04-18T17:04:05.916" v="306" actId="47"/>
        <pc:sldMkLst>
          <pc:docMk/>
          <pc:sldMk cId="3471834386" sldId="572"/>
        </pc:sldMkLst>
      </pc:sldChg>
      <pc:sldChg chg="modSp add mod modAnim">
        <pc:chgData name="Swenson, Jody" userId="f700768a-5749-4e0f-98d7-2b523cc7d418" providerId="ADAL" clId="{5ED543EB-3E18-4C92-BA45-DF168070EA05}" dt="2023-01-04T18:05:01.738" v="1537" actId="1035"/>
        <pc:sldMkLst>
          <pc:docMk/>
          <pc:sldMk cId="2025862480" sldId="573"/>
        </pc:sldMkLst>
      </pc:sldChg>
      <pc:sldChg chg="add del">
        <pc:chgData name="Swenson, Jody" userId="f700768a-5749-4e0f-98d7-2b523cc7d418" providerId="ADAL" clId="{5ED543EB-3E18-4C92-BA45-DF168070EA05}" dt="2022-04-22T23:28:21.089" v="327" actId="47"/>
        <pc:sldMkLst>
          <pc:docMk/>
          <pc:sldMk cId="2118003291" sldId="574"/>
        </pc:sldMkLst>
      </pc:sldChg>
      <pc:sldChg chg="modSp add mod">
        <pc:chgData name="Swenson, Jody" userId="f700768a-5749-4e0f-98d7-2b523cc7d418" providerId="ADAL" clId="{5ED543EB-3E18-4C92-BA45-DF168070EA05}" dt="2022-04-20T17:38:13.213" v="317" actId="1037"/>
        <pc:sldMkLst>
          <pc:docMk/>
          <pc:sldMk cId="582855742" sldId="673"/>
        </pc:sldMkLst>
      </pc:sldChg>
      <pc:sldChg chg="modSp add mod">
        <pc:chgData name="Swenson, Jody" userId="f700768a-5749-4e0f-98d7-2b523cc7d418" providerId="ADAL" clId="{5ED543EB-3E18-4C92-BA45-DF168070EA05}" dt="2022-09-10T23:50:35.180" v="335" actId="113"/>
        <pc:sldMkLst>
          <pc:docMk/>
          <pc:sldMk cId="3990101255" sldId="674"/>
        </pc:sldMkLst>
      </pc:sldChg>
      <pc:sldChg chg="addSp delSp modSp add mod">
        <pc:chgData name="Swenson, Jody" userId="f700768a-5749-4e0f-98d7-2b523cc7d418" providerId="ADAL" clId="{5ED543EB-3E18-4C92-BA45-DF168070EA05}" dt="2022-09-12T20:00:53.343" v="355" actId="1035"/>
        <pc:sldMkLst>
          <pc:docMk/>
          <pc:sldMk cId="354987337" sldId="919"/>
        </pc:sldMkLst>
      </pc:sldChg>
      <pc:sldChg chg="add del">
        <pc:chgData name="Swenson, Jody" userId="f700768a-5749-4e0f-98d7-2b523cc7d418" providerId="ADAL" clId="{5ED543EB-3E18-4C92-BA45-DF168070EA05}" dt="2022-07-24T01:20:05.324" v="333" actId="47"/>
        <pc:sldMkLst>
          <pc:docMk/>
          <pc:sldMk cId="3857621161" sldId="921"/>
        </pc:sldMkLst>
      </pc:sldChg>
      <pc:sldChg chg="add del">
        <pc:chgData name="Swenson, Jody" userId="f700768a-5749-4e0f-98d7-2b523cc7d418" providerId="ADAL" clId="{5ED543EB-3E18-4C92-BA45-DF168070EA05}" dt="2022-09-12T20:05:09.850" v="382" actId="47"/>
        <pc:sldMkLst>
          <pc:docMk/>
          <pc:sldMk cId="1288092219" sldId="922"/>
        </pc:sldMkLst>
      </pc:sldChg>
      <pc:sldChg chg="addSp delSp modSp add del mod ord">
        <pc:chgData name="Swenson, Jody" userId="f700768a-5749-4e0f-98d7-2b523cc7d418" providerId="ADAL" clId="{5ED543EB-3E18-4C92-BA45-DF168070EA05}" dt="2022-09-12T20:04:01.217" v="381"/>
        <pc:sldMkLst>
          <pc:docMk/>
          <pc:sldMk cId="759580775" sldId="923"/>
        </pc:sldMkLst>
      </pc:sldChg>
      <pc:sldChg chg="add">
        <pc:chgData name="Swenson, Jody" userId="f700768a-5749-4e0f-98d7-2b523cc7d418" providerId="ADAL" clId="{5ED543EB-3E18-4C92-BA45-DF168070EA05}" dt="2022-09-11T00:11:44.967" v="337"/>
        <pc:sldMkLst>
          <pc:docMk/>
          <pc:sldMk cId="2034082197" sldId="924"/>
        </pc:sldMkLst>
      </pc:sldChg>
      <pc:sldChg chg="modSp add">
        <pc:chgData name="Swenson, Jody" userId="f700768a-5749-4e0f-98d7-2b523cc7d418" providerId="ADAL" clId="{5ED543EB-3E18-4C92-BA45-DF168070EA05}" dt="2022-12-11T00:25:19.548" v="1480" actId="12"/>
        <pc:sldMkLst>
          <pc:docMk/>
          <pc:sldMk cId="873006132" sldId="925"/>
        </pc:sldMkLst>
      </pc:sldChg>
      <pc:sldChg chg="modSp add mod modAnim">
        <pc:chgData name="Swenson, Jody" userId="f700768a-5749-4e0f-98d7-2b523cc7d418" providerId="ADAL" clId="{5ED543EB-3E18-4C92-BA45-DF168070EA05}" dt="2022-12-11T00:22:23.729" v="1471" actId="20577"/>
        <pc:sldMkLst>
          <pc:docMk/>
          <pc:sldMk cId="1677333660" sldId="926"/>
        </pc:sldMkLst>
      </pc:sldChg>
      <pc:sldChg chg="addSp delSp modSp add del mod modAnim">
        <pc:chgData name="Swenson, Jody" userId="f700768a-5749-4e0f-98d7-2b523cc7d418" providerId="ADAL" clId="{5ED543EB-3E18-4C92-BA45-DF168070EA05}" dt="2023-01-07T21:31:23.254" v="2184" actId="47"/>
        <pc:sldMkLst>
          <pc:docMk/>
          <pc:sldMk cId="2846388750" sldId="927"/>
        </pc:sldMkLst>
      </pc:sldChg>
      <pc:sldChg chg="modSp add del mod">
        <pc:chgData name="Swenson, Jody" userId="f700768a-5749-4e0f-98d7-2b523cc7d418" providerId="ADAL" clId="{5ED543EB-3E18-4C92-BA45-DF168070EA05}" dt="2023-01-07T00:29:30.838" v="2104" actId="47"/>
        <pc:sldMkLst>
          <pc:docMk/>
          <pc:sldMk cId="1733869372" sldId="928"/>
        </pc:sldMkLst>
      </pc:sldChg>
      <pc:sldChg chg="add">
        <pc:chgData name="Swenson, Jody" userId="f700768a-5749-4e0f-98d7-2b523cc7d418" providerId="ADAL" clId="{5ED543EB-3E18-4C92-BA45-DF168070EA05}" dt="2023-01-07T21:31:19.844" v="2183"/>
        <pc:sldMkLst>
          <pc:docMk/>
          <pc:sldMk cId="4145213029" sldId="928"/>
        </pc:sldMkLst>
      </pc:sldChg>
    </pc:docChg>
  </pc:docChgLst>
  <pc:docChgLst>
    <pc:chgData name="Swenson, Jody" userId="f700768a-5749-4e0f-98d7-2b523cc7d418" providerId="ADAL" clId="{27F14210-CE28-4812-9050-73E4514679B7}"/>
    <pc:docChg chg="custSel modSld">
      <pc:chgData name="Swenson, Jody" userId="f700768a-5749-4e0f-98d7-2b523cc7d418" providerId="ADAL" clId="{27F14210-CE28-4812-9050-73E4514679B7}" dt="2022-01-10T18:30:06.534" v="4" actId="478"/>
      <pc:docMkLst>
        <pc:docMk/>
      </pc:docMkLst>
      <pc:sldChg chg="addSp delSp modSp mod delAnim modAnim">
        <pc:chgData name="Swenson, Jody" userId="f700768a-5749-4e0f-98d7-2b523cc7d418" providerId="ADAL" clId="{27F14210-CE28-4812-9050-73E4514679B7}" dt="2022-01-10T18:30:06.534" v="4" actId="478"/>
        <pc:sldMkLst>
          <pc:docMk/>
          <pc:sldMk cId="3313322516" sldId="496"/>
        </pc:sldMkLst>
      </pc:sldChg>
      <pc:sldChg chg="addSp modSp mod modAnim">
        <pc:chgData name="Swenson, Jody" userId="f700768a-5749-4e0f-98d7-2b523cc7d418" providerId="ADAL" clId="{27F14210-CE28-4812-9050-73E4514679B7}" dt="2022-01-10T18:30:01.223" v="3" actId="1076"/>
        <pc:sldMkLst>
          <pc:docMk/>
          <pc:sldMk cId="3124718779" sldId="500"/>
        </pc:sldMkLst>
      </pc:sldChg>
    </pc:docChg>
  </pc:docChgLst>
  <pc:docChgLst>
    <pc:chgData name="Swenson, Jody" userId="f700768a-5749-4e0f-98d7-2b523cc7d418" providerId="ADAL" clId="{CAAB7CE2-9F7C-4F6E-A1E2-FBE861F6A339}"/>
    <pc:docChg chg="addSld delSld modSld sldOrd">
      <pc:chgData name="Swenson, Jody" userId="f700768a-5749-4e0f-98d7-2b523cc7d418" providerId="ADAL" clId="{CAAB7CE2-9F7C-4F6E-A1E2-FBE861F6A339}" dt="2023-09-18T20:55:35.836" v="1174" actId="1037"/>
      <pc:docMkLst>
        <pc:docMk/>
      </pc:docMkLst>
      <pc:sldChg chg="modSp">
        <pc:chgData name="Swenson, Jody" userId="f700768a-5749-4e0f-98d7-2b523cc7d418" providerId="ADAL" clId="{CAAB7CE2-9F7C-4F6E-A1E2-FBE861F6A339}" dt="2023-09-18T20:32:22.903" v="953" actId="20577"/>
        <pc:sldMkLst>
          <pc:docMk/>
          <pc:sldMk cId="3801973461" sldId="281"/>
        </pc:sldMkLst>
      </pc:sldChg>
      <pc:sldChg chg="modSp">
        <pc:chgData name="Swenson, Jody" userId="f700768a-5749-4e0f-98d7-2b523cc7d418" providerId="ADAL" clId="{CAAB7CE2-9F7C-4F6E-A1E2-FBE861F6A339}" dt="2023-09-18T20:37:00.173" v="1071" actId="20577"/>
        <pc:sldMkLst>
          <pc:docMk/>
          <pc:sldMk cId="1515453726" sldId="402"/>
        </pc:sldMkLst>
      </pc:sldChg>
      <pc:sldChg chg="modSp mod">
        <pc:chgData name="Swenson, Jody" userId="f700768a-5749-4e0f-98d7-2b523cc7d418" providerId="ADAL" clId="{CAAB7CE2-9F7C-4F6E-A1E2-FBE861F6A339}" dt="2023-09-08T21:38:00.803" v="17" actId="1035"/>
        <pc:sldMkLst>
          <pc:docMk/>
          <pc:sldMk cId="3534964001" sldId="481"/>
        </pc:sldMkLst>
      </pc:sldChg>
      <pc:sldChg chg="modSp mod">
        <pc:chgData name="Swenson, Jody" userId="f700768a-5749-4e0f-98d7-2b523cc7d418" providerId="ADAL" clId="{CAAB7CE2-9F7C-4F6E-A1E2-FBE861F6A339}" dt="2023-09-11T19:33:06.477" v="815" actId="14100"/>
        <pc:sldMkLst>
          <pc:docMk/>
          <pc:sldMk cId="3286946767" sldId="495"/>
        </pc:sldMkLst>
      </pc:sldChg>
      <pc:sldChg chg="modSp mod">
        <pc:chgData name="Swenson, Jody" userId="f700768a-5749-4e0f-98d7-2b523cc7d418" providerId="ADAL" clId="{CAAB7CE2-9F7C-4F6E-A1E2-FBE861F6A339}" dt="2023-09-11T19:34:42.922" v="816" actId="14100"/>
        <pc:sldMkLst>
          <pc:docMk/>
          <pc:sldMk cId="3600034755" sldId="497"/>
        </pc:sldMkLst>
      </pc:sldChg>
      <pc:sldChg chg="modSp add mod ord modAnim">
        <pc:chgData name="Swenson, Jody" userId="f700768a-5749-4e0f-98d7-2b523cc7d418" providerId="ADAL" clId="{CAAB7CE2-9F7C-4F6E-A1E2-FBE861F6A339}" dt="2023-09-11T21:05:35.220" v="902" actId="1036"/>
        <pc:sldMkLst>
          <pc:docMk/>
          <pc:sldMk cId="2335173648" sldId="521"/>
        </pc:sldMkLst>
      </pc:sldChg>
      <pc:sldChg chg="modSp add mod modAnim">
        <pc:chgData name="Swenson, Jody" userId="f700768a-5749-4e0f-98d7-2b523cc7d418" providerId="ADAL" clId="{CAAB7CE2-9F7C-4F6E-A1E2-FBE861F6A339}" dt="2023-09-09T20:59:03.533" v="798" actId="20577"/>
        <pc:sldMkLst>
          <pc:docMk/>
          <pc:sldMk cId="562510722" sldId="697"/>
        </pc:sldMkLst>
      </pc:sldChg>
      <pc:sldChg chg="modSp mod">
        <pc:chgData name="Swenson, Jody" userId="f700768a-5749-4e0f-98d7-2b523cc7d418" providerId="ADAL" clId="{CAAB7CE2-9F7C-4F6E-A1E2-FBE861F6A339}" dt="2023-09-08T21:36:08.216" v="10" actId="1036"/>
        <pc:sldMkLst>
          <pc:docMk/>
          <pc:sldMk cId="2034082197" sldId="924"/>
        </pc:sldMkLst>
      </pc:sldChg>
      <pc:sldChg chg="del">
        <pc:chgData name="Swenson, Jody" userId="f700768a-5749-4e0f-98d7-2b523cc7d418" providerId="ADAL" clId="{CAAB7CE2-9F7C-4F6E-A1E2-FBE861F6A339}" dt="2023-09-18T20:55:03.312" v="1090" actId="47"/>
        <pc:sldMkLst>
          <pc:docMk/>
          <pc:sldMk cId="873006132" sldId="925"/>
        </pc:sldMkLst>
      </pc:sldChg>
      <pc:sldChg chg="modSp ord modAnim">
        <pc:chgData name="Swenson, Jody" userId="f700768a-5749-4e0f-98d7-2b523cc7d418" providerId="ADAL" clId="{CAAB7CE2-9F7C-4F6E-A1E2-FBE861F6A339}" dt="2023-09-11T17:11:03.401" v="803"/>
        <pc:sldMkLst>
          <pc:docMk/>
          <pc:sldMk cId="1677333660" sldId="926"/>
        </pc:sldMkLst>
      </pc:sldChg>
      <pc:sldChg chg="modSp add mod ord modAnim">
        <pc:chgData name="Swenson, Jody" userId="f700768a-5749-4e0f-98d7-2b523cc7d418" providerId="ADAL" clId="{CAAB7CE2-9F7C-4F6E-A1E2-FBE861F6A339}" dt="2023-09-18T20:55:35.836" v="1174" actId="1037"/>
        <pc:sldMkLst>
          <pc:docMk/>
          <pc:sldMk cId="1996062734" sldId="929"/>
        </pc:sldMkLst>
      </pc:sldChg>
    </pc:docChg>
  </pc:docChgLst>
  <pc:docChgLst>
    <pc:chgData name="Swenson, Jody" userId="f700768a-5749-4e0f-98d7-2b523cc7d418" providerId="ADAL" clId="{41F2C802-DBF6-49B6-B8E2-C7BBAE922574}"/>
    <pc:docChg chg="undo custSel addSld delSld modSld sldOrd">
      <pc:chgData name="Swenson, Jody" userId="f700768a-5749-4e0f-98d7-2b523cc7d418" providerId="ADAL" clId="{41F2C802-DBF6-49B6-B8E2-C7BBAE922574}" dt="2020-07-24T03:07:17.476" v="2788" actId="1035"/>
      <pc:docMkLst>
        <pc:docMk/>
      </pc:docMkLst>
      <pc:sldChg chg="addSp delSp modSp add del ord">
        <pc:chgData name="Swenson, Jody" userId="f700768a-5749-4e0f-98d7-2b523cc7d418" providerId="ADAL" clId="{41F2C802-DBF6-49B6-B8E2-C7BBAE922574}" dt="2020-07-10T21:13:57.437" v="2760" actId="47"/>
        <pc:sldMkLst>
          <pc:docMk/>
          <pc:sldMk cId="3783926038" sldId="349"/>
        </pc:sldMkLst>
      </pc:sldChg>
      <pc:sldChg chg="ord">
        <pc:chgData name="Swenson, Jody" userId="f700768a-5749-4e0f-98d7-2b523cc7d418" providerId="ADAL" clId="{41F2C802-DBF6-49B6-B8E2-C7BBAE922574}" dt="2020-07-10T21:14:52.556" v="2761"/>
        <pc:sldMkLst>
          <pc:docMk/>
          <pc:sldMk cId="1770315274" sldId="424"/>
        </pc:sldMkLst>
      </pc:sldChg>
      <pc:sldChg chg="addSp delSp modSp addAnim delAnim modAnim">
        <pc:chgData name="Swenson, Jody" userId="f700768a-5749-4e0f-98d7-2b523cc7d418" providerId="ADAL" clId="{41F2C802-DBF6-49B6-B8E2-C7BBAE922574}" dt="2020-07-24T01:55:07.356" v="2770" actId="255"/>
        <pc:sldMkLst>
          <pc:docMk/>
          <pc:sldMk cId="910181557" sldId="491"/>
        </pc:sldMkLst>
      </pc:sldChg>
      <pc:sldChg chg="addSp delSp modSp modAnim">
        <pc:chgData name="Swenson, Jody" userId="f700768a-5749-4e0f-98d7-2b523cc7d418" providerId="ADAL" clId="{41F2C802-DBF6-49B6-B8E2-C7BBAE922574}" dt="2020-07-24T03:07:17.476" v="2788" actId="1035"/>
        <pc:sldMkLst>
          <pc:docMk/>
          <pc:sldMk cId="1266139505" sldId="493"/>
        </pc:sldMkLst>
      </pc:sldChg>
      <pc:sldChg chg="addSp delSp modSp add del ord">
        <pc:chgData name="Swenson, Jody" userId="f700768a-5749-4e0f-98d7-2b523cc7d418" providerId="ADAL" clId="{41F2C802-DBF6-49B6-B8E2-C7BBAE922574}" dt="2020-07-10T21:13:57.437" v="2760" actId="47"/>
        <pc:sldMkLst>
          <pc:docMk/>
          <pc:sldMk cId="129857286" sldId="530"/>
        </pc:sldMkLst>
      </pc:sldChg>
      <pc:sldMasterChg chg="addSldLayout delSldLayout">
        <pc:chgData name="Swenson, Jody" userId="f700768a-5749-4e0f-98d7-2b523cc7d418" providerId="ADAL" clId="{41F2C802-DBF6-49B6-B8E2-C7BBAE922574}" dt="2020-07-10T21:13:57.437" v="2760" actId="47"/>
        <pc:sldMasterMkLst>
          <pc:docMk/>
          <pc:sldMasterMk cId="4037459408" sldId="2147483900"/>
        </pc:sldMasterMkLst>
        <pc:sldLayoutChg chg="add del">
          <pc:chgData name="Swenson, Jody" userId="f700768a-5749-4e0f-98d7-2b523cc7d418" providerId="ADAL" clId="{41F2C802-DBF6-49B6-B8E2-C7BBAE922574}" dt="2020-07-10T21:13:57.437" v="2760" actId="47"/>
          <pc:sldLayoutMkLst>
            <pc:docMk/>
            <pc:sldMasterMk cId="4037459408" sldId="2147483900"/>
            <pc:sldLayoutMk cId="1056313246" sldId="2147483919"/>
          </pc:sldLayoutMkLst>
        </pc:sldLayoutChg>
      </pc:sldMasterChg>
    </pc:docChg>
  </pc:docChgLst>
  <pc:docChgLst>
    <pc:chgData name="Swenson, Jody" userId="f700768a-5749-4e0f-98d7-2b523cc7d418" providerId="ADAL" clId="{D0821728-5AA9-4F86-84DA-477A737A06D0}"/>
    <pc:docChg chg="undo custSel addSld delSld modSld">
      <pc:chgData name="Swenson, Jody" userId="f700768a-5749-4e0f-98d7-2b523cc7d418" providerId="ADAL" clId="{D0821728-5AA9-4F86-84DA-477A737A06D0}" dt="2021-03-20T11:32:16.957" v="137" actId="47"/>
      <pc:docMkLst>
        <pc:docMk/>
      </pc:docMkLst>
      <pc:sldChg chg="del">
        <pc:chgData name="Swenson, Jody" userId="f700768a-5749-4e0f-98d7-2b523cc7d418" providerId="ADAL" clId="{D0821728-5AA9-4F86-84DA-477A737A06D0}" dt="2021-03-20T11:28:03.767" v="127" actId="47"/>
        <pc:sldMkLst>
          <pc:docMk/>
          <pc:sldMk cId="3783926038" sldId="349"/>
        </pc:sldMkLst>
      </pc:sldChg>
      <pc:sldChg chg="addSp delSp modSp mod delAnim modAnim">
        <pc:chgData name="Swenson, Jody" userId="f700768a-5749-4e0f-98d7-2b523cc7d418" providerId="ADAL" clId="{D0821728-5AA9-4F86-84DA-477A737A06D0}" dt="2021-03-20T11:18:43.481" v="111"/>
        <pc:sldMkLst>
          <pc:docMk/>
          <pc:sldMk cId="3922080683" sldId="501"/>
        </pc:sldMkLst>
      </pc:sldChg>
      <pc:sldChg chg="addSp delSp modSp mod">
        <pc:chgData name="Swenson, Jody" userId="f700768a-5749-4e0f-98d7-2b523cc7d418" providerId="ADAL" clId="{D0821728-5AA9-4F86-84DA-477A737A06D0}" dt="2021-03-20T11:27:33.864" v="125" actId="1036"/>
        <pc:sldMkLst>
          <pc:docMk/>
          <pc:sldMk cId="3647202641" sldId="502"/>
        </pc:sldMkLst>
      </pc:sldChg>
      <pc:sldChg chg="modSp mod">
        <pc:chgData name="Swenson, Jody" userId="f700768a-5749-4e0f-98d7-2b523cc7d418" providerId="ADAL" clId="{D0821728-5AA9-4F86-84DA-477A737A06D0}" dt="2021-03-20T11:28:33.951" v="135" actId="20577"/>
        <pc:sldMkLst>
          <pc:docMk/>
          <pc:sldMk cId="129857286" sldId="530"/>
        </pc:sldMkLst>
      </pc:sldChg>
      <pc:sldChg chg="del">
        <pc:chgData name="Swenson, Jody" userId="f700768a-5749-4e0f-98d7-2b523cc7d418" providerId="ADAL" clId="{D0821728-5AA9-4F86-84DA-477A737A06D0}" dt="2021-03-20T11:32:16.957" v="137" actId="47"/>
        <pc:sldMkLst>
          <pc:docMk/>
          <pc:sldMk cId="4087237844" sldId="552"/>
        </pc:sldMkLst>
      </pc:sldChg>
      <pc:sldChg chg="add">
        <pc:chgData name="Swenson, Jody" userId="f700768a-5749-4e0f-98d7-2b523cc7d418" providerId="ADAL" clId="{D0821728-5AA9-4F86-84DA-477A737A06D0}" dt="2021-03-20T11:27:58.670" v="126"/>
        <pc:sldMkLst>
          <pc:docMk/>
          <pc:sldMk cId="726244023" sldId="555"/>
        </pc:sldMkLst>
      </pc:sldChg>
      <pc:sldChg chg="add">
        <pc:chgData name="Swenson, Jody" userId="f700768a-5749-4e0f-98d7-2b523cc7d418" providerId="ADAL" clId="{D0821728-5AA9-4F86-84DA-477A737A06D0}" dt="2021-03-20T11:32:13.898" v="136"/>
        <pc:sldMkLst>
          <pc:docMk/>
          <pc:sldMk cId="466786918" sldId="556"/>
        </pc:sldMkLst>
      </pc:sldChg>
      <pc:sldChg chg="add">
        <pc:chgData name="Swenson, Jody" userId="f700768a-5749-4e0f-98d7-2b523cc7d418" providerId="ADAL" clId="{D0821728-5AA9-4F86-84DA-477A737A06D0}" dt="2021-03-20T11:32:13.898" v="136"/>
        <pc:sldMkLst>
          <pc:docMk/>
          <pc:sldMk cId="2770070316" sldId="557"/>
        </pc:sldMkLst>
      </pc:sldChg>
    </pc:docChg>
  </pc:docChgLst>
  <pc:docChgLst>
    <pc:chgData name="Swenson, Jody" userId="f700768a-5749-4e0f-98d7-2b523cc7d418" providerId="ADAL" clId="{B53204AF-0A2E-4934-B513-505691C0CEDA}"/>
    <pc:docChg chg="undo custSel addSld delSld modSld sldOrd">
      <pc:chgData name="Swenson, Jody" userId="f700768a-5749-4e0f-98d7-2b523cc7d418" providerId="ADAL" clId="{B53204AF-0A2E-4934-B513-505691C0CEDA}" dt="2021-01-15T15:23:06.903" v="549" actId="1036"/>
      <pc:docMkLst>
        <pc:docMk/>
      </pc:docMkLst>
      <pc:sldChg chg="ord">
        <pc:chgData name="Swenson, Jody" userId="f700768a-5749-4e0f-98d7-2b523cc7d418" providerId="ADAL" clId="{B53204AF-0A2E-4934-B513-505691C0CEDA}" dt="2021-01-01T22:17:21.473" v="161"/>
        <pc:sldMkLst>
          <pc:docMk/>
          <pc:sldMk cId="3783926038" sldId="349"/>
        </pc:sldMkLst>
      </pc:sldChg>
      <pc:sldChg chg="modSp del mod">
        <pc:chgData name="Swenson, Jody" userId="f700768a-5749-4e0f-98d7-2b523cc7d418" providerId="ADAL" clId="{B53204AF-0A2E-4934-B513-505691C0CEDA}" dt="2021-01-05T23:39:01.971" v="430" actId="47"/>
        <pc:sldMkLst>
          <pc:docMk/>
          <pc:sldMk cId="3535925739" sldId="395"/>
        </pc:sldMkLst>
      </pc:sldChg>
      <pc:sldChg chg="modSp mod ord">
        <pc:chgData name="Swenson, Jody" userId="f700768a-5749-4e0f-98d7-2b523cc7d418" providerId="ADAL" clId="{B53204AF-0A2E-4934-B513-505691C0CEDA}" dt="2021-01-05T23:28:00.717" v="199" actId="255"/>
        <pc:sldMkLst>
          <pc:docMk/>
          <pc:sldMk cId="1515453726" sldId="402"/>
        </pc:sldMkLst>
      </pc:sldChg>
      <pc:sldChg chg="modSp del">
        <pc:chgData name="Swenson, Jody" userId="f700768a-5749-4e0f-98d7-2b523cc7d418" providerId="ADAL" clId="{B53204AF-0A2E-4934-B513-505691C0CEDA}" dt="2021-01-05T23:34:51.070" v="384" actId="47"/>
        <pc:sldMkLst>
          <pc:docMk/>
          <pc:sldMk cId="2591949179" sldId="407"/>
        </pc:sldMkLst>
      </pc:sldChg>
      <pc:sldChg chg="modSp add del modAnim">
        <pc:chgData name="Swenson, Jody" userId="f700768a-5749-4e0f-98d7-2b523cc7d418" providerId="ADAL" clId="{B53204AF-0A2E-4934-B513-505691C0CEDA}" dt="2021-01-07T04:30:07.450" v="451" actId="47"/>
        <pc:sldMkLst>
          <pc:docMk/>
          <pc:sldMk cId="3953887711" sldId="445"/>
        </pc:sldMkLst>
      </pc:sldChg>
      <pc:sldChg chg="add">
        <pc:chgData name="Swenson, Jody" userId="f700768a-5749-4e0f-98d7-2b523cc7d418" providerId="ADAL" clId="{B53204AF-0A2E-4934-B513-505691C0CEDA}" dt="2021-01-01T21:29:19.527" v="1"/>
        <pc:sldMkLst>
          <pc:docMk/>
          <pc:sldMk cId="3155730959" sldId="474"/>
        </pc:sldMkLst>
      </pc:sldChg>
      <pc:sldChg chg="del">
        <pc:chgData name="Swenson, Jody" userId="f700768a-5749-4e0f-98d7-2b523cc7d418" providerId="ADAL" clId="{B53204AF-0A2E-4934-B513-505691C0CEDA}" dt="2021-01-01T21:29:10.674" v="0" actId="2696"/>
        <pc:sldMkLst>
          <pc:docMk/>
          <pc:sldMk cId="3612778401" sldId="474"/>
        </pc:sldMkLst>
      </pc:sldChg>
      <pc:sldChg chg="del">
        <pc:chgData name="Swenson, Jody" userId="f700768a-5749-4e0f-98d7-2b523cc7d418" providerId="ADAL" clId="{B53204AF-0A2E-4934-B513-505691C0CEDA}" dt="2021-01-01T21:29:10.674" v="0" actId="2696"/>
        <pc:sldMkLst>
          <pc:docMk/>
          <pc:sldMk cId="2388264942" sldId="475"/>
        </pc:sldMkLst>
      </pc:sldChg>
      <pc:sldChg chg="add">
        <pc:chgData name="Swenson, Jody" userId="f700768a-5749-4e0f-98d7-2b523cc7d418" providerId="ADAL" clId="{B53204AF-0A2E-4934-B513-505691C0CEDA}" dt="2021-01-01T21:29:19.527" v="1"/>
        <pc:sldMkLst>
          <pc:docMk/>
          <pc:sldMk cId="2431048210" sldId="475"/>
        </pc:sldMkLst>
      </pc:sldChg>
      <pc:sldChg chg="modSp mod">
        <pc:chgData name="Swenson, Jody" userId="f700768a-5749-4e0f-98d7-2b523cc7d418" providerId="ADAL" clId="{B53204AF-0A2E-4934-B513-505691C0CEDA}" dt="2021-01-01T21:29:48.561" v="4" actId="1076"/>
        <pc:sldMkLst>
          <pc:docMk/>
          <pc:sldMk cId="924905198" sldId="480"/>
        </pc:sldMkLst>
      </pc:sldChg>
      <pc:sldChg chg="ord">
        <pc:chgData name="Swenson, Jody" userId="f700768a-5749-4e0f-98d7-2b523cc7d418" providerId="ADAL" clId="{B53204AF-0A2E-4934-B513-505691C0CEDA}" dt="2021-01-01T21:30:20.548" v="6"/>
        <pc:sldMkLst>
          <pc:docMk/>
          <pc:sldMk cId="3004754799" sldId="482"/>
        </pc:sldMkLst>
      </pc:sldChg>
      <pc:sldChg chg="modSp mod">
        <pc:chgData name="Swenson, Jody" userId="f700768a-5749-4e0f-98d7-2b523cc7d418" providerId="ADAL" clId="{B53204AF-0A2E-4934-B513-505691C0CEDA}" dt="2021-01-01T21:32:33.305" v="57" actId="1036"/>
        <pc:sldMkLst>
          <pc:docMk/>
          <pc:sldMk cId="1036984042" sldId="485"/>
        </pc:sldMkLst>
      </pc:sldChg>
      <pc:sldChg chg="modSp mod">
        <pc:chgData name="Swenson, Jody" userId="f700768a-5749-4e0f-98d7-2b523cc7d418" providerId="ADAL" clId="{B53204AF-0A2E-4934-B513-505691C0CEDA}" dt="2021-01-01T21:34:32.816" v="61" actId="1036"/>
        <pc:sldMkLst>
          <pc:docMk/>
          <pc:sldMk cId="2101593481" sldId="486"/>
        </pc:sldMkLst>
      </pc:sldChg>
      <pc:sldChg chg="modSp mod">
        <pc:chgData name="Swenson, Jody" userId="f700768a-5749-4e0f-98d7-2b523cc7d418" providerId="ADAL" clId="{B53204AF-0A2E-4934-B513-505691C0CEDA}" dt="2021-01-01T21:34:54.176" v="63" actId="14100"/>
        <pc:sldMkLst>
          <pc:docMk/>
          <pc:sldMk cId="239098113" sldId="487"/>
        </pc:sldMkLst>
      </pc:sldChg>
      <pc:sldChg chg="modSp mod modAnim">
        <pc:chgData name="Swenson, Jody" userId="f700768a-5749-4e0f-98d7-2b523cc7d418" providerId="ADAL" clId="{B53204AF-0A2E-4934-B513-505691C0CEDA}" dt="2021-01-01T21:35:46.115" v="73"/>
        <pc:sldMkLst>
          <pc:docMk/>
          <pc:sldMk cId="2626974906" sldId="488"/>
        </pc:sldMkLst>
      </pc:sldChg>
      <pc:sldChg chg="modSp">
        <pc:chgData name="Swenson, Jody" userId="f700768a-5749-4e0f-98d7-2b523cc7d418" providerId="ADAL" clId="{B53204AF-0A2E-4934-B513-505691C0CEDA}" dt="2021-01-01T21:36:24.612" v="74" actId="207"/>
        <pc:sldMkLst>
          <pc:docMk/>
          <pc:sldMk cId="3382686679" sldId="489"/>
        </pc:sldMkLst>
      </pc:sldChg>
      <pc:sldChg chg="modSp mod">
        <pc:chgData name="Swenson, Jody" userId="f700768a-5749-4e0f-98d7-2b523cc7d418" providerId="ADAL" clId="{B53204AF-0A2E-4934-B513-505691C0CEDA}" dt="2021-01-01T21:39:45.131" v="102" actId="1036"/>
        <pc:sldMkLst>
          <pc:docMk/>
          <pc:sldMk cId="919257849" sldId="494"/>
        </pc:sldMkLst>
      </pc:sldChg>
      <pc:sldChg chg="modSp mod modAnim">
        <pc:chgData name="Swenson, Jody" userId="f700768a-5749-4e0f-98d7-2b523cc7d418" providerId="ADAL" clId="{B53204AF-0A2E-4934-B513-505691C0CEDA}" dt="2021-01-01T21:39:34.214" v="97" actId="255"/>
        <pc:sldMkLst>
          <pc:docMk/>
          <pc:sldMk cId="3286946767" sldId="495"/>
        </pc:sldMkLst>
      </pc:sldChg>
      <pc:sldChg chg="modSp mod">
        <pc:chgData name="Swenson, Jody" userId="f700768a-5749-4e0f-98d7-2b523cc7d418" providerId="ADAL" clId="{B53204AF-0A2E-4934-B513-505691C0CEDA}" dt="2021-01-01T21:39:24.264" v="96" actId="1076"/>
        <pc:sldMkLst>
          <pc:docMk/>
          <pc:sldMk cId="3313322516" sldId="496"/>
        </pc:sldMkLst>
      </pc:sldChg>
      <pc:sldChg chg="modSp mod">
        <pc:chgData name="Swenson, Jody" userId="f700768a-5749-4e0f-98d7-2b523cc7d418" providerId="ADAL" clId="{B53204AF-0A2E-4934-B513-505691C0CEDA}" dt="2021-01-01T21:40:06.952" v="105" actId="1036"/>
        <pc:sldMkLst>
          <pc:docMk/>
          <pc:sldMk cId="3600034755" sldId="497"/>
        </pc:sldMkLst>
      </pc:sldChg>
      <pc:sldChg chg="modSp mod modAnim">
        <pc:chgData name="Swenson, Jody" userId="f700768a-5749-4e0f-98d7-2b523cc7d418" providerId="ADAL" clId="{B53204AF-0A2E-4934-B513-505691C0CEDA}" dt="2021-01-15T15:23:06.903" v="549" actId="1036"/>
        <pc:sldMkLst>
          <pc:docMk/>
          <pc:sldMk cId="3628261614" sldId="498"/>
        </pc:sldMkLst>
      </pc:sldChg>
      <pc:sldChg chg="modSp mod">
        <pc:chgData name="Swenson, Jody" userId="f700768a-5749-4e0f-98d7-2b523cc7d418" providerId="ADAL" clId="{B53204AF-0A2E-4934-B513-505691C0CEDA}" dt="2021-01-01T21:40:49.359" v="154" actId="255"/>
        <pc:sldMkLst>
          <pc:docMk/>
          <pc:sldMk cId="3124718779" sldId="500"/>
        </pc:sldMkLst>
      </pc:sldChg>
      <pc:sldChg chg="del">
        <pc:chgData name="Swenson, Jody" userId="f700768a-5749-4e0f-98d7-2b523cc7d418" providerId="ADAL" clId="{B53204AF-0A2E-4934-B513-505691C0CEDA}" dt="2021-01-01T21:41:45.692" v="155" actId="2696"/>
        <pc:sldMkLst>
          <pc:docMk/>
          <pc:sldMk cId="1088940098" sldId="525"/>
        </pc:sldMkLst>
      </pc:sldChg>
      <pc:sldChg chg="add">
        <pc:chgData name="Swenson, Jody" userId="f700768a-5749-4e0f-98d7-2b523cc7d418" providerId="ADAL" clId="{B53204AF-0A2E-4934-B513-505691C0CEDA}" dt="2021-01-01T21:42:00.938" v="156"/>
        <pc:sldMkLst>
          <pc:docMk/>
          <pc:sldMk cId="2459506794" sldId="525"/>
        </pc:sldMkLst>
      </pc:sldChg>
      <pc:sldChg chg="del">
        <pc:chgData name="Swenson, Jody" userId="f700768a-5749-4e0f-98d7-2b523cc7d418" providerId="ADAL" clId="{B53204AF-0A2E-4934-B513-505691C0CEDA}" dt="2021-01-01T21:41:45.692" v="155" actId="2696"/>
        <pc:sldMkLst>
          <pc:docMk/>
          <pc:sldMk cId="162598640" sldId="526"/>
        </pc:sldMkLst>
      </pc:sldChg>
      <pc:sldChg chg="add">
        <pc:chgData name="Swenson, Jody" userId="f700768a-5749-4e0f-98d7-2b523cc7d418" providerId="ADAL" clId="{B53204AF-0A2E-4934-B513-505691C0CEDA}" dt="2021-01-01T21:42:00.938" v="156"/>
        <pc:sldMkLst>
          <pc:docMk/>
          <pc:sldMk cId="917322005" sldId="526"/>
        </pc:sldMkLst>
      </pc:sldChg>
      <pc:sldChg chg="del">
        <pc:chgData name="Swenson, Jody" userId="f700768a-5749-4e0f-98d7-2b523cc7d418" providerId="ADAL" clId="{B53204AF-0A2E-4934-B513-505691C0CEDA}" dt="2021-01-05T23:35:02.915" v="385" actId="2696"/>
        <pc:sldMkLst>
          <pc:docMk/>
          <pc:sldMk cId="3471834386" sldId="529"/>
        </pc:sldMkLst>
      </pc:sldChg>
      <pc:sldChg chg="ord">
        <pc:chgData name="Swenson, Jody" userId="f700768a-5749-4e0f-98d7-2b523cc7d418" providerId="ADAL" clId="{B53204AF-0A2E-4934-B513-505691C0CEDA}" dt="2021-01-01T22:17:24.120" v="163"/>
        <pc:sldMkLst>
          <pc:docMk/>
          <pc:sldMk cId="129857286" sldId="530"/>
        </pc:sldMkLst>
      </pc:sldChg>
      <pc:sldChg chg="modSp del mod">
        <pc:chgData name="Swenson, Jody" userId="f700768a-5749-4e0f-98d7-2b523cc7d418" providerId="ADAL" clId="{B53204AF-0A2E-4934-B513-505691C0CEDA}" dt="2021-01-05T23:27:30.627" v="196" actId="47"/>
        <pc:sldMkLst>
          <pc:docMk/>
          <pc:sldMk cId="2333352806" sldId="532"/>
        </pc:sldMkLst>
      </pc:sldChg>
      <pc:sldChg chg="del">
        <pc:chgData name="Swenson, Jody" userId="f700768a-5749-4e0f-98d7-2b523cc7d418" providerId="ADAL" clId="{B53204AF-0A2E-4934-B513-505691C0CEDA}" dt="2021-01-05T23:36:09.974" v="390" actId="47"/>
        <pc:sldMkLst>
          <pc:docMk/>
          <pc:sldMk cId="2751223939" sldId="534"/>
        </pc:sldMkLst>
      </pc:sldChg>
      <pc:sldChg chg="modSp mod modAnim">
        <pc:chgData name="Swenson, Jody" userId="f700768a-5749-4e0f-98d7-2b523cc7d418" providerId="ADAL" clId="{B53204AF-0A2E-4934-B513-505691C0CEDA}" dt="2021-01-05T23:37:47.703" v="427"/>
        <pc:sldMkLst>
          <pc:docMk/>
          <pc:sldMk cId="2564578954" sldId="535"/>
        </pc:sldMkLst>
      </pc:sldChg>
      <pc:sldChg chg="modSp mod">
        <pc:chgData name="Swenson, Jody" userId="f700768a-5749-4e0f-98d7-2b523cc7d418" providerId="ADAL" clId="{B53204AF-0A2E-4934-B513-505691C0CEDA}" dt="2021-01-01T21:40:36.416" v="153" actId="1036"/>
        <pc:sldMkLst>
          <pc:docMk/>
          <pc:sldMk cId="2256658097" sldId="547"/>
        </pc:sldMkLst>
      </pc:sldChg>
      <pc:sldChg chg="modSp add del mod modAnim">
        <pc:chgData name="Swenson, Jody" userId="f700768a-5749-4e0f-98d7-2b523cc7d418" providerId="ADAL" clId="{B53204AF-0A2E-4934-B513-505691C0CEDA}" dt="2021-01-05T23:34:46.610" v="383"/>
        <pc:sldMkLst>
          <pc:docMk/>
          <pc:sldMk cId="1538223716" sldId="548"/>
        </pc:sldMkLst>
      </pc:sldChg>
      <pc:sldChg chg="add ord">
        <pc:chgData name="Swenson, Jody" userId="f700768a-5749-4e0f-98d7-2b523cc7d418" providerId="ADAL" clId="{B53204AF-0A2E-4934-B513-505691C0CEDA}" dt="2021-01-05T23:35:33.192" v="388"/>
        <pc:sldMkLst>
          <pc:docMk/>
          <pc:sldMk cId="3471834386" sldId="549"/>
        </pc:sldMkLst>
      </pc:sldChg>
      <pc:sldChg chg="add">
        <pc:chgData name="Swenson, Jody" userId="f700768a-5749-4e0f-98d7-2b523cc7d418" providerId="ADAL" clId="{B53204AF-0A2E-4934-B513-505691C0CEDA}" dt="2021-01-05T23:36:06.448" v="389"/>
        <pc:sldMkLst>
          <pc:docMk/>
          <pc:sldMk cId="2080594010" sldId="550"/>
        </pc:sldMkLst>
      </pc:sldChg>
      <pc:sldChg chg="add">
        <pc:chgData name="Swenson, Jody" userId="f700768a-5749-4e0f-98d7-2b523cc7d418" providerId="ADAL" clId="{B53204AF-0A2E-4934-B513-505691C0CEDA}" dt="2021-01-05T23:38:58.819" v="429"/>
        <pc:sldMkLst>
          <pc:docMk/>
          <pc:sldMk cId="3842384993" sldId="551"/>
        </pc:sldMkLst>
      </pc:sldChg>
      <pc:sldChg chg="modSp add mod">
        <pc:chgData name="Swenson, Jody" userId="f700768a-5749-4e0f-98d7-2b523cc7d418" providerId="ADAL" clId="{B53204AF-0A2E-4934-B513-505691C0CEDA}" dt="2021-01-05T23:47:39.110" v="449" actId="1035"/>
        <pc:sldMkLst>
          <pc:docMk/>
          <pc:sldMk cId="4087237844" sldId="552"/>
        </pc:sldMkLst>
      </pc:sldChg>
      <pc:sldChg chg="add del">
        <pc:chgData name="Swenson, Jody" userId="f700768a-5749-4e0f-98d7-2b523cc7d418" providerId="ADAL" clId="{B53204AF-0A2E-4934-B513-505691C0CEDA}" dt="2021-01-12T21:28:14.768" v="453"/>
        <pc:sldMkLst>
          <pc:docMk/>
          <pc:sldMk cId="2051894878" sldId="553"/>
        </pc:sldMkLst>
      </pc:sldChg>
      <pc:sldChg chg="add">
        <pc:chgData name="Swenson, Jody" userId="f700768a-5749-4e0f-98d7-2b523cc7d418" providerId="ADAL" clId="{B53204AF-0A2E-4934-B513-505691C0CEDA}" dt="2021-01-12T21:28:14.768" v="453"/>
        <pc:sldMkLst>
          <pc:docMk/>
          <pc:sldMk cId="3882938088" sldId="554"/>
        </pc:sldMkLst>
      </pc:sldChg>
      <pc:sldMasterChg chg="delSldLayout">
        <pc:chgData name="Swenson, Jody" userId="f700768a-5749-4e0f-98d7-2b523cc7d418" providerId="ADAL" clId="{B53204AF-0A2E-4934-B513-505691C0CEDA}" dt="2021-01-01T21:41:45.692" v="155" actId="2696"/>
        <pc:sldMasterMkLst>
          <pc:docMk/>
          <pc:sldMasterMk cId="3284021001" sldId="2147483728"/>
        </pc:sldMasterMkLst>
        <pc:sldLayoutChg chg="del">
          <pc:chgData name="Swenson, Jody" userId="f700768a-5749-4e0f-98d7-2b523cc7d418" providerId="ADAL" clId="{B53204AF-0A2E-4934-B513-505691C0CEDA}" dt="2021-01-01T21:29:10.674" v="0" actId="2696"/>
          <pc:sldLayoutMkLst>
            <pc:docMk/>
            <pc:sldMasterMk cId="3284021001" sldId="2147483728"/>
            <pc:sldLayoutMk cId="999514686" sldId="2147483868"/>
          </pc:sldLayoutMkLst>
        </pc:sldLayoutChg>
        <pc:sldLayoutChg chg="del">
          <pc:chgData name="Swenson, Jody" userId="f700768a-5749-4e0f-98d7-2b523cc7d418" providerId="ADAL" clId="{B53204AF-0A2E-4934-B513-505691C0CEDA}" dt="2021-01-01T21:41:45.692" v="155" actId="2696"/>
          <pc:sldLayoutMkLst>
            <pc:docMk/>
            <pc:sldMasterMk cId="3284021001" sldId="2147483728"/>
            <pc:sldLayoutMk cId="2666069687" sldId="2147483899"/>
          </pc:sldLayoutMkLst>
        </pc:sldLayoutChg>
      </pc:sldMasterChg>
      <pc:sldMasterChg chg="delSldLayout">
        <pc:chgData name="Swenson, Jody" userId="f700768a-5749-4e0f-98d7-2b523cc7d418" providerId="ADAL" clId="{B53204AF-0A2E-4934-B513-505691C0CEDA}" dt="2021-01-12T21:28:11.435" v="452" actId="47"/>
        <pc:sldMasterMkLst>
          <pc:docMk/>
          <pc:sldMasterMk cId="1833055535" sldId="2147483948"/>
        </pc:sldMasterMkLst>
        <pc:sldLayoutChg chg="del">
          <pc:chgData name="Swenson, Jody" userId="f700768a-5749-4e0f-98d7-2b523cc7d418" providerId="ADAL" clId="{B53204AF-0A2E-4934-B513-505691C0CEDA}" dt="2021-01-12T21:28:11.435" v="452" actId="47"/>
          <pc:sldLayoutMkLst>
            <pc:docMk/>
            <pc:sldMasterMk cId="1833055535" sldId="2147483948"/>
            <pc:sldLayoutMk cId="4169283647" sldId="2147483967"/>
          </pc:sldLayoutMkLst>
        </pc:sldLayoutChg>
      </pc:sldMasterChg>
    </pc:docChg>
  </pc:docChgLst>
  <pc:docChgLst>
    <pc:chgData name="Swenson, Jody" userId="f700768a-5749-4e0f-98d7-2b523cc7d418" providerId="ADAL" clId="{EE0E562D-4C5A-4242-B889-47861CE35CB3}"/>
    <pc:docChg chg="custSel modSld">
      <pc:chgData name="Swenson, Jody" userId="f700768a-5749-4e0f-98d7-2b523cc7d418" providerId="ADAL" clId="{EE0E562D-4C5A-4242-B889-47861CE35CB3}" dt="2023-07-25T20:51:27.601" v="8" actId="20577"/>
      <pc:docMkLst>
        <pc:docMk/>
      </pc:docMkLst>
      <pc:sldChg chg="addSp delSp modSp mod">
        <pc:chgData name="Swenson, Jody" userId="f700768a-5749-4e0f-98d7-2b523cc7d418" providerId="ADAL" clId="{EE0E562D-4C5A-4242-B889-47861CE35CB3}" dt="2023-07-25T20:50:16.727" v="5" actId="14100"/>
        <pc:sldMkLst>
          <pc:docMk/>
          <pc:sldMk cId="2718303353" sldId="469"/>
        </pc:sldMkLst>
      </pc:sldChg>
      <pc:sldChg chg="modSp">
        <pc:chgData name="Swenson, Jody" userId="f700768a-5749-4e0f-98d7-2b523cc7d418" providerId="ADAL" clId="{EE0E562D-4C5A-4242-B889-47861CE35CB3}" dt="2023-07-25T20:51:27.601" v="8" actId="20577"/>
        <pc:sldMkLst>
          <pc:docMk/>
          <pc:sldMk cId="3326142111" sldId="532"/>
        </pc:sldMkLst>
      </pc:sldChg>
    </pc:docChg>
  </pc:docChgLst>
  <pc:docChgLst>
    <pc:chgData name="Swenson, Jody" userId="f700768a-5749-4e0f-98d7-2b523cc7d418" providerId="ADAL" clId="{98AA6CB3-B55B-4A96-AF13-DA2F417F67D7}"/>
    <pc:docChg chg="undo custSel addSld delSld modSld sldOrd">
      <pc:chgData name="Swenson, Jody" userId="f700768a-5749-4e0f-98d7-2b523cc7d418" providerId="ADAL" clId="{98AA6CB3-B55B-4A96-AF13-DA2F417F67D7}" dt="2021-09-13T17:04:05.922" v="638" actId="20577"/>
      <pc:docMkLst>
        <pc:docMk/>
      </pc:docMkLst>
      <pc:sldChg chg="addSp delSp mod">
        <pc:chgData name="Swenson, Jody" userId="f700768a-5749-4e0f-98d7-2b523cc7d418" providerId="ADAL" clId="{98AA6CB3-B55B-4A96-AF13-DA2F417F67D7}" dt="2021-09-09T18:29:35.173" v="20" actId="22"/>
        <pc:sldMkLst>
          <pc:docMk/>
          <pc:sldMk cId="1515453726" sldId="402"/>
        </pc:sldMkLst>
      </pc:sldChg>
      <pc:sldChg chg="del">
        <pc:chgData name="Swenson, Jody" userId="f700768a-5749-4e0f-98d7-2b523cc7d418" providerId="ADAL" clId="{98AA6CB3-B55B-4A96-AF13-DA2F417F67D7}" dt="2021-09-11T15:05:58.054" v="526" actId="47"/>
        <pc:sldMkLst>
          <pc:docMk/>
          <pc:sldMk cId="3472397972" sldId="479"/>
        </pc:sldMkLst>
      </pc:sldChg>
      <pc:sldChg chg="delSp modSp add del mod">
        <pc:chgData name="Swenson, Jody" userId="f700768a-5749-4e0f-98d7-2b523cc7d418" providerId="ADAL" clId="{98AA6CB3-B55B-4A96-AF13-DA2F417F67D7}" dt="2021-09-11T15:13:52.206" v="622" actId="1038"/>
        <pc:sldMkLst>
          <pc:docMk/>
          <pc:sldMk cId="924905198" sldId="480"/>
        </pc:sldMkLst>
      </pc:sldChg>
      <pc:sldChg chg="modSp mod">
        <pc:chgData name="Swenson, Jody" userId="f700768a-5749-4e0f-98d7-2b523cc7d418" providerId="ADAL" clId="{98AA6CB3-B55B-4A96-AF13-DA2F417F67D7}" dt="2021-09-11T15:07:58.269" v="589" actId="255"/>
        <pc:sldMkLst>
          <pc:docMk/>
          <pc:sldMk cId="3068792815" sldId="481"/>
        </pc:sldMkLst>
      </pc:sldChg>
      <pc:sldChg chg="del">
        <pc:chgData name="Swenson, Jody" userId="f700768a-5749-4e0f-98d7-2b523cc7d418" providerId="ADAL" clId="{98AA6CB3-B55B-4A96-AF13-DA2F417F67D7}" dt="2021-09-11T15:13:23.628" v="590" actId="47"/>
        <pc:sldMkLst>
          <pc:docMk/>
          <pc:sldMk cId="239098113" sldId="487"/>
        </pc:sldMkLst>
      </pc:sldChg>
      <pc:sldChg chg="add del">
        <pc:chgData name="Swenson, Jody" userId="f700768a-5749-4e0f-98d7-2b523cc7d418" providerId="ADAL" clId="{98AA6CB3-B55B-4A96-AF13-DA2F417F67D7}" dt="2021-09-11T15:13:33.540" v="591"/>
        <pc:sldMkLst>
          <pc:docMk/>
          <pc:sldMk cId="2626974906" sldId="488"/>
        </pc:sldMkLst>
      </pc:sldChg>
      <pc:sldChg chg="ord">
        <pc:chgData name="Swenson, Jody" userId="f700768a-5749-4e0f-98d7-2b523cc7d418" providerId="ADAL" clId="{98AA6CB3-B55B-4A96-AF13-DA2F417F67D7}" dt="2021-09-09T20:52:54.971" v="94"/>
        <pc:sldMkLst>
          <pc:docMk/>
          <pc:sldMk cId="129857286" sldId="530"/>
        </pc:sldMkLst>
      </pc:sldChg>
      <pc:sldChg chg="modSp mod">
        <pc:chgData name="Swenson, Jody" userId="f700768a-5749-4e0f-98d7-2b523cc7d418" providerId="ADAL" clId="{98AA6CB3-B55B-4A96-AF13-DA2F417F67D7}" dt="2021-09-06T17:49:58.485" v="13" actId="6549"/>
        <pc:sldMkLst>
          <pc:docMk/>
          <pc:sldMk cId="2866917161" sldId="531"/>
        </pc:sldMkLst>
      </pc:sldChg>
      <pc:sldChg chg="ord">
        <pc:chgData name="Swenson, Jody" userId="f700768a-5749-4e0f-98d7-2b523cc7d418" providerId="ADAL" clId="{98AA6CB3-B55B-4A96-AF13-DA2F417F67D7}" dt="2021-09-09T20:52:57.795" v="96"/>
        <pc:sldMkLst>
          <pc:docMk/>
          <pc:sldMk cId="2138522335" sldId="533"/>
        </pc:sldMkLst>
      </pc:sldChg>
      <pc:sldChg chg="del">
        <pc:chgData name="Swenson, Jody" userId="f700768a-5749-4e0f-98d7-2b523cc7d418" providerId="ADAL" clId="{98AA6CB3-B55B-4A96-AF13-DA2F417F67D7}" dt="2021-09-09T18:05:49.090" v="17" actId="47"/>
        <pc:sldMkLst>
          <pc:docMk/>
          <pc:sldMk cId="2564578954" sldId="535"/>
        </pc:sldMkLst>
      </pc:sldChg>
      <pc:sldChg chg="del">
        <pc:chgData name="Swenson, Jody" userId="f700768a-5749-4e0f-98d7-2b523cc7d418" providerId="ADAL" clId="{98AA6CB3-B55B-4A96-AF13-DA2F417F67D7}" dt="2021-09-09T19:43:19.717" v="32" actId="47"/>
        <pc:sldMkLst>
          <pc:docMk/>
          <pc:sldMk cId="1538223716" sldId="548"/>
        </pc:sldMkLst>
      </pc:sldChg>
      <pc:sldChg chg="modSp">
        <pc:chgData name="Swenson, Jody" userId="f700768a-5749-4e0f-98d7-2b523cc7d418" providerId="ADAL" clId="{98AA6CB3-B55B-4A96-AF13-DA2F417F67D7}" dt="2021-09-13T17:04:05.922" v="638" actId="20577"/>
        <pc:sldMkLst>
          <pc:docMk/>
          <pc:sldMk cId="3471834386" sldId="549"/>
        </pc:sldMkLst>
      </pc:sldChg>
      <pc:sldChg chg="del">
        <pc:chgData name="Swenson, Jody" userId="f700768a-5749-4e0f-98d7-2b523cc7d418" providerId="ADAL" clId="{98AA6CB3-B55B-4A96-AF13-DA2F417F67D7}" dt="2021-09-09T18:05:47.382" v="16" actId="47"/>
        <pc:sldMkLst>
          <pc:docMk/>
          <pc:sldMk cId="2080594010" sldId="550"/>
        </pc:sldMkLst>
      </pc:sldChg>
      <pc:sldChg chg="del">
        <pc:chgData name="Swenson, Jody" userId="f700768a-5749-4e0f-98d7-2b523cc7d418" providerId="ADAL" clId="{98AA6CB3-B55B-4A96-AF13-DA2F417F67D7}" dt="2021-09-09T19:44:57.047" v="33" actId="47"/>
        <pc:sldMkLst>
          <pc:docMk/>
          <pc:sldMk cId="3842384993" sldId="551"/>
        </pc:sldMkLst>
      </pc:sldChg>
      <pc:sldChg chg="ord">
        <pc:chgData name="Swenson, Jody" userId="f700768a-5749-4e0f-98d7-2b523cc7d418" providerId="ADAL" clId="{98AA6CB3-B55B-4A96-AF13-DA2F417F67D7}" dt="2021-09-09T20:52:51.628" v="92"/>
        <pc:sldMkLst>
          <pc:docMk/>
          <pc:sldMk cId="726244023" sldId="555"/>
        </pc:sldMkLst>
      </pc:sldChg>
      <pc:sldChg chg="modSp mod modAnim">
        <pc:chgData name="Swenson, Jody" userId="f700768a-5749-4e0f-98d7-2b523cc7d418" providerId="ADAL" clId="{98AA6CB3-B55B-4A96-AF13-DA2F417F67D7}" dt="2021-09-10T00:06:35.136" v="131"/>
        <pc:sldMkLst>
          <pc:docMk/>
          <pc:sldMk cId="3534964001" sldId="558"/>
        </pc:sldMkLst>
      </pc:sldChg>
      <pc:sldChg chg="modSp ord">
        <pc:chgData name="Swenson, Jody" userId="f700768a-5749-4e0f-98d7-2b523cc7d418" providerId="ADAL" clId="{98AA6CB3-B55B-4A96-AF13-DA2F417F67D7}" dt="2021-09-09T22:47:21.021" v="122"/>
        <pc:sldMkLst>
          <pc:docMk/>
          <pc:sldMk cId="2905076712" sldId="559"/>
        </pc:sldMkLst>
      </pc:sldChg>
      <pc:sldChg chg="modSp mod modAnim">
        <pc:chgData name="Swenson, Jody" userId="f700768a-5749-4e0f-98d7-2b523cc7d418" providerId="ADAL" clId="{98AA6CB3-B55B-4A96-AF13-DA2F417F67D7}" dt="2021-09-11T15:00:33.108" v="525"/>
        <pc:sldMkLst>
          <pc:docMk/>
          <pc:sldMk cId="994818413" sldId="565"/>
        </pc:sldMkLst>
      </pc:sldChg>
      <pc:sldChg chg="add">
        <pc:chgData name="Swenson, Jody" userId="f700768a-5749-4e0f-98d7-2b523cc7d418" providerId="ADAL" clId="{98AA6CB3-B55B-4A96-AF13-DA2F417F67D7}" dt="2021-09-09T18:05:57.564" v="18"/>
        <pc:sldMkLst>
          <pc:docMk/>
          <pc:sldMk cId="2751223939" sldId="566"/>
        </pc:sldMkLst>
      </pc:sldChg>
      <pc:sldChg chg="modSp add mod modAnim">
        <pc:chgData name="Swenson, Jody" userId="f700768a-5749-4e0f-98d7-2b523cc7d418" providerId="ADAL" clId="{98AA6CB3-B55B-4A96-AF13-DA2F417F67D7}" dt="2021-09-09T19:46:52.052" v="83" actId="20577"/>
        <pc:sldMkLst>
          <pc:docMk/>
          <pc:sldMk cId="328936232" sldId="567"/>
        </pc:sldMkLst>
      </pc:sldChg>
      <pc:sldChg chg="modSp add">
        <pc:chgData name="Swenson, Jody" userId="f700768a-5749-4e0f-98d7-2b523cc7d418" providerId="ADAL" clId="{98AA6CB3-B55B-4A96-AF13-DA2F417F67D7}" dt="2021-09-09T19:42:56.222" v="31" actId="20577"/>
        <pc:sldMkLst>
          <pc:docMk/>
          <pc:sldMk cId="1806187955" sldId="568"/>
        </pc:sldMkLst>
      </pc:sldChg>
    </pc:docChg>
  </pc:docChgLst>
  <pc:docChgLst>
    <pc:chgData name="Swenson, Jody" userId="f700768a-5749-4e0f-98d7-2b523cc7d418" providerId="ADAL" clId="{99590FF2-B14B-416E-9187-0BDB7655375C}"/>
    <pc:docChg chg="undo custSel addSld modSld">
      <pc:chgData name="Swenson, Jody" userId="f700768a-5749-4e0f-98d7-2b523cc7d418" providerId="ADAL" clId="{99590FF2-B14B-416E-9187-0BDB7655375C}" dt="2020-09-16T19:04:42.194" v="544"/>
      <pc:docMkLst>
        <pc:docMk/>
      </pc:docMkLst>
      <pc:sldChg chg="modSp">
        <pc:chgData name="Swenson, Jody" userId="f700768a-5749-4e0f-98d7-2b523cc7d418" providerId="ADAL" clId="{99590FF2-B14B-416E-9187-0BDB7655375C}" dt="2020-09-10T16:50:44.683" v="300" actId="20577"/>
        <pc:sldMkLst>
          <pc:docMk/>
          <pc:sldMk cId="1515453726" sldId="402"/>
        </pc:sldMkLst>
      </pc:sldChg>
      <pc:sldChg chg="modSp">
        <pc:chgData name="Swenson, Jody" userId="f700768a-5749-4e0f-98d7-2b523cc7d418" providerId="ADAL" clId="{99590FF2-B14B-416E-9187-0BDB7655375C}" dt="2020-07-31T21:25:35.292" v="174" actId="20577"/>
        <pc:sldMkLst>
          <pc:docMk/>
          <pc:sldMk cId="3612778401" sldId="474"/>
        </pc:sldMkLst>
      </pc:sldChg>
      <pc:sldChg chg="addSp delSp modSp">
        <pc:chgData name="Swenson, Jody" userId="f700768a-5749-4e0f-98d7-2b523cc7d418" providerId="ADAL" clId="{99590FF2-B14B-416E-9187-0BDB7655375C}" dt="2020-08-24T21:09:24.260" v="235" actId="20577"/>
        <pc:sldMkLst>
          <pc:docMk/>
          <pc:sldMk cId="1426761643" sldId="492"/>
        </pc:sldMkLst>
      </pc:sldChg>
      <pc:sldChg chg="addSp delSp modSp">
        <pc:chgData name="Swenson, Jody" userId="f700768a-5749-4e0f-98d7-2b523cc7d418" providerId="ADAL" clId="{99590FF2-B14B-416E-9187-0BDB7655375C}" dt="2020-08-24T21:09:44.094" v="261" actId="20577"/>
        <pc:sldMkLst>
          <pc:docMk/>
          <pc:sldMk cId="1266139505" sldId="493"/>
        </pc:sldMkLst>
      </pc:sldChg>
      <pc:sldChg chg="delSp modSp">
        <pc:chgData name="Swenson, Jody" userId="f700768a-5749-4e0f-98d7-2b523cc7d418" providerId="ADAL" clId="{99590FF2-B14B-416E-9187-0BDB7655375C}" dt="2020-07-25T22:14:11.772" v="49" actId="478"/>
        <pc:sldMkLst>
          <pc:docMk/>
          <pc:sldMk cId="919257849" sldId="494"/>
        </pc:sldMkLst>
      </pc:sldChg>
      <pc:sldChg chg="addSp delSp modSp">
        <pc:chgData name="Swenson, Jody" userId="f700768a-5749-4e0f-98d7-2b523cc7d418" providerId="ADAL" clId="{99590FF2-B14B-416E-9187-0BDB7655375C}" dt="2020-07-24T23:38:00.486" v="31" actId="1076"/>
        <pc:sldMkLst>
          <pc:docMk/>
          <pc:sldMk cId="3628261614" sldId="498"/>
        </pc:sldMkLst>
      </pc:sldChg>
      <pc:sldChg chg="addSp">
        <pc:chgData name="Swenson, Jody" userId="f700768a-5749-4e0f-98d7-2b523cc7d418" providerId="ADAL" clId="{99590FF2-B14B-416E-9187-0BDB7655375C}" dt="2020-09-16T18:19:35.956" v="509" actId="9405"/>
        <pc:sldMkLst>
          <pc:docMk/>
          <pc:sldMk cId="3922080683" sldId="501"/>
        </pc:sldMkLst>
      </pc:sldChg>
      <pc:sldChg chg="delSp modSp">
        <pc:chgData name="Swenson, Jody" userId="f700768a-5749-4e0f-98d7-2b523cc7d418" providerId="ADAL" clId="{99590FF2-B14B-416E-9187-0BDB7655375C}" dt="2020-08-15T20:21:32.795" v="198" actId="1035"/>
        <pc:sldMkLst>
          <pc:docMk/>
          <pc:sldMk cId="3647202641" sldId="502"/>
        </pc:sldMkLst>
      </pc:sldChg>
      <pc:sldChg chg="addSp delSp modSp modAnim">
        <pc:chgData name="Swenson, Jody" userId="f700768a-5749-4e0f-98d7-2b523cc7d418" providerId="ADAL" clId="{99590FF2-B14B-416E-9187-0BDB7655375C}" dt="2020-09-16T19:04:42.194" v="544"/>
        <pc:sldMkLst>
          <pc:docMk/>
          <pc:sldMk cId="247783127" sldId="503"/>
        </pc:sldMkLst>
      </pc:sldChg>
      <pc:sldChg chg="modSp modAnim">
        <pc:chgData name="Swenson, Jody" userId="f700768a-5749-4e0f-98d7-2b523cc7d418" providerId="ADAL" clId="{99590FF2-B14B-416E-9187-0BDB7655375C}" dt="2020-09-10T22:07:39.599" v="508" actId="20577"/>
        <pc:sldMkLst>
          <pc:docMk/>
          <pc:sldMk cId="2866917161" sldId="531"/>
        </pc:sldMkLst>
      </pc:sldChg>
      <pc:sldChg chg="modSp">
        <pc:chgData name="Swenson, Jody" userId="f700768a-5749-4e0f-98d7-2b523cc7d418" providerId="ADAL" clId="{99590FF2-B14B-416E-9187-0BDB7655375C}" dt="2020-08-24T21:07:13.363" v="209" actId="1035"/>
        <pc:sldMkLst>
          <pc:docMk/>
          <pc:sldMk cId="2138522335" sldId="533"/>
        </pc:sldMkLst>
      </pc:sldChg>
      <pc:sldChg chg="addSp delSp modSp add delAnim modAnim">
        <pc:chgData name="Swenson, Jody" userId="f700768a-5749-4e0f-98d7-2b523cc7d418" providerId="ADAL" clId="{99590FF2-B14B-416E-9187-0BDB7655375C}" dt="2020-08-25T21:36:07.909" v="270" actId="1035"/>
        <pc:sldMkLst>
          <pc:docMk/>
          <pc:sldMk cId="2256658097" sldId="547"/>
        </pc:sldMkLst>
      </pc:sldChg>
    </pc:docChg>
  </pc:docChgLst>
  <pc:docChgLst>
    <pc:chgData name="Swenson, Jody" userId="f700768a-5749-4e0f-98d7-2b523cc7d418" providerId="ADAL" clId="{E547BE4D-16F2-416D-935C-A8E4550FACFD}"/>
    <pc:docChg chg="modSld">
      <pc:chgData name="Swenson, Jody" userId="f700768a-5749-4e0f-98d7-2b523cc7d418" providerId="ADAL" clId="{E547BE4D-16F2-416D-935C-A8E4550FACFD}" dt="2025-01-08T17:35:10.203" v="14" actId="20577"/>
      <pc:docMkLst>
        <pc:docMk/>
      </pc:docMkLst>
      <pc:sldChg chg="modSp">
        <pc:chgData name="Swenson, Jody" userId="f700768a-5749-4e0f-98d7-2b523cc7d418" providerId="ADAL" clId="{E547BE4D-16F2-416D-935C-A8E4550FACFD}" dt="2025-01-08T17:35:10.203" v="14" actId="20577"/>
        <pc:sldMkLst>
          <pc:docMk/>
          <pc:sldMk cId="2034082197" sldId="924"/>
        </pc:sldMkLst>
      </pc:sldChg>
    </pc:docChg>
  </pc:docChgLst>
  <pc:docChgLst>
    <pc:chgData name="Swenson, Jody" userId="f700768a-5749-4e0f-98d7-2b523cc7d418" providerId="ADAL" clId="{19CF4ED0-6F9B-40B7-B318-3C36F383C307}"/>
    <pc:docChg chg="undo custSel addSld delSld modSld sldOrd delMainMaster modMainMaster">
      <pc:chgData name="Swenson, Jody" userId="f700768a-5749-4e0f-98d7-2b523cc7d418" providerId="ADAL" clId="{19CF4ED0-6F9B-40B7-B318-3C36F383C307}" dt="2025-09-15T18:06:55.331" v="974"/>
      <pc:docMkLst>
        <pc:docMk/>
      </pc:docMkLst>
      <pc:sldChg chg="modAnim">
        <pc:chgData name="Swenson, Jody" userId="f700768a-5749-4e0f-98d7-2b523cc7d418" providerId="ADAL" clId="{19CF4ED0-6F9B-40B7-B318-3C36F383C307}" dt="2025-01-08T19:16:49.036" v="519"/>
        <pc:sldMkLst>
          <pc:docMk/>
          <pc:sldMk cId="3801973461" sldId="281"/>
        </pc:sldMkLst>
      </pc:sldChg>
      <pc:sldChg chg="modSp">
        <pc:chgData name="Swenson, Jody" userId="f700768a-5749-4e0f-98d7-2b523cc7d418" providerId="ADAL" clId="{19CF4ED0-6F9B-40B7-B318-3C36F383C307}" dt="2025-09-13T23:52:14.251" v="954" actId="20577"/>
        <pc:sldMkLst>
          <pc:docMk/>
          <pc:sldMk cId="1515453726" sldId="402"/>
        </pc:sldMkLst>
        <pc:graphicFrameChg chg="mod">
          <ac:chgData name="Swenson, Jody" userId="f700768a-5749-4e0f-98d7-2b523cc7d418" providerId="ADAL" clId="{19CF4ED0-6F9B-40B7-B318-3C36F383C307}" dt="2025-09-13T23:52:14.251" v="954" actId="20577"/>
          <ac:graphicFrameMkLst>
            <pc:docMk/>
            <pc:sldMk cId="1515453726" sldId="402"/>
            <ac:graphicFrameMk id="6" creationId="{00000000-0000-0000-0000-000000000000}"/>
          </ac:graphicFrameMkLst>
        </pc:graphicFrameChg>
      </pc:sldChg>
      <pc:sldChg chg="del">
        <pc:chgData name="Swenson, Jody" userId="f700768a-5749-4e0f-98d7-2b523cc7d418" providerId="ADAL" clId="{19CF4ED0-6F9B-40B7-B318-3C36F383C307}" dt="2025-09-15T17:51:55.464" v="961" actId="47"/>
        <pc:sldMkLst>
          <pc:docMk/>
          <pc:sldMk cId="3789787811" sldId="466"/>
        </pc:sldMkLst>
      </pc:sldChg>
      <pc:sldChg chg="del">
        <pc:chgData name="Swenson, Jody" userId="f700768a-5749-4e0f-98d7-2b523cc7d418" providerId="ADAL" clId="{19CF4ED0-6F9B-40B7-B318-3C36F383C307}" dt="2024-08-17T17:45:32.240" v="3" actId="47"/>
        <pc:sldMkLst>
          <pc:docMk/>
          <pc:sldMk cId="2198166495" sldId="470"/>
        </pc:sldMkLst>
      </pc:sldChg>
      <pc:sldChg chg="del">
        <pc:chgData name="Swenson, Jody" userId="f700768a-5749-4e0f-98d7-2b523cc7d418" providerId="ADAL" clId="{19CF4ED0-6F9B-40B7-B318-3C36F383C307}" dt="2024-08-17T17:45:32.240" v="3" actId="47"/>
        <pc:sldMkLst>
          <pc:docMk/>
          <pc:sldMk cId="804496061" sldId="471"/>
        </pc:sldMkLst>
      </pc:sldChg>
      <pc:sldChg chg="del">
        <pc:chgData name="Swenson, Jody" userId="f700768a-5749-4e0f-98d7-2b523cc7d418" providerId="ADAL" clId="{19CF4ED0-6F9B-40B7-B318-3C36F383C307}" dt="2024-08-17T17:45:32.240" v="3" actId="47"/>
        <pc:sldMkLst>
          <pc:docMk/>
          <pc:sldMk cId="3524009876" sldId="472"/>
        </pc:sldMkLst>
      </pc:sldChg>
      <pc:sldChg chg="del">
        <pc:chgData name="Swenson, Jody" userId="f700768a-5749-4e0f-98d7-2b523cc7d418" providerId="ADAL" clId="{19CF4ED0-6F9B-40B7-B318-3C36F383C307}" dt="2024-08-17T17:45:32.240" v="3" actId="47"/>
        <pc:sldMkLst>
          <pc:docMk/>
          <pc:sldMk cId="1723890514" sldId="473"/>
        </pc:sldMkLst>
      </pc:sldChg>
      <pc:sldChg chg="del">
        <pc:chgData name="Swenson, Jody" userId="f700768a-5749-4e0f-98d7-2b523cc7d418" providerId="ADAL" clId="{19CF4ED0-6F9B-40B7-B318-3C36F383C307}" dt="2024-08-17T17:45:32.240" v="3" actId="47"/>
        <pc:sldMkLst>
          <pc:docMk/>
          <pc:sldMk cId="815533807" sldId="478"/>
        </pc:sldMkLst>
      </pc:sldChg>
      <pc:sldChg chg="modSp mod modClrScheme chgLayout">
        <pc:chgData name="Swenson, Jody" userId="f700768a-5749-4e0f-98d7-2b523cc7d418" providerId="ADAL" clId="{19CF4ED0-6F9B-40B7-B318-3C36F383C307}" dt="2024-09-07T17:29:14.744" v="382"/>
        <pc:sldMkLst>
          <pc:docMk/>
          <pc:sldMk cId="3207567892" sldId="484"/>
        </pc:sldMkLst>
      </pc:sldChg>
      <pc:sldChg chg="modSp mod modClrScheme chgLayout">
        <pc:chgData name="Swenson, Jody" userId="f700768a-5749-4e0f-98d7-2b523cc7d418" providerId="ADAL" clId="{19CF4ED0-6F9B-40B7-B318-3C36F383C307}" dt="2024-09-07T17:29:14.745" v="385"/>
        <pc:sldMkLst>
          <pc:docMk/>
          <pc:sldMk cId="1036984042" sldId="485"/>
        </pc:sldMkLst>
      </pc:sldChg>
      <pc:sldChg chg="modSp mod modClrScheme chgLayout">
        <pc:chgData name="Swenson, Jody" userId="f700768a-5749-4e0f-98d7-2b523cc7d418" providerId="ADAL" clId="{19CF4ED0-6F9B-40B7-B318-3C36F383C307}" dt="2024-09-07T17:29:14.745" v="386"/>
        <pc:sldMkLst>
          <pc:docMk/>
          <pc:sldMk cId="2101593481" sldId="486"/>
        </pc:sldMkLst>
      </pc:sldChg>
      <pc:sldChg chg="modSp mod modClrScheme chgLayout">
        <pc:chgData name="Swenson, Jody" userId="f700768a-5749-4e0f-98d7-2b523cc7d418" providerId="ADAL" clId="{19CF4ED0-6F9B-40B7-B318-3C36F383C307}" dt="2024-09-07T17:29:14.746" v="391"/>
        <pc:sldMkLst>
          <pc:docMk/>
          <pc:sldMk cId="3382686679" sldId="489"/>
        </pc:sldMkLst>
      </pc:sldChg>
      <pc:sldChg chg="modSp mod modClrScheme chgLayout">
        <pc:chgData name="Swenson, Jody" userId="f700768a-5749-4e0f-98d7-2b523cc7d418" providerId="ADAL" clId="{19CF4ED0-6F9B-40B7-B318-3C36F383C307}" dt="2024-09-07T17:29:14.746" v="392"/>
        <pc:sldMkLst>
          <pc:docMk/>
          <pc:sldMk cId="2783947186" sldId="490"/>
        </pc:sldMkLst>
      </pc:sldChg>
      <pc:sldChg chg="modSp mod ord modClrScheme chgLayout">
        <pc:chgData name="Swenson, Jody" userId="f700768a-5749-4e0f-98d7-2b523cc7d418" providerId="ADAL" clId="{19CF4ED0-6F9B-40B7-B318-3C36F383C307}" dt="2025-04-18T15:55:30.227" v="525" actId="1076"/>
        <pc:sldMkLst>
          <pc:docMk/>
          <pc:sldMk cId="910181557" sldId="491"/>
        </pc:sldMkLst>
      </pc:sldChg>
      <pc:sldChg chg="modSp mod modClrScheme modAnim chgLayout">
        <pc:chgData name="Swenson, Jody" userId="f700768a-5749-4e0f-98d7-2b523cc7d418" providerId="ADAL" clId="{19CF4ED0-6F9B-40B7-B318-3C36F383C307}" dt="2025-09-15T18:02:13.059" v="971" actId="113"/>
        <pc:sldMkLst>
          <pc:docMk/>
          <pc:sldMk cId="1426761643" sldId="492"/>
        </pc:sldMkLst>
        <pc:spChg chg="mod">
          <ac:chgData name="Swenson, Jody" userId="f700768a-5749-4e0f-98d7-2b523cc7d418" providerId="ADAL" clId="{19CF4ED0-6F9B-40B7-B318-3C36F383C307}" dt="2025-09-15T18:02:13.059" v="971" actId="113"/>
          <ac:spMkLst>
            <pc:docMk/>
            <pc:sldMk cId="1426761643" sldId="492"/>
            <ac:spMk id="7" creationId="{00000000-0000-0000-0000-000000000000}"/>
          </ac:spMkLst>
        </pc:spChg>
      </pc:sldChg>
      <pc:sldChg chg="modSp mod modClrScheme modAnim chgLayout">
        <pc:chgData name="Swenson, Jody" userId="f700768a-5749-4e0f-98d7-2b523cc7d418" providerId="ADAL" clId="{19CF4ED0-6F9B-40B7-B318-3C36F383C307}" dt="2025-09-15T18:02:19.198" v="972" actId="113"/>
        <pc:sldMkLst>
          <pc:docMk/>
          <pc:sldMk cId="1266139505" sldId="493"/>
        </pc:sldMkLst>
        <pc:spChg chg="mod">
          <ac:chgData name="Swenson, Jody" userId="f700768a-5749-4e0f-98d7-2b523cc7d418" providerId="ADAL" clId="{19CF4ED0-6F9B-40B7-B318-3C36F383C307}" dt="2025-09-15T18:02:19.198" v="972" actId="113"/>
          <ac:spMkLst>
            <pc:docMk/>
            <pc:sldMk cId="1266139505" sldId="493"/>
            <ac:spMk id="7" creationId="{00000000-0000-0000-0000-000000000000}"/>
          </ac:spMkLst>
        </pc:spChg>
      </pc:sldChg>
      <pc:sldChg chg="modSp mod modClrScheme chgLayout">
        <pc:chgData name="Swenson, Jody" userId="f700768a-5749-4e0f-98d7-2b523cc7d418" providerId="ADAL" clId="{19CF4ED0-6F9B-40B7-B318-3C36F383C307}" dt="2024-09-07T17:29:14.747" v="394"/>
        <pc:sldMkLst>
          <pc:docMk/>
          <pc:sldMk cId="3286946767" sldId="495"/>
        </pc:sldMkLst>
      </pc:sldChg>
      <pc:sldChg chg="modSp mod modClrScheme chgLayout">
        <pc:chgData name="Swenson, Jody" userId="f700768a-5749-4e0f-98d7-2b523cc7d418" providerId="ADAL" clId="{19CF4ED0-6F9B-40B7-B318-3C36F383C307}" dt="2024-09-07T17:29:14.747" v="396"/>
        <pc:sldMkLst>
          <pc:docMk/>
          <pc:sldMk cId="3600034755" sldId="497"/>
        </pc:sldMkLst>
      </pc:sldChg>
      <pc:sldChg chg="modSp mod modClrScheme chgLayout">
        <pc:chgData name="Swenson, Jody" userId="f700768a-5749-4e0f-98d7-2b523cc7d418" providerId="ADAL" clId="{19CF4ED0-6F9B-40B7-B318-3C36F383C307}" dt="2024-09-07T17:29:14.748" v="402"/>
        <pc:sldMkLst>
          <pc:docMk/>
          <pc:sldMk cId="3628261614" sldId="498"/>
        </pc:sldMkLst>
      </pc:sldChg>
      <pc:sldChg chg="del">
        <pc:chgData name="Swenson, Jody" userId="f700768a-5749-4e0f-98d7-2b523cc7d418" providerId="ADAL" clId="{19CF4ED0-6F9B-40B7-B318-3C36F383C307}" dt="2024-08-17T17:44:51.895" v="2" actId="47"/>
        <pc:sldMkLst>
          <pc:docMk/>
          <pc:sldMk cId="2188936225" sldId="499"/>
        </pc:sldMkLst>
      </pc:sldChg>
      <pc:sldChg chg="modSp mod ord modClrScheme chgLayout">
        <pc:chgData name="Swenson, Jody" userId="f700768a-5749-4e0f-98d7-2b523cc7d418" providerId="ADAL" clId="{19CF4ED0-6F9B-40B7-B318-3C36F383C307}" dt="2025-04-21T19:13:25.879" v="547" actId="20578"/>
        <pc:sldMkLst>
          <pc:docMk/>
          <pc:sldMk cId="3124718779" sldId="500"/>
        </pc:sldMkLst>
      </pc:sldChg>
      <pc:sldChg chg="modSp mod modClrScheme chgLayout">
        <pc:chgData name="Swenson, Jody" userId="f700768a-5749-4e0f-98d7-2b523cc7d418" providerId="ADAL" clId="{19CF4ED0-6F9B-40B7-B318-3C36F383C307}" dt="2024-09-07T17:29:14.747" v="397"/>
        <pc:sldMkLst>
          <pc:docMk/>
          <pc:sldMk cId="3922080683" sldId="501"/>
        </pc:sldMkLst>
      </pc:sldChg>
      <pc:sldChg chg="modSp mod modClrScheme chgLayout">
        <pc:chgData name="Swenson, Jody" userId="f700768a-5749-4e0f-98d7-2b523cc7d418" providerId="ADAL" clId="{19CF4ED0-6F9B-40B7-B318-3C36F383C307}" dt="2024-09-07T17:29:14.748" v="400"/>
        <pc:sldMkLst>
          <pc:docMk/>
          <pc:sldMk cId="3647202641" sldId="502"/>
        </pc:sldMkLst>
      </pc:sldChg>
      <pc:sldChg chg="del">
        <pc:chgData name="Swenson, Jody" userId="f700768a-5749-4e0f-98d7-2b523cc7d418" providerId="ADAL" clId="{19CF4ED0-6F9B-40B7-B318-3C36F383C307}" dt="2024-08-17T17:45:32.240" v="3" actId="47"/>
        <pc:sldMkLst>
          <pc:docMk/>
          <pc:sldMk cId="3162448335" sldId="504"/>
        </pc:sldMkLst>
      </pc:sldChg>
      <pc:sldChg chg="del">
        <pc:chgData name="Swenson, Jody" userId="f700768a-5749-4e0f-98d7-2b523cc7d418" providerId="ADAL" clId="{19CF4ED0-6F9B-40B7-B318-3C36F383C307}" dt="2025-09-15T17:51:55.464" v="961" actId="47"/>
        <pc:sldMkLst>
          <pc:docMk/>
          <pc:sldMk cId="2121698511" sldId="506"/>
        </pc:sldMkLst>
      </pc:sldChg>
      <pc:sldChg chg="del">
        <pc:chgData name="Swenson, Jody" userId="f700768a-5749-4e0f-98d7-2b523cc7d418" providerId="ADAL" clId="{19CF4ED0-6F9B-40B7-B318-3C36F383C307}" dt="2025-09-15T17:51:55.464" v="961" actId="47"/>
        <pc:sldMkLst>
          <pc:docMk/>
          <pc:sldMk cId="1693383243" sldId="507"/>
        </pc:sldMkLst>
      </pc:sldChg>
      <pc:sldChg chg="del">
        <pc:chgData name="Swenson, Jody" userId="f700768a-5749-4e0f-98d7-2b523cc7d418" providerId="ADAL" clId="{19CF4ED0-6F9B-40B7-B318-3C36F383C307}" dt="2025-09-15T17:51:55.464" v="961" actId="47"/>
        <pc:sldMkLst>
          <pc:docMk/>
          <pc:sldMk cId="2659274395" sldId="508"/>
        </pc:sldMkLst>
      </pc:sldChg>
      <pc:sldChg chg="del">
        <pc:chgData name="Swenson, Jody" userId="f700768a-5749-4e0f-98d7-2b523cc7d418" providerId="ADAL" clId="{19CF4ED0-6F9B-40B7-B318-3C36F383C307}" dt="2025-09-15T17:51:55.464" v="961" actId="47"/>
        <pc:sldMkLst>
          <pc:docMk/>
          <pc:sldMk cId="3016547596" sldId="509"/>
        </pc:sldMkLst>
      </pc:sldChg>
      <pc:sldChg chg="modSp del mod modClrScheme chgLayout">
        <pc:chgData name="Swenson, Jody" userId="f700768a-5749-4e0f-98d7-2b523cc7d418" providerId="ADAL" clId="{19CF4ED0-6F9B-40B7-B318-3C36F383C307}" dt="2025-09-15T17:51:55.464" v="961" actId="47"/>
        <pc:sldMkLst>
          <pc:docMk/>
          <pc:sldMk cId="1970464650" sldId="511"/>
        </pc:sldMkLst>
      </pc:sldChg>
      <pc:sldChg chg="modSp del mod modClrScheme chgLayout">
        <pc:chgData name="Swenson, Jody" userId="f700768a-5749-4e0f-98d7-2b523cc7d418" providerId="ADAL" clId="{19CF4ED0-6F9B-40B7-B318-3C36F383C307}" dt="2025-09-15T17:51:55.464" v="961" actId="47"/>
        <pc:sldMkLst>
          <pc:docMk/>
          <pc:sldMk cId="60207619" sldId="512"/>
        </pc:sldMkLst>
      </pc:sldChg>
      <pc:sldChg chg="modSp del mod modClrScheme chgLayout">
        <pc:chgData name="Swenson, Jody" userId="f700768a-5749-4e0f-98d7-2b523cc7d418" providerId="ADAL" clId="{19CF4ED0-6F9B-40B7-B318-3C36F383C307}" dt="2025-09-15T17:51:55.464" v="961" actId="47"/>
        <pc:sldMkLst>
          <pc:docMk/>
          <pc:sldMk cId="1962869565" sldId="513"/>
        </pc:sldMkLst>
      </pc:sldChg>
      <pc:sldChg chg="ord">
        <pc:chgData name="Swenson, Jody" userId="f700768a-5749-4e0f-98d7-2b523cc7d418" providerId="ADAL" clId="{19CF4ED0-6F9B-40B7-B318-3C36F383C307}" dt="2025-09-15T18:06:55.331" v="974"/>
        <pc:sldMkLst>
          <pc:docMk/>
          <pc:sldMk cId="2335173648" sldId="521"/>
        </pc:sldMkLst>
      </pc:sldChg>
      <pc:sldChg chg="add">
        <pc:chgData name="Swenson, Jody" userId="f700768a-5749-4e0f-98d7-2b523cc7d418" providerId="ADAL" clId="{19CF4ED0-6F9B-40B7-B318-3C36F383C307}" dt="2025-09-15T17:51:42.890" v="960"/>
        <pc:sldMkLst>
          <pc:docMk/>
          <pc:sldMk cId="2507979857" sldId="532"/>
        </pc:sldMkLst>
      </pc:sldChg>
      <pc:sldChg chg="modSp del mod modClrScheme chgLayout">
        <pc:chgData name="Swenson, Jody" userId="f700768a-5749-4e0f-98d7-2b523cc7d418" providerId="ADAL" clId="{19CF4ED0-6F9B-40B7-B318-3C36F383C307}" dt="2025-09-15T17:51:31.620" v="959" actId="2696"/>
        <pc:sldMkLst>
          <pc:docMk/>
          <pc:sldMk cId="3326142111" sldId="532"/>
        </pc:sldMkLst>
      </pc:sldChg>
      <pc:sldChg chg="modSp mod modClrScheme chgLayout">
        <pc:chgData name="Swenson, Jody" userId="f700768a-5749-4e0f-98d7-2b523cc7d418" providerId="ADAL" clId="{19CF4ED0-6F9B-40B7-B318-3C36F383C307}" dt="2024-09-07T17:29:14.745" v="387"/>
        <pc:sldMkLst>
          <pc:docMk/>
          <pc:sldMk cId="2138522335" sldId="533"/>
        </pc:sldMkLst>
      </pc:sldChg>
      <pc:sldChg chg="modSp mod modClrScheme chgLayout">
        <pc:chgData name="Swenson, Jody" userId="f700768a-5749-4e0f-98d7-2b523cc7d418" providerId="ADAL" clId="{19CF4ED0-6F9B-40B7-B318-3C36F383C307}" dt="2024-09-07T17:29:14.745" v="384"/>
        <pc:sldMkLst>
          <pc:docMk/>
          <pc:sldMk cId="3100123050" sldId="534"/>
        </pc:sldMkLst>
      </pc:sldChg>
      <pc:sldChg chg="modSp mod modClrScheme modAnim chgLayout">
        <pc:chgData name="Swenson, Jody" userId="f700768a-5749-4e0f-98d7-2b523cc7d418" providerId="ADAL" clId="{19CF4ED0-6F9B-40B7-B318-3C36F383C307}" dt="2025-08-01T22:58:45.866" v="944" actId="20577"/>
        <pc:sldMkLst>
          <pc:docMk/>
          <pc:sldMk cId="610090041" sldId="535"/>
        </pc:sldMkLst>
        <pc:spChg chg="mod">
          <ac:chgData name="Swenson, Jody" userId="f700768a-5749-4e0f-98d7-2b523cc7d418" providerId="ADAL" clId="{19CF4ED0-6F9B-40B7-B318-3C36F383C307}" dt="2025-08-01T22:58:45.866" v="944" actId="20577"/>
          <ac:spMkLst>
            <pc:docMk/>
            <pc:sldMk cId="610090041" sldId="535"/>
            <ac:spMk id="8" creationId="{00000000-0000-0000-0000-000000000000}"/>
          </ac:spMkLst>
        </pc:spChg>
      </pc:sldChg>
      <pc:sldChg chg="modSp mod modClrScheme chgLayout">
        <pc:chgData name="Swenson, Jody" userId="f700768a-5749-4e0f-98d7-2b523cc7d418" providerId="ADAL" clId="{19CF4ED0-6F9B-40B7-B318-3C36F383C307}" dt="2024-09-07T17:29:14.744" v="381"/>
        <pc:sldMkLst>
          <pc:docMk/>
          <pc:sldMk cId="2681654516" sldId="546"/>
        </pc:sldMkLst>
      </pc:sldChg>
      <pc:sldChg chg="modSp mod modClrScheme chgLayout">
        <pc:chgData name="Swenson, Jody" userId="f700768a-5749-4e0f-98d7-2b523cc7d418" providerId="ADAL" clId="{19CF4ED0-6F9B-40B7-B318-3C36F383C307}" dt="2024-09-07T17:29:14.748" v="403"/>
        <pc:sldMkLst>
          <pc:docMk/>
          <pc:sldMk cId="2256658097" sldId="547"/>
        </pc:sldMkLst>
      </pc:sldChg>
      <pc:sldChg chg="mod modClrScheme chgLayout">
        <pc:chgData name="Swenson, Jody" userId="f700768a-5749-4e0f-98d7-2b523cc7d418" providerId="ADAL" clId="{19CF4ED0-6F9B-40B7-B318-3C36F383C307}" dt="2024-09-07T17:29:14.747" v="398"/>
        <pc:sldMkLst>
          <pc:docMk/>
          <pc:sldMk cId="726244023" sldId="555"/>
        </pc:sldMkLst>
      </pc:sldChg>
      <pc:sldChg chg="ord">
        <pc:chgData name="Swenson, Jody" userId="f700768a-5749-4e0f-98d7-2b523cc7d418" providerId="ADAL" clId="{19CF4ED0-6F9B-40B7-B318-3C36F383C307}" dt="2024-08-17T17:44:16.231" v="1"/>
        <pc:sldMkLst>
          <pc:docMk/>
          <pc:sldMk cId="3435282599" sldId="558"/>
        </pc:sldMkLst>
      </pc:sldChg>
      <pc:sldChg chg="modSp mod modClrScheme chgLayout">
        <pc:chgData name="Swenson, Jody" userId="f700768a-5749-4e0f-98d7-2b523cc7d418" providerId="ADAL" clId="{19CF4ED0-6F9B-40B7-B318-3C36F383C307}" dt="2024-09-07T17:29:14.744" v="383"/>
        <pc:sldMkLst>
          <pc:docMk/>
          <pc:sldMk cId="2102732176" sldId="560"/>
        </pc:sldMkLst>
      </pc:sldChg>
      <pc:sldChg chg="modSp del mod modClrScheme chgLayout">
        <pc:chgData name="Swenson, Jody" userId="f700768a-5749-4e0f-98d7-2b523cc7d418" providerId="ADAL" clId="{19CF4ED0-6F9B-40B7-B318-3C36F383C307}" dt="2025-09-15T17:51:31.620" v="959" actId="2696"/>
        <pc:sldMkLst>
          <pc:docMk/>
          <pc:sldMk cId="744811955" sldId="564"/>
        </pc:sldMkLst>
      </pc:sldChg>
      <pc:sldChg chg="add">
        <pc:chgData name="Swenson, Jody" userId="f700768a-5749-4e0f-98d7-2b523cc7d418" providerId="ADAL" clId="{19CF4ED0-6F9B-40B7-B318-3C36F383C307}" dt="2025-09-15T17:51:42.890" v="960"/>
        <pc:sldMkLst>
          <pc:docMk/>
          <pc:sldMk cId="4245269573" sldId="564"/>
        </pc:sldMkLst>
      </pc:sldChg>
      <pc:sldChg chg="add">
        <pc:chgData name="Swenson, Jody" userId="f700768a-5749-4e0f-98d7-2b523cc7d418" providerId="ADAL" clId="{19CF4ED0-6F9B-40B7-B318-3C36F383C307}" dt="2025-09-15T17:58:21.664" v="964"/>
        <pc:sldMkLst>
          <pc:docMk/>
          <pc:sldMk cId="881291264" sldId="565"/>
        </pc:sldMkLst>
      </pc:sldChg>
      <pc:sldChg chg="modSp del mod modClrScheme chgLayout">
        <pc:chgData name="Swenson, Jody" userId="f700768a-5749-4e0f-98d7-2b523cc7d418" providerId="ADAL" clId="{19CF4ED0-6F9B-40B7-B318-3C36F383C307}" dt="2025-09-15T17:58:14.056" v="963" actId="2696"/>
        <pc:sldMkLst>
          <pc:docMk/>
          <pc:sldMk cId="994818413" sldId="565"/>
        </pc:sldMkLst>
        <pc:spChg chg="mod">
          <ac:chgData name="Swenson, Jody" userId="f700768a-5749-4e0f-98d7-2b523cc7d418" providerId="ADAL" clId="{19CF4ED0-6F9B-40B7-B318-3C36F383C307}" dt="2025-09-15T17:47:31.028" v="958" actId="20577"/>
          <ac:spMkLst>
            <pc:docMk/>
            <pc:sldMk cId="994818413" sldId="565"/>
            <ac:spMk id="8" creationId="{00000000-0000-0000-0000-000000000000}"/>
          </ac:spMkLst>
        </pc:spChg>
      </pc:sldChg>
      <pc:sldChg chg="modSp mod modClrScheme chgLayout">
        <pc:chgData name="Swenson, Jody" userId="f700768a-5749-4e0f-98d7-2b523cc7d418" providerId="ADAL" clId="{19CF4ED0-6F9B-40B7-B318-3C36F383C307}" dt="2024-09-07T17:29:14.744" v="379"/>
        <pc:sldMkLst>
          <pc:docMk/>
          <pc:sldMk cId="2025862480" sldId="573"/>
        </pc:sldMkLst>
      </pc:sldChg>
      <pc:sldChg chg="add">
        <pc:chgData name="Swenson, Jody" userId="f700768a-5749-4e0f-98d7-2b523cc7d418" providerId="ADAL" clId="{19CF4ED0-6F9B-40B7-B318-3C36F383C307}" dt="2025-09-15T17:58:21.664" v="964"/>
        <pc:sldMkLst>
          <pc:docMk/>
          <pc:sldMk cId="421844781" sldId="673"/>
        </pc:sldMkLst>
      </pc:sldChg>
      <pc:sldChg chg="modSp del mod modClrScheme chgLayout">
        <pc:chgData name="Swenson, Jody" userId="f700768a-5749-4e0f-98d7-2b523cc7d418" providerId="ADAL" clId="{19CF4ED0-6F9B-40B7-B318-3C36F383C307}" dt="2025-09-15T17:58:14.056" v="963" actId="2696"/>
        <pc:sldMkLst>
          <pc:docMk/>
          <pc:sldMk cId="582855742" sldId="673"/>
        </pc:sldMkLst>
      </pc:sldChg>
      <pc:sldChg chg="modSp mod modAnim">
        <pc:chgData name="Swenson, Jody" userId="f700768a-5749-4e0f-98d7-2b523cc7d418" providerId="ADAL" clId="{19CF4ED0-6F9B-40B7-B318-3C36F383C307}" dt="2025-08-01T22:30:55.008" v="825" actId="1036"/>
        <pc:sldMkLst>
          <pc:docMk/>
          <pc:sldMk cId="562510722" sldId="697"/>
        </pc:sldMkLst>
        <pc:spChg chg="mod">
          <ac:chgData name="Swenson, Jody" userId="f700768a-5749-4e0f-98d7-2b523cc7d418" providerId="ADAL" clId="{19CF4ED0-6F9B-40B7-B318-3C36F383C307}" dt="2025-08-01T22:30:55.008" v="825" actId="1036"/>
          <ac:spMkLst>
            <pc:docMk/>
            <pc:sldMk cId="562510722" sldId="697"/>
            <ac:spMk id="5" creationId="{00000000-0000-0000-0000-000000000000}"/>
          </ac:spMkLst>
        </pc:spChg>
      </pc:sldChg>
      <pc:sldChg chg="modSp mod modClrScheme chgLayout">
        <pc:chgData name="Swenson, Jody" userId="f700768a-5749-4e0f-98d7-2b523cc7d418" providerId="ADAL" clId="{19CF4ED0-6F9B-40B7-B318-3C36F383C307}" dt="2024-09-07T17:29:14.746" v="393"/>
        <pc:sldMkLst>
          <pc:docMk/>
          <pc:sldMk cId="354987337" sldId="919"/>
        </pc:sldMkLst>
      </pc:sldChg>
      <pc:sldChg chg="modSp mod modClrScheme chgLayout">
        <pc:chgData name="Swenson, Jody" userId="f700768a-5749-4e0f-98d7-2b523cc7d418" providerId="ADAL" clId="{19CF4ED0-6F9B-40B7-B318-3C36F383C307}" dt="2024-09-07T17:29:14.747" v="395"/>
        <pc:sldMkLst>
          <pc:docMk/>
          <pc:sldMk cId="759580775" sldId="923"/>
        </pc:sldMkLst>
      </pc:sldChg>
      <pc:sldChg chg="modSp mod modAnim">
        <pc:chgData name="Swenson, Jody" userId="f700768a-5749-4e0f-98d7-2b523cc7d418" providerId="ADAL" clId="{19CF4ED0-6F9B-40B7-B318-3C36F383C307}" dt="2025-04-08T20:23:10.399" v="523" actId="20577"/>
        <pc:sldMkLst>
          <pc:docMk/>
          <pc:sldMk cId="2034082197" sldId="924"/>
        </pc:sldMkLst>
      </pc:sldChg>
      <pc:sldChg chg="modSp mod modClrScheme chgLayout">
        <pc:chgData name="Swenson, Jody" userId="f700768a-5749-4e0f-98d7-2b523cc7d418" providerId="ADAL" clId="{19CF4ED0-6F9B-40B7-B318-3C36F383C307}" dt="2024-09-07T17:29:14.747" v="399"/>
        <pc:sldMkLst>
          <pc:docMk/>
          <pc:sldMk cId="4145213029" sldId="928"/>
        </pc:sldMkLst>
      </pc:sldChg>
      <pc:sldChg chg="ord">
        <pc:chgData name="Swenson, Jody" userId="f700768a-5749-4e0f-98d7-2b523cc7d418" providerId="ADAL" clId="{19CF4ED0-6F9B-40B7-B318-3C36F383C307}" dt="2024-08-17T18:06:08.430" v="310"/>
        <pc:sldMkLst>
          <pc:docMk/>
          <pc:sldMk cId="1996062734" sldId="929"/>
        </pc:sldMkLst>
      </pc:sldChg>
      <pc:sldChg chg="add ord">
        <pc:chgData name="Swenson, Jody" userId="f700768a-5749-4e0f-98d7-2b523cc7d418" providerId="ADAL" clId="{19CF4ED0-6F9B-40B7-B318-3C36F383C307}" dt="2025-08-01T22:52:59.512" v="828"/>
        <pc:sldMkLst>
          <pc:docMk/>
          <pc:sldMk cId="1572005647" sldId="930"/>
        </pc:sldMkLst>
      </pc:sldChg>
      <pc:sldChg chg="add">
        <pc:chgData name="Swenson, Jody" userId="f700768a-5749-4e0f-98d7-2b523cc7d418" providerId="ADAL" clId="{19CF4ED0-6F9B-40B7-B318-3C36F383C307}" dt="2025-09-15T17:58:21.664" v="964"/>
        <pc:sldMkLst>
          <pc:docMk/>
          <pc:sldMk cId="1912390089" sldId="931"/>
        </pc:sldMkLst>
      </pc:sldChg>
      <pc:sldChg chg="add del">
        <pc:chgData name="Swenson, Jody" userId="f700768a-5749-4e0f-98d7-2b523cc7d418" providerId="ADAL" clId="{19CF4ED0-6F9B-40B7-B318-3C36F383C307}" dt="2025-09-15T17:58:14.056" v="963" actId="2696"/>
        <pc:sldMkLst>
          <pc:docMk/>
          <pc:sldMk cId="3326142111" sldId="931"/>
        </pc:sldMkLst>
      </pc:sldChg>
      <pc:sldMasterChg chg="delSldLayout">
        <pc:chgData name="Swenson, Jody" userId="f700768a-5749-4e0f-98d7-2b523cc7d418" providerId="ADAL" clId="{19CF4ED0-6F9B-40B7-B318-3C36F383C307}" dt="2025-09-15T17:51:55.464" v="961" actId="47"/>
        <pc:sldMasterMkLst>
          <pc:docMk/>
          <pc:sldMasterMk cId="3584107550" sldId="2147483668"/>
        </pc:sldMasterMkLst>
        <pc:sldLayoutChg chg="del">
          <pc:chgData name="Swenson, Jody" userId="f700768a-5749-4e0f-98d7-2b523cc7d418" providerId="ADAL" clId="{19CF4ED0-6F9B-40B7-B318-3C36F383C307}" dt="2025-09-15T17:51:55.464" v="961" actId="47"/>
          <pc:sldLayoutMkLst>
            <pc:docMk/>
            <pc:sldMasterMk cId="3584107550" sldId="2147483668"/>
            <pc:sldLayoutMk cId="643717549" sldId="2147483921"/>
          </pc:sldLayoutMkLst>
        </pc:sldLayoutChg>
      </pc:sldMasterChg>
      <pc:sldMasterChg chg="del delSldLayout">
        <pc:chgData name="Swenson, Jody" userId="f700768a-5749-4e0f-98d7-2b523cc7d418" providerId="ADAL" clId="{19CF4ED0-6F9B-40B7-B318-3C36F383C307}" dt="2024-09-07T17:29:14.657" v="362"/>
        <pc:sldMasterMkLst>
          <pc:docMk/>
          <pc:sldMasterMk cId="466609843" sldId="2147483695"/>
        </pc:sldMasterMkLst>
        <pc:sldLayoutChg chg="del">
          <pc:chgData name="Swenson, Jody" userId="f700768a-5749-4e0f-98d7-2b523cc7d418" providerId="ADAL" clId="{19CF4ED0-6F9B-40B7-B318-3C36F383C307}" dt="2024-09-07T17:29:14.657" v="362"/>
          <pc:sldLayoutMkLst>
            <pc:docMk/>
            <pc:sldMasterMk cId="466609843" sldId="2147483695"/>
            <pc:sldLayoutMk cId="1530673947" sldId="2147483696"/>
          </pc:sldLayoutMkLst>
        </pc:sldLayoutChg>
        <pc:sldLayoutChg chg="del">
          <pc:chgData name="Swenson, Jody" userId="f700768a-5749-4e0f-98d7-2b523cc7d418" providerId="ADAL" clId="{19CF4ED0-6F9B-40B7-B318-3C36F383C307}" dt="2024-09-07T17:29:14.657" v="362"/>
          <pc:sldLayoutMkLst>
            <pc:docMk/>
            <pc:sldMasterMk cId="466609843" sldId="2147483695"/>
            <pc:sldLayoutMk cId="2778850245" sldId="2147483697"/>
          </pc:sldLayoutMkLst>
        </pc:sldLayoutChg>
        <pc:sldLayoutChg chg="del">
          <pc:chgData name="Swenson, Jody" userId="f700768a-5749-4e0f-98d7-2b523cc7d418" providerId="ADAL" clId="{19CF4ED0-6F9B-40B7-B318-3C36F383C307}" dt="2024-09-07T17:29:14.657" v="362"/>
          <pc:sldLayoutMkLst>
            <pc:docMk/>
            <pc:sldMasterMk cId="466609843" sldId="2147483695"/>
            <pc:sldLayoutMk cId="4075655226" sldId="2147483698"/>
          </pc:sldLayoutMkLst>
        </pc:sldLayoutChg>
        <pc:sldLayoutChg chg="del">
          <pc:chgData name="Swenson, Jody" userId="f700768a-5749-4e0f-98d7-2b523cc7d418" providerId="ADAL" clId="{19CF4ED0-6F9B-40B7-B318-3C36F383C307}" dt="2024-09-07T17:29:14.657" v="362"/>
          <pc:sldLayoutMkLst>
            <pc:docMk/>
            <pc:sldMasterMk cId="466609843" sldId="2147483695"/>
            <pc:sldLayoutMk cId="3097689237" sldId="2147483699"/>
          </pc:sldLayoutMkLst>
        </pc:sldLayoutChg>
        <pc:sldLayoutChg chg="del">
          <pc:chgData name="Swenson, Jody" userId="f700768a-5749-4e0f-98d7-2b523cc7d418" providerId="ADAL" clId="{19CF4ED0-6F9B-40B7-B318-3C36F383C307}" dt="2024-09-07T17:29:14.657" v="362"/>
          <pc:sldLayoutMkLst>
            <pc:docMk/>
            <pc:sldMasterMk cId="466609843" sldId="2147483695"/>
            <pc:sldLayoutMk cId="622733090" sldId="2147483700"/>
          </pc:sldLayoutMkLst>
        </pc:sldLayoutChg>
        <pc:sldLayoutChg chg="del">
          <pc:chgData name="Swenson, Jody" userId="f700768a-5749-4e0f-98d7-2b523cc7d418" providerId="ADAL" clId="{19CF4ED0-6F9B-40B7-B318-3C36F383C307}" dt="2024-09-07T17:29:14.657" v="362"/>
          <pc:sldLayoutMkLst>
            <pc:docMk/>
            <pc:sldMasterMk cId="466609843" sldId="2147483695"/>
            <pc:sldLayoutMk cId="309930355" sldId="2147483701"/>
          </pc:sldLayoutMkLst>
        </pc:sldLayoutChg>
        <pc:sldLayoutChg chg="del">
          <pc:chgData name="Swenson, Jody" userId="f700768a-5749-4e0f-98d7-2b523cc7d418" providerId="ADAL" clId="{19CF4ED0-6F9B-40B7-B318-3C36F383C307}" dt="2024-09-07T17:29:14.657" v="362"/>
          <pc:sldLayoutMkLst>
            <pc:docMk/>
            <pc:sldMasterMk cId="466609843" sldId="2147483695"/>
            <pc:sldLayoutMk cId="812585811" sldId="2147483702"/>
          </pc:sldLayoutMkLst>
        </pc:sldLayoutChg>
        <pc:sldLayoutChg chg="del">
          <pc:chgData name="Swenson, Jody" userId="f700768a-5749-4e0f-98d7-2b523cc7d418" providerId="ADAL" clId="{19CF4ED0-6F9B-40B7-B318-3C36F383C307}" dt="2024-09-07T17:29:14.657" v="362"/>
          <pc:sldLayoutMkLst>
            <pc:docMk/>
            <pc:sldMasterMk cId="466609843" sldId="2147483695"/>
            <pc:sldLayoutMk cId="2547229754" sldId="2147483703"/>
          </pc:sldLayoutMkLst>
        </pc:sldLayoutChg>
        <pc:sldLayoutChg chg="del">
          <pc:chgData name="Swenson, Jody" userId="f700768a-5749-4e0f-98d7-2b523cc7d418" providerId="ADAL" clId="{19CF4ED0-6F9B-40B7-B318-3C36F383C307}" dt="2024-09-07T17:29:14.657" v="362"/>
          <pc:sldLayoutMkLst>
            <pc:docMk/>
            <pc:sldMasterMk cId="466609843" sldId="2147483695"/>
            <pc:sldLayoutMk cId="1794224914" sldId="2147483704"/>
          </pc:sldLayoutMkLst>
        </pc:sldLayoutChg>
        <pc:sldLayoutChg chg="del">
          <pc:chgData name="Swenson, Jody" userId="f700768a-5749-4e0f-98d7-2b523cc7d418" providerId="ADAL" clId="{19CF4ED0-6F9B-40B7-B318-3C36F383C307}" dt="2024-09-07T17:29:14.657" v="362"/>
          <pc:sldLayoutMkLst>
            <pc:docMk/>
            <pc:sldMasterMk cId="466609843" sldId="2147483695"/>
            <pc:sldLayoutMk cId="1075040005" sldId="2147483705"/>
          </pc:sldLayoutMkLst>
        </pc:sldLayoutChg>
        <pc:sldLayoutChg chg="del">
          <pc:chgData name="Swenson, Jody" userId="f700768a-5749-4e0f-98d7-2b523cc7d418" providerId="ADAL" clId="{19CF4ED0-6F9B-40B7-B318-3C36F383C307}" dt="2024-09-07T17:29:14.657" v="362"/>
          <pc:sldLayoutMkLst>
            <pc:docMk/>
            <pc:sldMasterMk cId="466609843" sldId="2147483695"/>
            <pc:sldLayoutMk cId="960347932" sldId="2147483706"/>
          </pc:sldLayoutMkLst>
        </pc:sldLayoutChg>
        <pc:sldLayoutChg chg="del">
          <pc:chgData name="Swenson, Jody" userId="f700768a-5749-4e0f-98d7-2b523cc7d418" providerId="ADAL" clId="{19CF4ED0-6F9B-40B7-B318-3C36F383C307}" dt="2024-09-07T17:29:14.657" v="362"/>
          <pc:sldLayoutMkLst>
            <pc:docMk/>
            <pc:sldMasterMk cId="466609843" sldId="2147483695"/>
            <pc:sldLayoutMk cId="2977225905" sldId="2147483709"/>
          </pc:sldLayoutMkLst>
        </pc:sldLayoutChg>
        <pc:sldLayoutChg chg="del">
          <pc:chgData name="Swenson, Jody" userId="f700768a-5749-4e0f-98d7-2b523cc7d418" providerId="ADAL" clId="{19CF4ED0-6F9B-40B7-B318-3C36F383C307}" dt="2024-09-07T17:29:14.657" v="362"/>
          <pc:sldLayoutMkLst>
            <pc:docMk/>
            <pc:sldMasterMk cId="466609843" sldId="2147483695"/>
            <pc:sldLayoutMk cId="265253351" sldId="2147483717"/>
          </pc:sldLayoutMkLst>
        </pc:sldLayoutChg>
      </pc:sldMasterChg>
      <pc:sldMasterChg chg="del delSldLayout">
        <pc:chgData name="Swenson, Jody" userId="f700768a-5749-4e0f-98d7-2b523cc7d418" providerId="ADAL" clId="{19CF4ED0-6F9B-40B7-B318-3C36F383C307}" dt="2024-09-07T17:29:14.659" v="363"/>
        <pc:sldMasterMkLst>
          <pc:docMk/>
          <pc:sldMasterMk cId="3801725994" sldId="2147483719"/>
        </pc:sldMasterMkLst>
        <pc:sldLayoutChg chg="del">
          <pc:chgData name="Swenson, Jody" userId="f700768a-5749-4e0f-98d7-2b523cc7d418" providerId="ADAL" clId="{19CF4ED0-6F9B-40B7-B318-3C36F383C307}" dt="2024-09-07T17:29:14.659" v="363"/>
          <pc:sldLayoutMkLst>
            <pc:docMk/>
            <pc:sldMasterMk cId="3801725994" sldId="2147483719"/>
            <pc:sldLayoutMk cId="3708049502" sldId="2147483720"/>
          </pc:sldLayoutMkLst>
        </pc:sldLayoutChg>
        <pc:sldLayoutChg chg="del">
          <pc:chgData name="Swenson, Jody" userId="f700768a-5749-4e0f-98d7-2b523cc7d418" providerId="ADAL" clId="{19CF4ED0-6F9B-40B7-B318-3C36F383C307}" dt="2024-09-07T17:29:14.659" v="363"/>
          <pc:sldLayoutMkLst>
            <pc:docMk/>
            <pc:sldMasterMk cId="3801725994" sldId="2147483719"/>
            <pc:sldLayoutMk cId="979779681" sldId="2147483721"/>
          </pc:sldLayoutMkLst>
        </pc:sldLayoutChg>
        <pc:sldLayoutChg chg="del">
          <pc:chgData name="Swenson, Jody" userId="f700768a-5749-4e0f-98d7-2b523cc7d418" providerId="ADAL" clId="{19CF4ED0-6F9B-40B7-B318-3C36F383C307}" dt="2024-09-07T17:29:14.659" v="363"/>
          <pc:sldLayoutMkLst>
            <pc:docMk/>
            <pc:sldMasterMk cId="3801725994" sldId="2147483719"/>
            <pc:sldLayoutMk cId="3101997057" sldId="2147483722"/>
          </pc:sldLayoutMkLst>
        </pc:sldLayoutChg>
        <pc:sldLayoutChg chg="del">
          <pc:chgData name="Swenson, Jody" userId="f700768a-5749-4e0f-98d7-2b523cc7d418" providerId="ADAL" clId="{19CF4ED0-6F9B-40B7-B318-3C36F383C307}" dt="2024-09-07T17:29:14.659" v="363"/>
          <pc:sldLayoutMkLst>
            <pc:docMk/>
            <pc:sldMasterMk cId="3801725994" sldId="2147483719"/>
            <pc:sldLayoutMk cId="1998609010" sldId="2147483723"/>
          </pc:sldLayoutMkLst>
        </pc:sldLayoutChg>
        <pc:sldLayoutChg chg="del">
          <pc:chgData name="Swenson, Jody" userId="f700768a-5749-4e0f-98d7-2b523cc7d418" providerId="ADAL" clId="{19CF4ED0-6F9B-40B7-B318-3C36F383C307}" dt="2024-09-07T17:29:14.659" v="363"/>
          <pc:sldLayoutMkLst>
            <pc:docMk/>
            <pc:sldMasterMk cId="3801725994" sldId="2147483719"/>
            <pc:sldLayoutMk cId="497821513" sldId="2147483724"/>
          </pc:sldLayoutMkLst>
        </pc:sldLayoutChg>
        <pc:sldLayoutChg chg="del">
          <pc:chgData name="Swenson, Jody" userId="f700768a-5749-4e0f-98d7-2b523cc7d418" providerId="ADAL" clId="{19CF4ED0-6F9B-40B7-B318-3C36F383C307}" dt="2024-09-07T17:29:14.659" v="363"/>
          <pc:sldLayoutMkLst>
            <pc:docMk/>
            <pc:sldMasterMk cId="3801725994" sldId="2147483719"/>
            <pc:sldLayoutMk cId="2901859040" sldId="2147483725"/>
          </pc:sldLayoutMkLst>
        </pc:sldLayoutChg>
        <pc:sldLayoutChg chg="del">
          <pc:chgData name="Swenson, Jody" userId="f700768a-5749-4e0f-98d7-2b523cc7d418" providerId="ADAL" clId="{19CF4ED0-6F9B-40B7-B318-3C36F383C307}" dt="2024-09-07T17:29:14.659" v="363"/>
          <pc:sldLayoutMkLst>
            <pc:docMk/>
            <pc:sldMasterMk cId="3801725994" sldId="2147483719"/>
            <pc:sldLayoutMk cId="2270714328" sldId="2147483726"/>
          </pc:sldLayoutMkLst>
        </pc:sldLayoutChg>
        <pc:sldLayoutChg chg="del">
          <pc:chgData name="Swenson, Jody" userId="f700768a-5749-4e0f-98d7-2b523cc7d418" providerId="ADAL" clId="{19CF4ED0-6F9B-40B7-B318-3C36F383C307}" dt="2024-09-07T17:29:14.659" v="363"/>
          <pc:sldLayoutMkLst>
            <pc:docMk/>
            <pc:sldMasterMk cId="3801725994" sldId="2147483719"/>
            <pc:sldLayoutMk cId="789309613" sldId="2147483727"/>
          </pc:sldLayoutMkLst>
        </pc:sldLayoutChg>
      </pc:sldMasterChg>
      <pc:sldMasterChg chg="modSldLayout sldLayoutOrd">
        <pc:chgData name="Swenson, Jody" userId="f700768a-5749-4e0f-98d7-2b523cc7d418" providerId="ADAL" clId="{19CF4ED0-6F9B-40B7-B318-3C36F383C307}" dt="2024-09-07T17:29:14.696" v="367"/>
        <pc:sldMasterMkLst>
          <pc:docMk/>
          <pc:sldMasterMk cId="3284021001" sldId="2147483728"/>
        </pc:sldMasterMkLst>
        <pc:sldLayoutChg chg="modSp mod ord">
          <pc:chgData name="Swenson, Jody" userId="f700768a-5749-4e0f-98d7-2b523cc7d418" providerId="ADAL" clId="{19CF4ED0-6F9B-40B7-B318-3C36F383C307}" dt="2024-09-07T17:29:14.696" v="367"/>
          <pc:sldLayoutMkLst>
            <pc:docMk/>
            <pc:sldMasterMk cId="3284021001" sldId="2147483728"/>
            <pc:sldLayoutMk cId="650354305" sldId="2147483923"/>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54036355" sldId="2147483924"/>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2078333488" sldId="2147483925"/>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2329816189" sldId="2147483926"/>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1039451001" sldId="2147483927"/>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1304356836" sldId="2147483928"/>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791568934" sldId="2147483929"/>
          </pc:sldLayoutMkLst>
        </pc:sldLayoutChg>
        <pc:sldLayoutChg chg="mod ord">
          <pc:chgData name="Swenson, Jody" userId="f700768a-5749-4e0f-98d7-2b523cc7d418" providerId="ADAL" clId="{19CF4ED0-6F9B-40B7-B318-3C36F383C307}" dt="2024-09-07T17:29:14.696" v="367"/>
          <pc:sldLayoutMkLst>
            <pc:docMk/>
            <pc:sldMasterMk cId="3284021001" sldId="2147483728"/>
            <pc:sldLayoutMk cId="1705637156" sldId="2147483930"/>
          </pc:sldLayoutMkLst>
        </pc:sldLayoutChg>
        <pc:sldLayoutChg chg="mod ord">
          <pc:chgData name="Swenson, Jody" userId="f700768a-5749-4e0f-98d7-2b523cc7d418" providerId="ADAL" clId="{19CF4ED0-6F9B-40B7-B318-3C36F383C307}" dt="2024-09-07T17:29:14.696" v="367"/>
          <pc:sldLayoutMkLst>
            <pc:docMk/>
            <pc:sldMasterMk cId="3284021001" sldId="2147483728"/>
            <pc:sldLayoutMk cId="169177963" sldId="2147483931"/>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1363177036" sldId="2147483932"/>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166660434" sldId="2147483933"/>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4284533456" sldId="2147483934"/>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1387623697" sldId="2147483936"/>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3984875939" sldId="2147483938"/>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438318436" sldId="2147483945"/>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2527247658" sldId="2147483946"/>
          </pc:sldLayoutMkLst>
        </pc:sldLayoutChg>
        <pc:sldLayoutChg chg="modSp mod ord">
          <pc:chgData name="Swenson, Jody" userId="f700768a-5749-4e0f-98d7-2b523cc7d418" providerId="ADAL" clId="{19CF4ED0-6F9B-40B7-B318-3C36F383C307}" dt="2024-09-07T17:29:14.696" v="367"/>
          <pc:sldLayoutMkLst>
            <pc:docMk/>
            <pc:sldMasterMk cId="3284021001" sldId="2147483728"/>
            <pc:sldLayoutMk cId="4252253390" sldId="2147483947"/>
          </pc:sldLayoutMkLst>
        </pc:sldLayoutChg>
      </pc:sldMasterChg>
      <pc:sldMasterChg chg="del delSldLayout">
        <pc:chgData name="Swenson, Jody" userId="f700768a-5749-4e0f-98d7-2b523cc7d418" providerId="ADAL" clId="{19CF4ED0-6F9B-40B7-B318-3C36F383C307}" dt="2024-09-07T17:29:14.660" v="364"/>
        <pc:sldMasterMkLst>
          <pc:docMk/>
          <pc:sldMasterMk cId="4271842087" sldId="2147483766"/>
        </pc:sldMasterMkLst>
        <pc:sldLayoutChg chg="del">
          <pc:chgData name="Swenson, Jody" userId="f700768a-5749-4e0f-98d7-2b523cc7d418" providerId="ADAL" clId="{19CF4ED0-6F9B-40B7-B318-3C36F383C307}" dt="2024-09-07T17:29:14.660" v="364"/>
          <pc:sldLayoutMkLst>
            <pc:docMk/>
            <pc:sldMasterMk cId="4271842087" sldId="2147483766"/>
            <pc:sldLayoutMk cId="104590405" sldId="2147483767"/>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472257013" sldId="2147483768"/>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1827079023" sldId="2147483769"/>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2259502084" sldId="2147483770"/>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2548490844" sldId="2147483771"/>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818949315" sldId="2147483772"/>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3249404634" sldId="2147483773"/>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2813705943" sldId="2147483774"/>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1237505386" sldId="2147483775"/>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1126717190" sldId="2147483776"/>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4010586770" sldId="2147483777"/>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3938975320" sldId="2147483779"/>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1499744962" sldId="2147483790"/>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2004163893" sldId="2147483792"/>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2943810895" sldId="2147483820"/>
          </pc:sldLayoutMkLst>
        </pc:sldLayoutChg>
        <pc:sldLayoutChg chg="del">
          <pc:chgData name="Swenson, Jody" userId="f700768a-5749-4e0f-98d7-2b523cc7d418" providerId="ADAL" clId="{19CF4ED0-6F9B-40B7-B318-3C36F383C307}" dt="2024-09-07T17:29:14.660" v="364"/>
          <pc:sldLayoutMkLst>
            <pc:docMk/>
            <pc:sldMasterMk cId="4271842087" sldId="2147483766"/>
            <pc:sldLayoutMk cId="2717025391" sldId="2147483821"/>
          </pc:sldLayoutMkLst>
        </pc:sldLayoutChg>
      </pc:sldMasterChg>
      <pc:sldMasterChg chg="delSldLayout">
        <pc:chgData name="Swenson, Jody" userId="f700768a-5749-4e0f-98d7-2b523cc7d418" providerId="ADAL" clId="{19CF4ED0-6F9B-40B7-B318-3C36F383C307}" dt="2025-09-15T17:51:55.464" v="961" actId="47"/>
        <pc:sldMasterMkLst>
          <pc:docMk/>
          <pc:sldMasterMk cId="727847334" sldId="2147483875"/>
        </pc:sldMasterMkLst>
        <pc:sldLayoutChg chg="del">
          <pc:chgData name="Swenson, Jody" userId="f700768a-5749-4e0f-98d7-2b523cc7d418" providerId="ADAL" clId="{19CF4ED0-6F9B-40B7-B318-3C36F383C307}" dt="2025-09-15T17:51:55.464" v="961" actId="47"/>
          <pc:sldLayoutMkLst>
            <pc:docMk/>
            <pc:sldMasterMk cId="727847334" sldId="2147483875"/>
            <pc:sldLayoutMk cId="4069160395" sldId="2147483888"/>
          </pc:sldLayoutMkLst>
        </pc:sldLayoutChg>
      </pc:sldMasterChg>
      <pc:sldMasterChg chg="del sldLayoutOrd">
        <pc:chgData name="Swenson, Jody" userId="f700768a-5749-4e0f-98d7-2b523cc7d418" providerId="ADAL" clId="{19CF4ED0-6F9B-40B7-B318-3C36F383C307}" dt="2024-09-07T17:29:14.727" v="371"/>
        <pc:sldMasterMkLst>
          <pc:docMk/>
          <pc:sldMasterMk cId="319608671" sldId="2147483922"/>
        </pc:sldMasterMkLst>
      </pc:sldMasterChg>
      <pc:sldMasterChg chg="del delSldLayout">
        <pc:chgData name="Swenson, Jody" userId="f700768a-5749-4e0f-98d7-2b523cc7d418" providerId="ADAL" clId="{19CF4ED0-6F9B-40B7-B318-3C36F383C307}" dt="2024-09-07T17:29:14.661" v="365"/>
        <pc:sldMasterMkLst>
          <pc:docMk/>
          <pc:sldMasterMk cId="1833055535" sldId="2147483948"/>
        </pc:sldMasterMkLst>
        <pc:sldLayoutChg chg="del">
          <pc:chgData name="Swenson, Jody" userId="f700768a-5749-4e0f-98d7-2b523cc7d418" providerId="ADAL" clId="{19CF4ED0-6F9B-40B7-B318-3C36F383C307}" dt="2024-09-07T17:29:14.661" v="365"/>
          <pc:sldLayoutMkLst>
            <pc:docMk/>
            <pc:sldMasterMk cId="1833055535" sldId="2147483948"/>
            <pc:sldLayoutMk cId="2829806909" sldId="2147483949"/>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2225637062" sldId="2147483950"/>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3857533605" sldId="2147483951"/>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2853278466" sldId="2147483952"/>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2148317962" sldId="2147483953"/>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4181010447" sldId="2147483954"/>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1967121945" sldId="2147483955"/>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2758234616" sldId="2147483956"/>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3169649699" sldId="2147483957"/>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4071191766" sldId="2147483958"/>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664341973" sldId="2147483959"/>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644914690" sldId="2147483960"/>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4223891853" sldId="2147483961"/>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4282674181" sldId="2147483962"/>
          </pc:sldLayoutMkLst>
        </pc:sldLayoutChg>
        <pc:sldLayoutChg chg="del">
          <pc:chgData name="Swenson, Jody" userId="f700768a-5749-4e0f-98d7-2b523cc7d418" providerId="ADAL" clId="{19CF4ED0-6F9B-40B7-B318-3C36F383C307}" dt="2024-09-07T17:29:14.661" v="365"/>
          <pc:sldLayoutMkLst>
            <pc:docMk/>
            <pc:sldMasterMk cId="1833055535" sldId="2147483948"/>
            <pc:sldLayoutMk cId="3555216601" sldId="2147483963"/>
          </pc:sldLayoutMkLst>
        </pc:sldLayoutChg>
      </pc:sldMasterChg>
      <pc:sldMasterChg chg="modSldLayout sldLayoutOrd">
        <pc:chgData name="Swenson, Jody" userId="f700768a-5749-4e0f-98d7-2b523cc7d418" providerId="ADAL" clId="{19CF4ED0-6F9B-40B7-B318-3C36F383C307}" dt="2024-09-07T17:29:14.704" v="370"/>
        <pc:sldMasterMkLst>
          <pc:docMk/>
          <pc:sldMasterMk cId="2739726571" sldId="2147483981"/>
        </pc:sldMasterMkLst>
        <pc:sldLayoutChg chg="modSp mod ord">
          <pc:chgData name="Swenson, Jody" userId="f700768a-5749-4e0f-98d7-2b523cc7d418" providerId="ADAL" clId="{19CF4ED0-6F9B-40B7-B318-3C36F383C307}" dt="2024-09-07T17:29:14.699" v="368"/>
          <pc:sldLayoutMkLst>
            <pc:docMk/>
            <pc:sldMasterMk cId="2739726571" sldId="2147483981"/>
            <pc:sldLayoutMk cId="625204174" sldId="2147484002"/>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1269252336" sldId="2147484003"/>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890396436" sldId="2147484004"/>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529043092" sldId="2147484005"/>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46418167" sldId="2147484006"/>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1755846199" sldId="2147484007"/>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2323335181" sldId="2147484008"/>
          </pc:sldLayoutMkLst>
        </pc:sldLayoutChg>
        <pc:sldLayoutChg chg="mod ord">
          <pc:chgData name="Swenson, Jody" userId="f700768a-5749-4e0f-98d7-2b523cc7d418" providerId="ADAL" clId="{19CF4ED0-6F9B-40B7-B318-3C36F383C307}" dt="2024-09-07T17:29:14.699" v="368"/>
          <pc:sldLayoutMkLst>
            <pc:docMk/>
            <pc:sldMasterMk cId="2739726571" sldId="2147483981"/>
            <pc:sldLayoutMk cId="4053991764" sldId="2147484009"/>
          </pc:sldLayoutMkLst>
        </pc:sldLayoutChg>
        <pc:sldLayoutChg chg="mod ord">
          <pc:chgData name="Swenson, Jody" userId="f700768a-5749-4e0f-98d7-2b523cc7d418" providerId="ADAL" clId="{19CF4ED0-6F9B-40B7-B318-3C36F383C307}" dt="2024-09-07T17:29:14.699" v="368"/>
          <pc:sldLayoutMkLst>
            <pc:docMk/>
            <pc:sldMasterMk cId="2739726571" sldId="2147483981"/>
            <pc:sldLayoutMk cId="2793374399" sldId="2147484010"/>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3084901274" sldId="2147484011"/>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3092253319" sldId="2147484012"/>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880229645" sldId="2147484013"/>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472132518" sldId="2147484014"/>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743567863" sldId="2147484015"/>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1905640589" sldId="2147484016"/>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4126825334" sldId="2147484017"/>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2857984380" sldId="2147484018"/>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1539149963" sldId="2147484019"/>
          </pc:sldLayoutMkLst>
        </pc:sldLayoutChg>
        <pc:sldLayoutChg chg="modSp mod ord">
          <pc:chgData name="Swenson, Jody" userId="f700768a-5749-4e0f-98d7-2b523cc7d418" providerId="ADAL" clId="{19CF4ED0-6F9B-40B7-B318-3C36F383C307}" dt="2024-09-07T17:29:14.699" v="368"/>
          <pc:sldLayoutMkLst>
            <pc:docMk/>
            <pc:sldMasterMk cId="2739726571" sldId="2147483981"/>
            <pc:sldLayoutMk cId="3313625665" sldId="2147484020"/>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2809620345" sldId="2147484022"/>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3709107135" sldId="2147484023"/>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1037616864" sldId="2147484024"/>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2348715803" sldId="2147484025"/>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1054732127" sldId="2147484026"/>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3637811486" sldId="2147484027"/>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351665649" sldId="2147484028"/>
          </pc:sldLayoutMkLst>
        </pc:sldLayoutChg>
        <pc:sldLayoutChg chg="mod ord">
          <pc:chgData name="Swenson, Jody" userId="f700768a-5749-4e0f-98d7-2b523cc7d418" providerId="ADAL" clId="{19CF4ED0-6F9B-40B7-B318-3C36F383C307}" dt="2024-09-07T17:29:14.701" v="369"/>
          <pc:sldLayoutMkLst>
            <pc:docMk/>
            <pc:sldMasterMk cId="2739726571" sldId="2147483981"/>
            <pc:sldLayoutMk cId="345060648" sldId="2147484029"/>
          </pc:sldLayoutMkLst>
        </pc:sldLayoutChg>
        <pc:sldLayoutChg chg="mod ord">
          <pc:chgData name="Swenson, Jody" userId="f700768a-5749-4e0f-98d7-2b523cc7d418" providerId="ADAL" clId="{19CF4ED0-6F9B-40B7-B318-3C36F383C307}" dt="2024-09-07T17:29:14.701" v="369"/>
          <pc:sldLayoutMkLst>
            <pc:docMk/>
            <pc:sldMasterMk cId="2739726571" sldId="2147483981"/>
            <pc:sldLayoutMk cId="493759348" sldId="2147484030"/>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3857187179" sldId="2147484031"/>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2718385136" sldId="2147484032"/>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977042119" sldId="2147484033"/>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45161502" sldId="2147484034"/>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3453411378" sldId="2147484035"/>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2419006425" sldId="2147484036"/>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1260064018" sldId="2147484037"/>
          </pc:sldLayoutMkLst>
        </pc:sldLayoutChg>
        <pc:sldLayoutChg chg="modSp mod ord">
          <pc:chgData name="Swenson, Jody" userId="f700768a-5749-4e0f-98d7-2b523cc7d418" providerId="ADAL" clId="{19CF4ED0-6F9B-40B7-B318-3C36F383C307}" dt="2024-09-07T17:29:14.701" v="369"/>
          <pc:sldLayoutMkLst>
            <pc:docMk/>
            <pc:sldMasterMk cId="2739726571" sldId="2147483981"/>
            <pc:sldLayoutMk cId="422087908" sldId="2147484038"/>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3934812392" sldId="2147484054"/>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1112709873" sldId="2147484055"/>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972869286" sldId="2147484056"/>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1152458470" sldId="2147484057"/>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539939571" sldId="2147484058"/>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2403634108" sldId="2147484059"/>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3916979930" sldId="2147484060"/>
          </pc:sldLayoutMkLst>
        </pc:sldLayoutChg>
        <pc:sldLayoutChg chg="mod ord">
          <pc:chgData name="Swenson, Jody" userId="f700768a-5749-4e0f-98d7-2b523cc7d418" providerId="ADAL" clId="{19CF4ED0-6F9B-40B7-B318-3C36F383C307}" dt="2024-09-07T17:29:14.704" v="370"/>
          <pc:sldLayoutMkLst>
            <pc:docMk/>
            <pc:sldMasterMk cId="2739726571" sldId="2147483981"/>
            <pc:sldLayoutMk cId="99202825" sldId="2147484061"/>
          </pc:sldLayoutMkLst>
        </pc:sldLayoutChg>
        <pc:sldLayoutChg chg="mod ord">
          <pc:chgData name="Swenson, Jody" userId="f700768a-5749-4e0f-98d7-2b523cc7d418" providerId="ADAL" clId="{19CF4ED0-6F9B-40B7-B318-3C36F383C307}" dt="2024-09-07T17:29:14.704" v="370"/>
          <pc:sldLayoutMkLst>
            <pc:docMk/>
            <pc:sldMasterMk cId="2739726571" sldId="2147483981"/>
            <pc:sldLayoutMk cId="3600609561" sldId="2147484062"/>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2056276044" sldId="2147484063"/>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459534278" sldId="2147484064"/>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845937577" sldId="2147484065"/>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2069908818" sldId="2147484066"/>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545456079" sldId="2147484067"/>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1259042905" sldId="2147484068"/>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2011579601" sldId="2147484070"/>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91792536" sldId="2147484073"/>
          </pc:sldLayoutMkLst>
        </pc:sldLayoutChg>
        <pc:sldLayoutChg chg="modSp mod ord">
          <pc:chgData name="Swenson, Jody" userId="f700768a-5749-4e0f-98d7-2b523cc7d418" providerId="ADAL" clId="{19CF4ED0-6F9B-40B7-B318-3C36F383C307}" dt="2024-09-07T17:29:14.704" v="370"/>
          <pc:sldLayoutMkLst>
            <pc:docMk/>
            <pc:sldMasterMk cId="2739726571" sldId="2147483981"/>
            <pc:sldLayoutMk cId="1194469079" sldId="2147484074"/>
          </pc:sldLayoutMkLst>
        </pc:sldLayoutChg>
      </pc:sldMasterChg>
      <pc:sldMasterChg chg="del sldLayoutOrd">
        <pc:chgData name="Swenson, Jody" userId="f700768a-5749-4e0f-98d7-2b523cc7d418" providerId="ADAL" clId="{19CF4ED0-6F9B-40B7-B318-3C36F383C307}" dt="2024-09-07T17:29:14.727" v="372"/>
        <pc:sldMasterMkLst>
          <pc:docMk/>
          <pc:sldMasterMk cId="4225218973" sldId="2147484001"/>
        </pc:sldMasterMkLst>
      </pc:sldMasterChg>
      <pc:sldMasterChg chg="del sldLayoutOrd">
        <pc:chgData name="Swenson, Jody" userId="f700768a-5749-4e0f-98d7-2b523cc7d418" providerId="ADAL" clId="{19CF4ED0-6F9B-40B7-B318-3C36F383C307}" dt="2024-09-07T17:29:14.728" v="373"/>
        <pc:sldMasterMkLst>
          <pc:docMk/>
          <pc:sldMasterMk cId="1573190508" sldId="2147484021"/>
        </pc:sldMasterMkLst>
      </pc:sldMasterChg>
      <pc:sldMasterChg chg="del delSldLayout">
        <pc:chgData name="Swenson, Jody" userId="f700768a-5749-4e0f-98d7-2b523cc7d418" providerId="ADAL" clId="{19CF4ED0-6F9B-40B7-B318-3C36F383C307}" dt="2024-09-07T17:29:14.662" v="366"/>
        <pc:sldMasterMkLst>
          <pc:docMk/>
          <pc:sldMasterMk cId="797471027" sldId="2147484039"/>
        </pc:sldMasterMkLst>
        <pc:sldLayoutChg chg="del">
          <pc:chgData name="Swenson, Jody" userId="f700768a-5749-4e0f-98d7-2b523cc7d418" providerId="ADAL" clId="{19CF4ED0-6F9B-40B7-B318-3C36F383C307}" dt="2024-09-07T17:29:14.662" v="366"/>
          <pc:sldLayoutMkLst>
            <pc:docMk/>
            <pc:sldMasterMk cId="797471027" sldId="2147484039"/>
            <pc:sldLayoutMk cId="2962477039" sldId="2147484040"/>
          </pc:sldLayoutMkLst>
        </pc:sldLayoutChg>
        <pc:sldLayoutChg chg="del">
          <pc:chgData name="Swenson, Jody" userId="f700768a-5749-4e0f-98d7-2b523cc7d418" providerId="ADAL" clId="{19CF4ED0-6F9B-40B7-B318-3C36F383C307}" dt="2024-09-07T17:29:14.662" v="366"/>
          <pc:sldLayoutMkLst>
            <pc:docMk/>
            <pc:sldMasterMk cId="797471027" sldId="2147484039"/>
            <pc:sldLayoutMk cId="3592375320" sldId="2147484041"/>
          </pc:sldLayoutMkLst>
        </pc:sldLayoutChg>
        <pc:sldLayoutChg chg="del">
          <pc:chgData name="Swenson, Jody" userId="f700768a-5749-4e0f-98d7-2b523cc7d418" providerId="ADAL" clId="{19CF4ED0-6F9B-40B7-B318-3C36F383C307}" dt="2024-09-07T17:29:14.662" v="366"/>
          <pc:sldLayoutMkLst>
            <pc:docMk/>
            <pc:sldMasterMk cId="797471027" sldId="2147484039"/>
            <pc:sldLayoutMk cId="952157158" sldId="2147484042"/>
          </pc:sldLayoutMkLst>
        </pc:sldLayoutChg>
        <pc:sldLayoutChg chg="del">
          <pc:chgData name="Swenson, Jody" userId="f700768a-5749-4e0f-98d7-2b523cc7d418" providerId="ADAL" clId="{19CF4ED0-6F9B-40B7-B318-3C36F383C307}" dt="2024-09-07T17:29:14.662" v="366"/>
          <pc:sldLayoutMkLst>
            <pc:docMk/>
            <pc:sldMasterMk cId="797471027" sldId="2147484039"/>
            <pc:sldLayoutMk cId="1380579761" sldId="2147484043"/>
          </pc:sldLayoutMkLst>
        </pc:sldLayoutChg>
        <pc:sldLayoutChg chg="del">
          <pc:chgData name="Swenson, Jody" userId="f700768a-5749-4e0f-98d7-2b523cc7d418" providerId="ADAL" clId="{19CF4ED0-6F9B-40B7-B318-3C36F383C307}" dt="2024-09-07T17:29:14.662" v="366"/>
          <pc:sldLayoutMkLst>
            <pc:docMk/>
            <pc:sldMasterMk cId="797471027" sldId="2147484039"/>
            <pc:sldLayoutMk cId="1728001910" sldId="2147484044"/>
          </pc:sldLayoutMkLst>
        </pc:sldLayoutChg>
        <pc:sldLayoutChg chg="del">
          <pc:chgData name="Swenson, Jody" userId="f700768a-5749-4e0f-98d7-2b523cc7d418" providerId="ADAL" clId="{19CF4ED0-6F9B-40B7-B318-3C36F383C307}" dt="2024-09-07T17:29:14.662" v="366"/>
          <pc:sldLayoutMkLst>
            <pc:docMk/>
            <pc:sldMasterMk cId="797471027" sldId="2147484039"/>
            <pc:sldLayoutMk cId="4219048882" sldId="2147484045"/>
          </pc:sldLayoutMkLst>
        </pc:sldLayoutChg>
        <pc:sldLayoutChg chg="del">
          <pc:chgData name="Swenson, Jody" userId="f700768a-5749-4e0f-98d7-2b523cc7d418" providerId="ADAL" clId="{19CF4ED0-6F9B-40B7-B318-3C36F383C307}" dt="2024-09-07T17:29:14.662" v="366"/>
          <pc:sldLayoutMkLst>
            <pc:docMk/>
            <pc:sldMasterMk cId="797471027" sldId="2147484039"/>
            <pc:sldLayoutMk cId="3485602285" sldId="2147484046"/>
          </pc:sldLayoutMkLst>
        </pc:sldLayoutChg>
        <pc:sldLayoutChg chg="del">
          <pc:chgData name="Swenson, Jody" userId="f700768a-5749-4e0f-98d7-2b523cc7d418" providerId="ADAL" clId="{19CF4ED0-6F9B-40B7-B318-3C36F383C307}" dt="2024-09-07T17:29:14.662" v="366"/>
          <pc:sldLayoutMkLst>
            <pc:docMk/>
            <pc:sldMasterMk cId="797471027" sldId="2147484039"/>
            <pc:sldLayoutMk cId="484107297" sldId="2147484047"/>
          </pc:sldLayoutMkLst>
        </pc:sldLayoutChg>
        <pc:sldLayoutChg chg="del">
          <pc:chgData name="Swenson, Jody" userId="f700768a-5749-4e0f-98d7-2b523cc7d418" providerId="ADAL" clId="{19CF4ED0-6F9B-40B7-B318-3C36F383C307}" dt="2024-09-07T17:29:14.662" v="366"/>
          <pc:sldLayoutMkLst>
            <pc:docMk/>
            <pc:sldMasterMk cId="797471027" sldId="2147484039"/>
            <pc:sldLayoutMk cId="2449685502" sldId="2147484048"/>
          </pc:sldLayoutMkLst>
        </pc:sldLayoutChg>
        <pc:sldLayoutChg chg="del">
          <pc:chgData name="Swenson, Jody" userId="f700768a-5749-4e0f-98d7-2b523cc7d418" providerId="ADAL" clId="{19CF4ED0-6F9B-40B7-B318-3C36F383C307}" dt="2024-09-07T17:29:14.662" v="366"/>
          <pc:sldLayoutMkLst>
            <pc:docMk/>
            <pc:sldMasterMk cId="797471027" sldId="2147484039"/>
            <pc:sldLayoutMk cId="4137913785" sldId="2147484049"/>
          </pc:sldLayoutMkLst>
        </pc:sldLayoutChg>
        <pc:sldLayoutChg chg="del">
          <pc:chgData name="Swenson, Jody" userId="f700768a-5749-4e0f-98d7-2b523cc7d418" providerId="ADAL" clId="{19CF4ED0-6F9B-40B7-B318-3C36F383C307}" dt="2024-09-07T17:29:14.662" v="366"/>
          <pc:sldLayoutMkLst>
            <pc:docMk/>
            <pc:sldMasterMk cId="797471027" sldId="2147484039"/>
            <pc:sldLayoutMk cId="1898398236" sldId="2147484050"/>
          </pc:sldLayoutMkLst>
        </pc:sldLayoutChg>
        <pc:sldLayoutChg chg="del">
          <pc:chgData name="Swenson, Jody" userId="f700768a-5749-4e0f-98d7-2b523cc7d418" providerId="ADAL" clId="{19CF4ED0-6F9B-40B7-B318-3C36F383C307}" dt="2024-09-07T17:29:14.662" v="366"/>
          <pc:sldLayoutMkLst>
            <pc:docMk/>
            <pc:sldMasterMk cId="797471027" sldId="2147484039"/>
            <pc:sldLayoutMk cId="3403052283" sldId="2147484051"/>
          </pc:sldLayoutMkLst>
        </pc:sldLayoutChg>
        <pc:sldLayoutChg chg="del">
          <pc:chgData name="Swenson, Jody" userId="f700768a-5749-4e0f-98d7-2b523cc7d418" providerId="ADAL" clId="{19CF4ED0-6F9B-40B7-B318-3C36F383C307}" dt="2024-09-07T17:29:14.662" v="366"/>
          <pc:sldLayoutMkLst>
            <pc:docMk/>
            <pc:sldMasterMk cId="797471027" sldId="2147484039"/>
            <pc:sldLayoutMk cId="3271729584" sldId="2147484052"/>
          </pc:sldLayoutMkLst>
        </pc:sldLayoutChg>
      </pc:sldMasterChg>
      <pc:sldMasterChg chg="del sldLayoutOrd">
        <pc:chgData name="Swenson, Jody" userId="f700768a-5749-4e0f-98d7-2b523cc7d418" providerId="ADAL" clId="{19CF4ED0-6F9B-40B7-B318-3C36F383C307}" dt="2024-09-07T17:29:14.728" v="374"/>
        <pc:sldMasterMkLst>
          <pc:docMk/>
          <pc:sldMasterMk cId="621449082" sldId="2147484053"/>
        </pc:sldMasterMkLst>
      </pc:sldMasterChg>
    </pc:docChg>
  </pc:docChgLst>
  <pc:docChgLst>
    <pc:chgData name="Swenson, Jody" userId="f700768a-5749-4e0f-98d7-2b523cc7d418" providerId="ADAL" clId="{6351483C-FF51-415F-9AD1-F9B4EDEE9248}"/>
    <pc:docChg chg="addSld delSld modSld">
      <pc:chgData name="Swenson, Jody" userId="f700768a-5749-4e0f-98d7-2b523cc7d418" providerId="ADAL" clId="{6351483C-FF51-415F-9AD1-F9B4EDEE9248}" dt="2023-12-09T01:17:44.417" v="1" actId="47"/>
      <pc:docMkLst>
        <pc:docMk/>
      </pc:docMkLst>
      <pc:sldChg chg="del">
        <pc:chgData name="Swenson, Jody" userId="f700768a-5749-4e0f-98d7-2b523cc7d418" providerId="ADAL" clId="{6351483C-FF51-415F-9AD1-F9B4EDEE9248}" dt="2023-12-09T01:17:44.417" v="1" actId="47"/>
        <pc:sldMkLst>
          <pc:docMk/>
          <pc:sldMk cId="3534964001" sldId="481"/>
        </pc:sldMkLst>
      </pc:sldChg>
      <pc:sldChg chg="add">
        <pc:chgData name="Swenson, Jody" userId="f700768a-5749-4e0f-98d7-2b523cc7d418" providerId="ADAL" clId="{6351483C-FF51-415F-9AD1-F9B4EDEE9248}" dt="2023-12-09T01:17:39.384" v="0"/>
        <pc:sldMkLst>
          <pc:docMk/>
          <pc:sldMk cId="3435282599" sldId="558"/>
        </pc:sldMkLst>
      </pc:sldChg>
    </pc:docChg>
  </pc:docChgLst>
  <pc:docChgLst>
    <pc:chgData name="Swenson, Jody" userId="f700768a-5749-4e0f-98d7-2b523cc7d418" providerId="ADAL" clId="{4C4FE2F7-2D05-4156-9AD5-1035A4623729}"/>
    <pc:docChg chg="custSel addSld delSld modSld">
      <pc:chgData name="Swenson, Jody" userId="f700768a-5749-4e0f-98d7-2b523cc7d418" providerId="ADAL" clId="{4C4FE2F7-2D05-4156-9AD5-1035A4623729}" dt="2021-06-12T20:40:18.827" v="51"/>
      <pc:docMkLst>
        <pc:docMk/>
      </pc:docMkLst>
      <pc:sldChg chg="del">
        <pc:chgData name="Swenson, Jody" userId="f700768a-5749-4e0f-98d7-2b523cc7d418" providerId="ADAL" clId="{4C4FE2F7-2D05-4156-9AD5-1035A4623729}" dt="2021-06-12T20:17:20.958" v="0" actId="47"/>
        <pc:sldMkLst>
          <pc:docMk/>
          <pc:sldMk cId="1238980999" sldId="483"/>
        </pc:sldMkLst>
      </pc:sldChg>
      <pc:sldChg chg="del">
        <pc:chgData name="Swenson, Jody" userId="f700768a-5749-4e0f-98d7-2b523cc7d418" providerId="ADAL" clId="{4C4FE2F7-2D05-4156-9AD5-1035A4623729}" dt="2021-06-12T20:17:23.409" v="1" actId="47"/>
        <pc:sldMkLst>
          <pc:docMk/>
          <pc:sldMk cId="3082098140" sldId="484"/>
        </pc:sldMkLst>
      </pc:sldChg>
      <pc:sldChg chg="add">
        <pc:chgData name="Swenson, Jody" userId="f700768a-5749-4e0f-98d7-2b523cc7d418" providerId="ADAL" clId="{4C4FE2F7-2D05-4156-9AD5-1035A4623729}" dt="2021-06-12T20:17:26.154" v="2"/>
        <pc:sldMkLst>
          <pc:docMk/>
          <pc:sldMk cId="3207567892" sldId="484"/>
        </pc:sldMkLst>
      </pc:sldChg>
      <pc:sldChg chg="addSp delSp modSp add mod delAnim modAnim">
        <pc:chgData name="Swenson, Jody" userId="f700768a-5749-4e0f-98d7-2b523cc7d418" providerId="ADAL" clId="{4C4FE2F7-2D05-4156-9AD5-1035A4623729}" dt="2021-06-12T20:40:18.827" v="51"/>
        <pc:sldMkLst>
          <pc:docMk/>
          <pc:sldMk cId="3100123050" sldId="534"/>
        </pc:sldMkLst>
      </pc:sldChg>
      <pc:sldChg chg="modSp add">
        <pc:chgData name="Swenson, Jody" userId="f700768a-5749-4e0f-98d7-2b523cc7d418" providerId="ADAL" clId="{4C4FE2F7-2D05-4156-9AD5-1035A4623729}" dt="2021-06-12T20:17:49.106" v="8" actId="20577"/>
        <pc:sldMkLst>
          <pc:docMk/>
          <pc:sldMk cId="2102732176" sldId="560"/>
        </pc:sldMkLst>
      </pc:sldChg>
      <pc:sldMasterChg chg="delSldLayout">
        <pc:chgData name="Swenson, Jody" userId="f700768a-5749-4e0f-98d7-2b523cc7d418" providerId="ADAL" clId="{4C4FE2F7-2D05-4156-9AD5-1035A4623729}" dt="2021-06-12T20:17:23.409" v="1" actId="47"/>
        <pc:sldMasterMkLst>
          <pc:docMk/>
          <pc:sldMasterMk cId="3284021001" sldId="2147483728"/>
        </pc:sldMasterMkLst>
        <pc:sldLayoutChg chg="del">
          <pc:chgData name="Swenson, Jody" userId="f700768a-5749-4e0f-98d7-2b523cc7d418" providerId="ADAL" clId="{4C4FE2F7-2D05-4156-9AD5-1035A4623729}" dt="2021-06-12T20:17:20.958" v="0" actId="47"/>
          <pc:sldLayoutMkLst>
            <pc:docMk/>
            <pc:sldMasterMk cId="3284021001" sldId="2147483728"/>
            <pc:sldLayoutMk cId="4194478270" sldId="2147483871"/>
          </pc:sldLayoutMkLst>
        </pc:sldLayoutChg>
        <pc:sldLayoutChg chg="del">
          <pc:chgData name="Swenson, Jody" userId="f700768a-5749-4e0f-98d7-2b523cc7d418" providerId="ADAL" clId="{4C4FE2F7-2D05-4156-9AD5-1035A4623729}" dt="2021-06-12T20:17:23.409" v="1" actId="47"/>
          <pc:sldLayoutMkLst>
            <pc:docMk/>
            <pc:sldMasterMk cId="3284021001" sldId="2147483728"/>
            <pc:sldLayoutMk cId="2012537502" sldId="2147483872"/>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12039F-94D5-4EDB-AFF6-FD5CC817E779}" type="doc">
      <dgm:prSet loTypeId="urn:microsoft.com/office/officeart/2005/8/layout/list1" loCatId="list" qsTypeId="urn:microsoft.com/office/officeart/2005/8/quickstyle/simple4" qsCatId="simple" csTypeId="urn:microsoft.com/office/officeart/2005/8/colors/accent3_5" csCatId="accent3" phldr="1"/>
      <dgm:spPr/>
      <dgm:t>
        <a:bodyPr/>
        <a:lstStyle/>
        <a:p>
          <a:endParaRPr lang="en-US"/>
        </a:p>
      </dgm:t>
    </dgm:pt>
    <dgm:pt modelId="{26553014-E8D0-4A2C-8C54-E8A2A8CB572F}">
      <dgm:prSet phldrT="[Text]" custT="1"/>
      <dgm:spPr>
        <a:solidFill>
          <a:srgbClr val="C00000"/>
        </a:solidFill>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20%  Prepare Reading and Post Discussion Quizzes</a:t>
          </a:r>
        </a:p>
      </dgm:t>
    </dgm:pt>
    <dgm:pt modelId="{E3255818-2D8D-4886-91FC-4D0C9D1CA416}" type="parTrans" cxnId="{2DD29BF2-F421-4652-B27A-65C66D8B6EB8}">
      <dgm:prSet/>
      <dgm:spPr/>
      <dgm:t>
        <a:bodyPr/>
        <a:lstStyle/>
        <a:p>
          <a:endParaRPr lang="en-US"/>
        </a:p>
      </dgm:t>
    </dgm:pt>
    <dgm:pt modelId="{1EFF60F7-6981-4C84-8B35-F00C72FD6134}" type="sibTrans" cxnId="{2DD29BF2-F421-4652-B27A-65C66D8B6EB8}">
      <dgm:prSet/>
      <dgm:spPr/>
      <dgm:t>
        <a:bodyPr/>
        <a:lstStyle/>
        <a:p>
          <a:endParaRPr lang="en-US"/>
        </a:p>
      </dgm:t>
    </dgm:pt>
    <dgm:pt modelId="{632E3F5E-7FE4-4B7F-A6C3-A5929FB5EBB4}">
      <dgm:prSet custT="1"/>
      <dgm:spPr>
        <a:solidFill>
          <a:srgbClr val="C00000"/>
        </a:solidFill>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20% Homework </a:t>
          </a:r>
        </a:p>
      </dgm:t>
    </dgm:pt>
    <dgm:pt modelId="{FF7E7F7C-7A7B-415C-9903-11744247D584}" type="parTrans" cxnId="{1F756EFD-AAB6-4C08-A50E-5BF773157C5B}">
      <dgm:prSet/>
      <dgm:spPr/>
      <dgm:t>
        <a:bodyPr/>
        <a:lstStyle/>
        <a:p>
          <a:endParaRPr lang="en-US"/>
        </a:p>
      </dgm:t>
    </dgm:pt>
    <dgm:pt modelId="{DE6308F8-D8C9-4ACA-B31D-C20B72F167D8}" type="sibTrans" cxnId="{1F756EFD-AAB6-4C08-A50E-5BF773157C5B}">
      <dgm:prSet/>
      <dgm:spPr/>
      <dgm:t>
        <a:bodyPr/>
        <a:lstStyle/>
        <a:p>
          <a:endParaRPr lang="en-US"/>
        </a:p>
      </dgm:t>
    </dgm:pt>
    <dgm:pt modelId="{9480F9DE-81D8-4D09-9AFF-CA858A619F5C}">
      <dgm:prSet custT="1"/>
      <dgm:spPr>
        <a:solidFill>
          <a:srgbClr val="C00000"/>
        </a:solidFill>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20% Labs</a:t>
          </a:r>
        </a:p>
      </dgm:t>
    </dgm:pt>
    <dgm:pt modelId="{BD9FBDF2-17E8-4486-BEC6-023AC6C3EA0E}" type="parTrans" cxnId="{10347A53-F0A7-4AD1-82B1-DA6560C4C460}">
      <dgm:prSet/>
      <dgm:spPr/>
      <dgm:t>
        <a:bodyPr/>
        <a:lstStyle/>
        <a:p>
          <a:endParaRPr lang="en-US"/>
        </a:p>
      </dgm:t>
    </dgm:pt>
    <dgm:pt modelId="{6A8AE981-51DC-4D48-83DA-4463B29D9C0D}" type="sibTrans" cxnId="{10347A53-F0A7-4AD1-82B1-DA6560C4C460}">
      <dgm:prSet/>
      <dgm:spPr/>
      <dgm:t>
        <a:bodyPr/>
        <a:lstStyle/>
        <a:p>
          <a:endParaRPr lang="en-US"/>
        </a:p>
      </dgm:t>
    </dgm:pt>
    <dgm:pt modelId="{00B389C8-E17A-4E01-873E-6F8376A34F86}">
      <dgm:prSet custT="1"/>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 Encouraged to collaborate, but turn in your unique work submission and not someone else's.</a:t>
          </a:r>
        </a:p>
      </dgm:t>
    </dgm:pt>
    <dgm:pt modelId="{5721724B-6533-46C2-B854-4544249DC994}" type="parTrans" cxnId="{7C554A67-A95A-4EE2-9721-0D936CE7BB8C}">
      <dgm:prSet/>
      <dgm:spPr/>
      <dgm:t>
        <a:bodyPr/>
        <a:lstStyle/>
        <a:p>
          <a:endParaRPr lang="en-US"/>
        </a:p>
      </dgm:t>
    </dgm:pt>
    <dgm:pt modelId="{0D38DDF8-BD76-4353-A4FD-CADF1F7B558A}" type="sibTrans" cxnId="{7C554A67-A95A-4EE2-9721-0D936CE7BB8C}">
      <dgm:prSet/>
      <dgm:spPr/>
      <dgm:t>
        <a:bodyPr/>
        <a:lstStyle/>
        <a:p>
          <a:endParaRPr lang="en-US"/>
        </a:p>
      </dgm:t>
    </dgm:pt>
    <dgm:pt modelId="{9A178E6A-B322-4B78-AE9D-A0CE1F52D661}">
      <dgm:prSet custT="1"/>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 Software Labs to be done individually, although you are encouraged to help others out.</a:t>
          </a:r>
        </a:p>
      </dgm:t>
    </dgm:pt>
    <dgm:pt modelId="{084001BE-F118-4F0F-974E-D8618378D59B}" type="parTrans" cxnId="{C52FC83C-7BCC-4028-87CA-769DB1CE95A6}">
      <dgm:prSet/>
      <dgm:spPr/>
      <dgm:t>
        <a:bodyPr/>
        <a:lstStyle/>
        <a:p>
          <a:endParaRPr lang="en-US"/>
        </a:p>
      </dgm:t>
    </dgm:pt>
    <dgm:pt modelId="{6D2D9A7C-53B1-4CA0-8A51-B756A24E93A7}" type="sibTrans" cxnId="{C52FC83C-7BCC-4028-87CA-769DB1CE95A6}">
      <dgm:prSet/>
      <dgm:spPr/>
      <dgm:t>
        <a:bodyPr/>
        <a:lstStyle/>
        <a:p>
          <a:endParaRPr lang="en-US"/>
        </a:p>
      </dgm:t>
    </dgm:pt>
    <dgm:pt modelId="{98018C80-38DB-47AF-8BFD-24BE83876913}">
      <dgm:prSet custT="1"/>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Midterm and Final exams in the Testing Center with access to an Equation Sheet, along with your personal calculator and 3 X 5 note card.</a:t>
          </a:r>
        </a:p>
      </dgm:t>
    </dgm:pt>
    <dgm:pt modelId="{E2FBB2B2-FA8B-4878-A338-44D0B8354C57}" type="parTrans" cxnId="{F8F1376C-16CE-4F80-AF4E-3B0B011A6B1E}">
      <dgm:prSet/>
      <dgm:spPr/>
      <dgm:t>
        <a:bodyPr/>
        <a:lstStyle/>
        <a:p>
          <a:endParaRPr lang="en-US"/>
        </a:p>
      </dgm:t>
    </dgm:pt>
    <dgm:pt modelId="{B29B2258-F28E-40B1-9255-E6B1C0CF5F1C}" type="sibTrans" cxnId="{F8F1376C-16CE-4F80-AF4E-3B0B011A6B1E}">
      <dgm:prSet/>
      <dgm:spPr/>
      <dgm:t>
        <a:bodyPr/>
        <a:lstStyle/>
        <a:p>
          <a:endParaRPr lang="en-US"/>
        </a:p>
      </dgm:t>
    </dgm:pt>
    <dgm:pt modelId="{A9F48135-02FD-420B-9001-D13FA56D2943}">
      <dgm:prSet custT="1"/>
      <dgm:spPr>
        <a:solidFill>
          <a:srgbClr val="C00000"/>
        </a:solidFill>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30% Exams</a:t>
          </a:r>
        </a:p>
      </dgm:t>
    </dgm:pt>
    <dgm:pt modelId="{F08CB0B9-3F54-46D9-8709-DD6EBBC97B05}" type="parTrans" cxnId="{5C5A4EBF-1665-4EC8-818A-5AB16B131C65}">
      <dgm:prSet/>
      <dgm:spPr/>
      <dgm:t>
        <a:bodyPr/>
        <a:lstStyle/>
        <a:p>
          <a:endParaRPr lang="en-US"/>
        </a:p>
      </dgm:t>
    </dgm:pt>
    <dgm:pt modelId="{2CF148C5-A58A-4D58-BDBD-1AE4A40C125E}" type="sibTrans" cxnId="{5C5A4EBF-1665-4EC8-818A-5AB16B131C65}">
      <dgm:prSet/>
      <dgm:spPr/>
      <dgm:t>
        <a:bodyPr/>
        <a:lstStyle/>
        <a:p>
          <a:endParaRPr lang="en-US"/>
        </a:p>
      </dgm:t>
    </dgm:pt>
    <dgm:pt modelId="{030EA0FD-04A1-474F-A7DC-A1864DA2A6B9}">
      <dgm:prSet custT="1"/>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15% Final.</a:t>
          </a:r>
        </a:p>
      </dgm:t>
    </dgm:pt>
    <dgm:pt modelId="{5959C929-0B5A-4437-A1CD-A0F753A693DF}" type="parTrans" cxnId="{6247ECDB-E5FC-477B-A122-2ED213D00663}">
      <dgm:prSet/>
      <dgm:spPr/>
      <dgm:t>
        <a:bodyPr/>
        <a:lstStyle/>
        <a:p>
          <a:endParaRPr lang="en-US"/>
        </a:p>
      </dgm:t>
    </dgm:pt>
    <dgm:pt modelId="{47286E59-6EB1-4D86-B65B-AA8E7D857DC3}" type="sibTrans" cxnId="{6247ECDB-E5FC-477B-A122-2ED213D00663}">
      <dgm:prSet/>
      <dgm:spPr/>
      <dgm:t>
        <a:bodyPr/>
        <a:lstStyle/>
        <a:p>
          <a:endParaRPr lang="en-US"/>
        </a:p>
      </dgm:t>
    </dgm:pt>
    <dgm:pt modelId="{4298810E-E413-4A04-9DA6-E44E5457AB54}">
      <dgm:prSet phldrT="[Text]" custT="1"/>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 No makeups for these quizzes. Lowest 6 quiz scores for the semester dropped.</a:t>
          </a:r>
        </a:p>
      </dgm:t>
    </dgm:pt>
    <dgm:pt modelId="{4FD8795C-173F-4DAB-9B55-D38C90D8ABB5}" type="parTrans" cxnId="{596E6FD1-27C5-4470-85C0-248251D7EFC7}">
      <dgm:prSet/>
      <dgm:spPr/>
      <dgm:t>
        <a:bodyPr/>
        <a:lstStyle/>
        <a:p>
          <a:endParaRPr lang="en-US"/>
        </a:p>
      </dgm:t>
    </dgm:pt>
    <dgm:pt modelId="{BBB696BD-2B76-466F-8FDC-10BF9AEDEE47}" type="sibTrans" cxnId="{596E6FD1-27C5-4470-85C0-248251D7EFC7}">
      <dgm:prSet/>
      <dgm:spPr/>
      <dgm:t>
        <a:bodyPr/>
        <a:lstStyle/>
        <a:p>
          <a:endParaRPr lang="en-US"/>
        </a:p>
      </dgm:t>
    </dgm:pt>
    <dgm:pt modelId="{8C1CB3CC-CFE4-427C-923F-D7EBDA8550AC}">
      <dgm:prSet custT="1"/>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15% Midterm</a:t>
          </a:r>
        </a:p>
      </dgm:t>
    </dgm:pt>
    <dgm:pt modelId="{958EF0E1-E11C-4396-B41A-84212CAD5427}" type="parTrans" cxnId="{C56AC0F6-CECA-4022-8DF7-6601BF584274}">
      <dgm:prSet/>
      <dgm:spPr/>
      <dgm:t>
        <a:bodyPr/>
        <a:lstStyle/>
        <a:p>
          <a:endParaRPr lang="en-US"/>
        </a:p>
      </dgm:t>
    </dgm:pt>
    <dgm:pt modelId="{CA7C255E-418A-4229-879F-AD28C8BEDEE9}" type="sibTrans" cxnId="{C56AC0F6-CECA-4022-8DF7-6601BF584274}">
      <dgm:prSet/>
      <dgm:spPr/>
      <dgm:t>
        <a:bodyPr/>
        <a:lstStyle/>
        <a:p>
          <a:endParaRPr lang="en-US"/>
        </a:p>
      </dgm:t>
    </dgm:pt>
    <dgm:pt modelId="{2DBE847E-5B7C-421E-B54E-C85FC22FEC7A}">
      <dgm:prSet custT="1"/>
      <dgm:spPr>
        <a:solidFill>
          <a:srgbClr val="C00000"/>
        </a:solidFill>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10% Design Project</a:t>
          </a:r>
        </a:p>
      </dgm:t>
    </dgm:pt>
    <dgm:pt modelId="{F6FABCCE-D902-4799-9298-B1CD3DE45B29}" type="parTrans" cxnId="{B5282D8B-6C3A-4244-ABD2-3DA3E6F56A11}">
      <dgm:prSet/>
      <dgm:spPr/>
      <dgm:t>
        <a:bodyPr/>
        <a:lstStyle/>
        <a:p>
          <a:endParaRPr lang="en-US"/>
        </a:p>
      </dgm:t>
    </dgm:pt>
    <dgm:pt modelId="{325E5293-80BC-427F-80A3-C3A116336B41}" type="sibTrans" cxnId="{B5282D8B-6C3A-4244-ABD2-3DA3E6F56A11}">
      <dgm:prSet/>
      <dgm:spPr/>
      <dgm:t>
        <a:bodyPr/>
        <a:lstStyle/>
        <a:p>
          <a:endParaRPr lang="en-US"/>
        </a:p>
      </dgm:t>
    </dgm:pt>
    <dgm:pt modelId="{730F128F-797A-4697-A822-E15D1B742529}">
      <dgm:prSet custT="1"/>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Student project involving design and </a:t>
          </a:r>
          <a:r>
            <a:rPr lang="en-US" sz="1600">
              <a:latin typeface="Cambria Math" panose="02040503050406030204" pitchFamily="18" charset="0"/>
              <a:ea typeface="Cambria Math" panose="02040503050406030204" pitchFamily="18" charset="0"/>
              <a:cs typeface="Arial" panose="020B0604020202020204" pitchFamily="34" charset="0"/>
            </a:rPr>
            <a:t>constructi </a:t>
          </a:r>
          <a:r>
            <a:rPr lang="en-US" sz="1600" dirty="0">
              <a:latin typeface="Cambria Math" panose="02040503050406030204" pitchFamily="18" charset="0"/>
              <a:ea typeface="Cambria Math" panose="02040503050406030204" pitchFamily="18" charset="0"/>
              <a:cs typeface="Arial" panose="020B0604020202020204" pitchFamily="34" charset="0"/>
            </a:rPr>
            <a:t>of a power supply, to be done individually.</a:t>
          </a:r>
          <a:endParaRPr lang="en-US" sz="1600" dirty="0"/>
        </a:p>
      </dgm:t>
    </dgm:pt>
    <dgm:pt modelId="{48619EB1-AC4E-4042-BDD6-CFEF219DB796}" type="parTrans" cxnId="{FE68FEC7-7232-499E-A793-5E1547BCA6DC}">
      <dgm:prSet/>
      <dgm:spPr/>
      <dgm:t>
        <a:bodyPr/>
        <a:lstStyle/>
        <a:p>
          <a:endParaRPr lang="en-US"/>
        </a:p>
      </dgm:t>
    </dgm:pt>
    <dgm:pt modelId="{F8893472-0C89-4D7E-BD2B-F300133F3FAD}" type="sibTrans" cxnId="{FE68FEC7-7232-499E-A793-5E1547BCA6DC}">
      <dgm:prSet/>
      <dgm:spPr/>
      <dgm:t>
        <a:bodyPr/>
        <a:lstStyle/>
        <a:p>
          <a:endParaRPr lang="en-US"/>
        </a:p>
      </dgm:t>
    </dgm:pt>
    <dgm:pt modelId="{1361647E-194F-4EED-8CD3-2A48B4443C14}">
      <dgm:prSet custT="1"/>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Projects graded on submitted project report which includes performance measurements.  </a:t>
          </a:r>
          <a:endParaRPr lang="en-US" sz="1600" dirty="0"/>
        </a:p>
      </dgm:t>
    </dgm:pt>
    <dgm:pt modelId="{1E80ADDB-B268-4EE0-92AB-16E50F9FC443}" type="parTrans" cxnId="{8CC99ABB-2238-4C15-8039-9E8A0D8DB8EC}">
      <dgm:prSet/>
      <dgm:spPr/>
      <dgm:t>
        <a:bodyPr/>
        <a:lstStyle/>
        <a:p>
          <a:endParaRPr lang="en-US"/>
        </a:p>
      </dgm:t>
    </dgm:pt>
    <dgm:pt modelId="{1C7F7F9C-A0E8-4AE8-8650-3A7F762C1252}" type="sibTrans" cxnId="{8CC99ABB-2238-4C15-8039-9E8A0D8DB8EC}">
      <dgm:prSet/>
      <dgm:spPr/>
      <dgm:t>
        <a:bodyPr/>
        <a:lstStyle/>
        <a:p>
          <a:endParaRPr lang="en-US"/>
        </a:p>
      </dgm:t>
    </dgm:pt>
    <dgm:pt modelId="{85AD6890-BBB9-4757-AF03-8811E481FC11}">
      <dgm:prSet custT="1"/>
      <dgm:spPr/>
      <dgm:t>
        <a:bodyPr/>
        <a:lstStyle/>
        <a:p>
          <a:r>
            <a:rPr lang="en-US" sz="1600" dirty="0">
              <a:latin typeface="Cambria Math" panose="02040503050406030204" pitchFamily="18" charset="0"/>
              <a:ea typeface="Cambria Math" panose="02040503050406030204" pitchFamily="18" charset="0"/>
              <a:cs typeface="Arial" panose="020B0604020202020204" pitchFamily="34" charset="0"/>
            </a:rPr>
            <a:t>Can work in pairs for hardware labs, using </a:t>
          </a:r>
          <a:r>
            <a:rPr lang="en-US" sz="1600" dirty="0" err="1">
              <a:latin typeface="Cambria Math" panose="02040503050406030204" pitchFamily="18" charset="0"/>
              <a:ea typeface="Cambria Math" panose="02040503050406030204" pitchFamily="18" charset="0"/>
              <a:cs typeface="Arial" panose="020B0604020202020204" pitchFamily="34" charset="0"/>
            </a:rPr>
            <a:t>VirtualBench</a:t>
          </a:r>
          <a:r>
            <a:rPr lang="en-US" sz="1600" dirty="0">
              <a:latin typeface="Cambria Math" panose="02040503050406030204" pitchFamily="18" charset="0"/>
              <a:ea typeface="Cambria Math" panose="02040503050406030204" pitchFamily="18" charset="0"/>
              <a:cs typeface="Arial" panose="020B0604020202020204" pitchFamily="34" charset="0"/>
            </a:rPr>
            <a:t> equipment in STC-215.</a:t>
          </a:r>
        </a:p>
      </dgm:t>
    </dgm:pt>
    <dgm:pt modelId="{53D72933-F7F4-4DC6-A468-DBCC8A08D429}" type="parTrans" cxnId="{12E28740-6A8B-4598-92B8-40FF302A707C}">
      <dgm:prSet/>
      <dgm:spPr/>
      <dgm:t>
        <a:bodyPr/>
        <a:lstStyle/>
        <a:p>
          <a:endParaRPr lang="en-US"/>
        </a:p>
      </dgm:t>
    </dgm:pt>
    <dgm:pt modelId="{C16B82A4-B0F8-48B4-90C8-ADDC4137E756}" type="sibTrans" cxnId="{12E28740-6A8B-4598-92B8-40FF302A707C}">
      <dgm:prSet/>
      <dgm:spPr/>
      <dgm:t>
        <a:bodyPr/>
        <a:lstStyle/>
        <a:p>
          <a:endParaRPr lang="en-US"/>
        </a:p>
      </dgm:t>
    </dgm:pt>
    <dgm:pt modelId="{0B0B927B-0506-4088-807F-09C7B0F2B1DB}" type="pres">
      <dgm:prSet presAssocID="{1412039F-94D5-4EDB-AFF6-FD5CC817E779}" presName="linear" presStyleCnt="0">
        <dgm:presLayoutVars>
          <dgm:dir/>
          <dgm:animLvl val="lvl"/>
          <dgm:resizeHandles val="exact"/>
        </dgm:presLayoutVars>
      </dgm:prSet>
      <dgm:spPr/>
    </dgm:pt>
    <dgm:pt modelId="{B22D7F95-40F2-46ED-87F7-EFBF5F863F11}" type="pres">
      <dgm:prSet presAssocID="{26553014-E8D0-4A2C-8C54-E8A2A8CB572F}" presName="parentLin" presStyleCnt="0"/>
      <dgm:spPr/>
    </dgm:pt>
    <dgm:pt modelId="{3F731113-3260-455E-AC0A-667EC7D5A582}" type="pres">
      <dgm:prSet presAssocID="{26553014-E8D0-4A2C-8C54-E8A2A8CB572F}" presName="parentLeftMargin" presStyleLbl="node1" presStyleIdx="0" presStyleCnt="5"/>
      <dgm:spPr/>
    </dgm:pt>
    <dgm:pt modelId="{0DEDBE97-B04B-4586-9F41-FE21A58350FD}" type="pres">
      <dgm:prSet presAssocID="{26553014-E8D0-4A2C-8C54-E8A2A8CB572F}" presName="parentText" presStyleLbl="node1" presStyleIdx="0" presStyleCnt="5" custScaleY="72336" custLinFactNeighborX="-5890" custLinFactNeighborY="3662">
        <dgm:presLayoutVars>
          <dgm:chMax val="0"/>
          <dgm:bulletEnabled val="1"/>
        </dgm:presLayoutVars>
      </dgm:prSet>
      <dgm:spPr/>
    </dgm:pt>
    <dgm:pt modelId="{246F0AC6-30F4-4526-8A44-41F1FAF6414B}" type="pres">
      <dgm:prSet presAssocID="{26553014-E8D0-4A2C-8C54-E8A2A8CB572F}" presName="negativeSpace" presStyleCnt="0"/>
      <dgm:spPr/>
    </dgm:pt>
    <dgm:pt modelId="{00BB6269-CEBC-4693-A74B-AF505F1A9F4B}" type="pres">
      <dgm:prSet presAssocID="{26553014-E8D0-4A2C-8C54-E8A2A8CB572F}" presName="childText" presStyleLbl="conFgAcc1" presStyleIdx="0" presStyleCnt="5">
        <dgm:presLayoutVars>
          <dgm:bulletEnabled val="1"/>
        </dgm:presLayoutVars>
      </dgm:prSet>
      <dgm:spPr/>
    </dgm:pt>
    <dgm:pt modelId="{D82DE325-DD80-425A-87AA-B7C50D447F70}" type="pres">
      <dgm:prSet presAssocID="{1EFF60F7-6981-4C84-8B35-F00C72FD6134}" presName="spaceBetweenRectangles" presStyleCnt="0"/>
      <dgm:spPr/>
    </dgm:pt>
    <dgm:pt modelId="{F26AE1FC-E218-4F4F-A2E2-A0C7218BF024}" type="pres">
      <dgm:prSet presAssocID="{632E3F5E-7FE4-4B7F-A6C3-A5929FB5EBB4}" presName="parentLin" presStyleCnt="0"/>
      <dgm:spPr/>
    </dgm:pt>
    <dgm:pt modelId="{2FB74C46-CAE4-446B-BE66-478B9E6EEDD4}" type="pres">
      <dgm:prSet presAssocID="{632E3F5E-7FE4-4B7F-A6C3-A5929FB5EBB4}" presName="parentLeftMargin" presStyleLbl="node1" presStyleIdx="0" presStyleCnt="5"/>
      <dgm:spPr/>
    </dgm:pt>
    <dgm:pt modelId="{657A98CD-8580-47B8-91A1-B378C2573A49}" type="pres">
      <dgm:prSet presAssocID="{632E3F5E-7FE4-4B7F-A6C3-A5929FB5EBB4}" presName="parentText" presStyleLbl="node1" presStyleIdx="1" presStyleCnt="5" custScaleY="68451" custLinFactNeighborX="-5890" custLinFactNeighborY="3662">
        <dgm:presLayoutVars>
          <dgm:chMax val="0"/>
          <dgm:bulletEnabled val="1"/>
        </dgm:presLayoutVars>
      </dgm:prSet>
      <dgm:spPr/>
    </dgm:pt>
    <dgm:pt modelId="{68B2B441-373F-4474-AE9A-A5D7C6AD3772}" type="pres">
      <dgm:prSet presAssocID="{632E3F5E-7FE4-4B7F-A6C3-A5929FB5EBB4}" presName="negativeSpace" presStyleCnt="0"/>
      <dgm:spPr/>
    </dgm:pt>
    <dgm:pt modelId="{307334AA-BF54-4D4D-98BE-4004DD7E6A85}" type="pres">
      <dgm:prSet presAssocID="{632E3F5E-7FE4-4B7F-A6C3-A5929FB5EBB4}" presName="childText" presStyleLbl="conFgAcc1" presStyleIdx="1" presStyleCnt="5">
        <dgm:presLayoutVars>
          <dgm:bulletEnabled val="1"/>
        </dgm:presLayoutVars>
      </dgm:prSet>
      <dgm:spPr/>
    </dgm:pt>
    <dgm:pt modelId="{9969A777-5BD2-4C16-AF7D-7986BF542E2C}" type="pres">
      <dgm:prSet presAssocID="{DE6308F8-D8C9-4ACA-B31D-C20B72F167D8}" presName="spaceBetweenRectangles" presStyleCnt="0"/>
      <dgm:spPr/>
    </dgm:pt>
    <dgm:pt modelId="{89FE6B1E-7820-4373-A06E-C45468D83652}" type="pres">
      <dgm:prSet presAssocID="{9480F9DE-81D8-4D09-9AFF-CA858A619F5C}" presName="parentLin" presStyleCnt="0"/>
      <dgm:spPr/>
    </dgm:pt>
    <dgm:pt modelId="{2FD937AF-1F27-41A3-B9EA-47E6BA4C8BCC}" type="pres">
      <dgm:prSet presAssocID="{9480F9DE-81D8-4D09-9AFF-CA858A619F5C}" presName="parentLeftMargin" presStyleLbl="node1" presStyleIdx="1" presStyleCnt="5"/>
      <dgm:spPr/>
    </dgm:pt>
    <dgm:pt modelId="{39B14D5C-5E2D-4EDB-B697-CDA4D925A02A}" type="pres">
      <dgm:prSet presAssocID="{9480F9DE-81D8-4D09-9AFF-CA858A619F5C}" presName="parentText" presStyleLbl="node1" presStyleIdx="2" presStyleCnt="5" custScaleY="71005" custLinFactNeighborX="-5890" custLinFactNeighborY="3662">
        <dgm:presLayoutVars>
          <dgm:chMax val="0"/>
          <dgm:bulletEnabled val="1"/>
        </dgm:presLayoutVars>
      </dgm:prSet>
      <dgm:spPr/>
    </dgm:pt>
    <dgm:pt modelId="{EDB69BED-0BB0-4400-B457-B146EFA2DAF6}" type="pres">
      <dgm:prSet presAssocID="{9480F9DE-81D8-4D09-9AFF-CA858A619F5C}" presName="negativeSpace" presStyleCnt="0"/>
      <dgm:spPr/>
    </dgm:pt>
    <dgm:pt modelId="{2FB9A0AE-979A-4346-B615-0115CE376F00}" type="pres">
      <dgm:prSet presAssocID="{9480F9DE-81D8-4D09-9AFF-CA858A619F5C}" presName="childText" presStyleLbl="conFgAcc1" presStyleIdx="2" presStyleCnt="5">
        <dgm:presLayoutVars>
          <dgm:bulletEnabled val="1"/>
        </dgm:presLayoutVars>
      </dgm:prSet>
      <dgm:spPr/>
    </dgm:pt>
    <dgm:pt modelId="{5F549934-8789-4F25-8159-365F82604C59}" type="pres">
      <dgm:prSet presAssocID="{6A8AE981-51DC-4D48-83DA-4463B29D9C0D}" presName="spaceBetweenRectangles" presStyleCnt="0"/>
      <dgm:spPr/>
    </dgm:pt>
    <dgm:pt modelId="{2FC51D48-50EA-4B56-965E-A6859F154E8D}" type="pres">
      <dgm:prSet presAssocID="{A9F48135-02FD-420B-9001-D13FA56D2943}" presName="parentLin" presStyleCnt="0"/>
      <dgm:spPr/>
    </dgm:pt>
    <dgm:pt modelId="{134E9C82-BBED-4283-BB55-6CC5AE72EBBE}" type="pres">
      <dgm:prSet presAssocID="{A9F48135-02FD-420B-9001-D13FA56D2943}" presName="parentLeftMargin" presStyleLbl="node1" presStyleIdx="2" presStyleCnt="5"/>
      <dgm:spPr/>
    </dgm:pt>
    <dgm:pt modelId="{7D8B331C-4851-4EEF-86B6-A515403DA1AB}" type="pres">
      <dgm:prSet presAssocID="{A9F48135-02FD-420B-9001-D13FA56D2943}" presName="parentText" presStyleLbl="node1" presStyleIdx="3" presStyleCnt="5" custScaleY="62390">
        <dgm:presLayoutVars>
          <dgm:chMax val="0"/>
          <dgm:bulletEnabled val="1"/>
        </dgm:presLayoutVars>
      </dgm:prSet>
      <dgm:spPr/>
    </dgm:pt>
    <dgm:pt modelId="{DE4609A7-0FA8-4177-ACCB-A832B1EA92AB}" type="pres">
      <dgm:prSet presAssocID="{A9F48135-02FD-420B-9001-D13FA56D2943}" presName="negativeSpace" presStyleCnt="0"/>
      <dgm:spPr/>
    </dgm:pt>
    <dgm:pt modelId="{68825167-1815-495E-855B-3E4BD9806305}" type="pres">
      <dgm:prSet presAssocID="{A9F48135-02FD-420B-9001-D13FA56D2943}" presName="childText" presStyleLbl="conFgAcc1" presStyleIdx="3" presStyleCnt="5">
        <dgm:presLayoutVars>
          <dgm:bulletEnabled val="1"/>
        </dgm:presLayoutVars>
      </dgm:prSet>
      <dgm:spPr/>
    </dgm:pt>
    <dgm:pt modelId="{8A89CE94-F83B-4312-A48D-8DD912D9356D}" type="pres">
      <dgm:prSet presAssocID="{2CF148C5-A58A-4D58-BDBD-1AE4A40C125E}" presName="spaceBetweenRectangles" presStyleCnt="0"/>
      <dgm:spPr/>
    </dgm:pt>
    <dgm:pt modelId="{5F807745-FDC9-47F5-83BD-501F53FEB864}" type="pres">
      <dgm:prSet presAssocID="{2DBE847E-5B7C-421E-B54E-C85FC22FEC7A}" presName="parentLin" presStyleCnt="0"/>
      <dgm:spPr/>
    </dgm:pt>
    <dgm:pt modelId="{0B105922-BA85-4D41-B102-1AB1D710C482}" type="pres">
      <dgm:prSet presAssocID="{2DBE847E-5B7C-421E-B54E-C85FC22FEC7A}" presName="parentLeftMargin" presStyleLbl="node1" presStyleIdx="3" presStyleCnt="5"/>
      <dgm:spPr/>
    </dgm:pt>
    <dgm:pt modelId="{6901A62D-8600-4847-B1A7-73BCD8DBB981}" type="pres">
      <dgm:prSet presAssocID="{2DBE847E-5B7C-421E-B54E-C85FC22FEC7A}" presName="parentText" presStyleLbl="node1" presStyleIdx="4" presStyleCnt="5" custScaleY="70175">
        <dgm:presLayoutVars>
          <dgm:chMax val="0"/>
          <dgm:bulletEnabled val="1"/>
        </dgm:presLayoutVars>
      </dgm:prSet>
      <dgm:spPr/>
    </dgm:pt>
    <dgm:pt modelId="{6838ED5D-A79E-4ADE-B3E7-3BDF6FC9FB6E}" type="pres">
      <dgm:prSet presAssocID="{2DBE847E-5B7C-421E-B54E-C85FC22FEC7A}" presName="negativeSpace" presStyleCnt="0"/>
      <dgm:spPr/>
    </dgm:pt>
    <dgm:pt modelId="{96ED0242-22E5-4256-806E-B9DA7DD62936}" type="pres">
      <dgm:prSet presAssocID="{2DBE847E-5B7C-421E-B54E-C85FC22FEC7A}" presName="childText" presStyleLbl="conFgAcc1" presStyleIdx="4" presStyleCnt="5">
        <dgm:presLayoutVars>
          <dgm:bulletEnabled val="1"/>
        </dgm:presLayoutVars>
      </dgm:prSet>
      <dgm:spPr/>
    </dgm:pt>
  </dgm:ptLst>
  <dgm:cxnLst>
    <dgm:cxn modelId="{0422A80F-12ED-41BD-A6F2-A0AC2810C4F3}" type="presOf" srcId="{030EA0FD-04A1-474F-A7DC-A1864DA2A6B9}" destId="{68825167-1815-495E-855B-3E4BD9806305}" srcOrd="0" destOrd="2" presId="urn:microsoft.com/office/officeart/2005/8/layout/list1"/>
    <dgm:cxn modelId="{44860D2B-C2C6-4765-880A-56ADD7CA951D}" type="presOf" srcId="{1412039F-94D5-4EDB-AFF6-FD5CC817E779}" destId="{0B0B927B-0506-4088-807F-09C7B0F2B1DB}" srcOrd="0" destOrd="0" presId="urn:microsoft.com/office/officeart/2005/8/layout/list1"/>
    <dgm:cxn modelId="{C52FC83C-7BCC-4028-87CA-769DB1CE95A6}" srcId="{9480F9DE-81D8-4D09-9AFF-CA858A619F5C}" destId="{9A178E6A-B322-4B78-AE9D-A0CE1F52D661}" srcOrd="0" destOrd="0" parTransId="{084001BE-F118-4F0F-974E-D8618378D59B}" sibTransId="{6D2D9A7C-53B1-4CA0-8A51-B756A24E93A7}"/>
    <dgm:cxn modelId="{12E28740-6A8B-4598-92B8-40FF302A707C}" srcId="{9480F9DE-81D8-4D09-9AFF-CA858A619F5C}" destId="{85AD6890-BBB9-4757-AF03-8811E481FC11}" srcOrd="1" destOrd="0" parTransId="{53D72933-F7F4-4DC6-A468-DBCC8A08D429}" sibTransId="{C16B82A4-B0F8-48B4-90C8-ADDC4137E756}"/>
    <dgm:cxn modelId="{2D976446-9706-425C-BC1B-F4ED077FCDE9}" type="presOf" srcId="{1361647E-194F-4EED-8CD3-2A48B4443C14}" destId="{96ED0242-22E5-4256-806E-B9DA7DD62936}" srcOrd="0" destOrd="1" presId="urn:microsoft.com/office/officeart/2005/8/layout/list1"/>
    <dgm:cxn modelId="{7C554A67-A95A-4EE2-9721-0D936CE7BB8C}" srcId="{632E3F5E-7FE4-4B7F-A6C3-A5929FB5EBB4}" destId="{00B389C8-E17A-4E01-873E-6F8376A34F86}" srcOrd="0" destOrd="0" parTransId="{5721724B-6533-46C2-B854-4544249DC994}" sibTransId="{0D38DDF8-BD76-4353-A4FD-CADF1F7B558A}"/>
    <dgm:cxn modelId="{F8F1376C-16CE-4F80-AF4E-3B0B011A6B1E}" srcId="{A9F48135-02FD-420B-9001-D13FA56D2943}" destId="{98018C80-38DB-47AF-8BFD-24BE83876913}" srcOrd="0" destOrd="0" parTransId="{E2FBB2B2-FA8B-4878-A338-44D0B8354C57}" sibTransId="{B29B2258-F28E-40B1-9255-E6B1C0CF5F1C}"/>
    <dgm:cxn modelId="{10347A53-F0A7-4AD1-82B1-DA6560C4C460}" srcId="{1412039F-94D5-4EDB-AFF6-FD5CC817E779}" destId="{9480F9DE-81D8-4D09-9AFF-CA858A619F5C}" srcOrd="2" destOrd="0" parTransId="{BD9FBDF2-17E8-4486-BEC6-023AC6C3EA0E}" sibTransId="{6A8AE981-51DC-4D48-83DA-4463B29D9C0D}"/>
    <dgm:cxn modelId="{3AF41375-5444-46EA-AC56-38268C7B5754}" type="presOf" srcId="{9A178E6A-B322-4B78-AE9D-A0CE1F52D661}" destId="{2FB9A0AE-979A-4346-B615-0115CE376F00}" srcOrd="0" destOrd="0" presId="urn:microsoft.com/office/officeart/2005/8/layout/list1"/>
    <dgm:cxn modelId="{FAB2DC79-2C28-4854-9BE2-2CFBC734A317}" type="presOf" srcId="{2DBE847E-5B7C-421E-B54E-C85FC22FEC7A}" destId="{6901A62D-8600-4847-B1A7-73BCD8DBB981}" srcOrd="1" destOrd="0" presId="urn:microsoft.com/office/officeart/2005/8/layout/list1"/>
    <dgm:cxn modelId="{DD4DEC80-D48E-4E5A-84E3-E8B42029AEDD}" type="presOf" srcId="{85AD6890-BBB9-4757-AF03-8811E481FC11}" destId="{2FB9A0AE-979A-4346-B615-0115CE376F00}" srcOrd="0" destOrd="1" presId="urn:microsoft.com/office/officeart/2005/8/layout/list1"/>
    <dgm:cxn modelId="{0A6B1984-E832-49EB-B1F4-63C030E671FD}" type="presOf" srcId="{4298810E-E413-4A04-9DA6-E44E5457AB54}" destId="{00BB6269-CEBC-4693-A74B-AF505F1A9F4B}" srcOrd="0" destOrd="0" presId="urn:microsoft.com/office/officeart/2005/8/layout/list1"/>
    <dgm:cxn modelId="{5097F585-9514-4381-A643-6F561028B4B2}" type="presOf" srcId="{A9F48135-02FD-420B-9001-D13FA56D2943}" destId="{134E9C82-BBED-4283-BB55-6CC5AE72EBBE}" srcOrd="0" destOrd="0" presId="urn:microsoft.com/office/officeart/2005/8/layout/list1"/>
    <dgm:cxn modelId="{B5282D8B-6C3A-4244-ABD2-3DA3E6F56A11}" srcId="{1412039F-94D5-4EDB-AFF6-FD5CC817E779}" destId="{2DBE847E-5B7C-421E-B54E-C85FC22FEC7A}" srcOrd="4" destOrd="0" parTransId="{F6FABCCE-D902-4799-9298-B1CD3DE45B29}" sibTransId="{325E5293-80BC-427F-80A3-C3A116336B41}"/>
    <dgm:cxn modelId="{E890BE8B-5962-4B98-B435-D31BFF809DA5}" type="presOf" srcId="{A9F48135-02FD-420B-9001-D13FA56D2943}" destId="{7D8B331C-4851-4EEF-86B6-A515403DA1AB}" srcOrd="1" destOrd="0" presId="urn:microsoft.com/office/officeart/2005/8/layout/list1"/>
    <dgm:cxn modelId="{0D345CA1-A8D1-4028-9CF6-9DDACFB186D3}" type="presOf" srcId="{632E3F5E-7FE4-4B7F-A6C3-A5929FB5EBB4}" destId="{657A98CD-8580-47B8-91A1-B378C2573A49}" srcOrd="1" destOrd="0" presId="urn:microsoft.com/office/officeart/2005/8/layout/list1"/>
    <dgm:cxn modelId="{32028EA2-33CD-43F6-955E-F5E148CBF23B}" type="presOf" srcId="{730F128F-797A-4697-A822-E15D1B742529}" destId="{96ED0242-22E5-4256-806E-B9DA7DD62936}" srcOrd="0" destOrd="0" presId="urn:microsoft.com/office/officeart/2005/8/layout/list1"/>
    <dgm:cxn modelId="{1E15D4A6-4291-473E-ACE7-C4A552AE0049}" type="presOf" srcId="{26553014-E8D0-4A2C-8C54-E8A2A8CB572F}" destId="{0DEDBE97-B04B-4586-9F41-FE21A58350FD}" srcOrd="1" destOrd="0" presId="urn:microsoft.com/office/officeart/2005/8/layout/list1"/>
    <dgm:cxn modelId="{B4B76FA8-9148-43C2-A9BF-3E6B36EA0D5B}" type="presOf" srcId="{9480F9DE-81D8-4D09-9AFF-CA858A619F5C}" destId="{39B14D5C-5E2D-4EDB-B697-CDA4D925A02A}" srcOrd="1" destOrd="0" presId="urn:microsoft.com/office/officeart/2005/8/layout/list1"/>
    <dgm:cxn modelId="{A7E6C6B6-BDC9-44C4-8144-1FD3E63AA2A5}" type="presOf" srcId="{98018C80-38DB-47AF-8BFD-24BE83876913}" destId="{68825167-1815-495E-855B-3E4BD9806305}" srcOrd="0" destOrd="0" presId="urn:microsoft.com/office/officeart/2005/8/layout/list1"/>
    <dgm:cxn modelId="{8CC99ABB-2238-4C15-8039-9E8A0D8DB8EC}" srcId="{2DBE847E-5B7C-421E-B54E-C85FC22FEC7A}" destId="{1361647E-194F-4EED-8CD3-2A48B4443C14}" srcOrd="1" destOrd="0" parTransId="{1E80ADDB-B268-4EE0-92AB-16E50F9FC443}" sibTransId="{1C7F7F9C-A0E8-4AE8-8650-3A7F762C1252}"/>
    <dgm:cxn modelId="{7C8C89BC-3926-4358-875D-505B532C46EB}" type="presOf" srcId="{00B389C8-E17A-4E01-873E-6F8376A34F86}" destId="{307334AA-BF54-4D4D-98BE-4004DD7E6A85}" srcOrd="0" destOrd="0" presId="urn:microsoft.com/office/officeart/2005/8/layout/list1"/>
    <dgm:cxn modelId="{5C5A4EBF-1665-4EC8-818A-5AB16B131C65}" srcId="{1412039F-94D5-4EDB-AFF6-FD5CC817E779}" destId="{A9F48135-02FD-420B-9001-D13FA56D2943}" srcOrd="3" destOrd="0" parTransId="{F08CB0B9-3F54-46D9-8709-DD6EBBC97B05}" sibTransId="{2CF148C5-A58A-4D58-BDBD-1AE4A40C125E}"/>
    <dgm:cxn modelId="{AA780CC2-7AE1-49C1-805A-A7A8959A10AF}" type="presOf" srcId="{2DBE847E-5B7C-421E-B54E-C85FC22FEC7A}" destId="{0B105922-BA85-4D41-B102-1AB1D710C482}" srcOrd="0" destOrd="0" presId="urn:microsoft.com/office/officeart/2005/8/layout/list1"/>
    <dgm:cxn modelId="{FE68FEC7-7232-499E-A793-5E1547BCA6DC}" srcId="{2DBE847E-5B7C-421E-B54E-C85FC22FEC7A}" destId="{730F128F-797A-4697-A822-E15D1B742529}" srcOrd="0" destOrd="0" parTransId="{48619EB1-AC4E-4042-BDD6-CFEF219DB796}" sibTransId="{F8893472-0C89-4D7E-BD2B-F300133F3FAD}"/>
    <dgm:cxn modelId="{D1EC68C9-8D31-4F15-B0EB-DCCBD78B050D}" type="presOf" srcId="{26553014-E8D0-4A2C-8C54-E8A2A8CB572F}" destId="{3F731113-3260-455E-AC0A-667EC7D5A582}" srcOrd="0" destOrd="0" presId="urn:microsoft.com/office/officeart/2005/8/layout/list1"/>
    <dgm:cxn modelId="{596E6FD1-27C5-4470-85C0-248251D7EFC7}" srcId="{26553014-E8D0-4A2C-8C54-E8A2A8CB572F}" destId="{4298810E-E413-4A04-9DA6-E44E5457AB54}" srcOrd="0" destOrd="0" parTransId="{4FD8795C-173F-4DAB-9B55-D38C90D8ABB5}" sibTransId="{BBB696BD-2B76-466F-8FDC-10BF9AEDEE47}"/>
    <dgm:cxn modelId="{6247ECDB-E5FC-477B-A122-2ED213D00663}" srcId="{A9F48135-02FD-420B-9001-D13FA56D2943}" destId="{030EA0FD-04A1-474F-A7DC-A1864DA2A6B9}" srcOrd="2" destOrd="0" parTransId="{5959C929-0B5A-4437-A1CD-A0F753A693DF}" sibTransId="{47286E59-6EB1-4D86-B65B-AA8E7D857DC3}"/>
    <dgm:cxn modelId="{96309FE9-8692-4D69-9888-1DBE84D0F2C1}" type="presOf" srcId="{9480F9DE-81D8-4D09-9AFF-CA858A619F5C}" destId="{2FD937AF-1F27-41A3-B9EA-47E6BA4C8BCC}" srcOrd="0" destOrd="0" presId="urn:microsoft.com/office/officeart/2005/8/layout/list1"/>
    <dgm:cxn modelId="{2DD29BF2-F421-4652-B27A-65C66D8B6EB8}" srcId="{1412039F-94D5-4EDB-AFF6-FD5CC817E779}" destId="{26553014-E8D0-4A2C-8C54-E8A2A8CB572F}" srcOrd="0" destOrd="0" parTransId="{E3255818-2D8D-4886-91FC-4D0C9D1CA416}" sibTransId="{1EFF60F7-6981-4C84-8B35-F00C72FD6134}"/>
    <dgm:cxn modelId="{C56AC0F6-CECA-4022-8DF7-6601BF584274}" srcId="{A9F48135-02FD-420B-9001-D13FA56D2943}" destId="{8C1CB3CC-CFE4-427C-923F-D7EBDA8550AC}" srcOrd="1" destOrd="0" parTransId="{958EF0E1-E11C-4396-B41A-84212CAD5427}" sibTransId="{CA7C255E-418A-4229-879F-AD28C8BEDEE9}"/>
    <dgm:cxn modelId="{8FF2B6FA-626A-4ACB-A3EE-1AFDE285CACC}" type="presOf" srcId="{8C1CB3CC-CFE4-427C-923F-D7EBDA8550AC}" destId="{68825167-1815-495E-855B-3E4BD9806305}" srcOrd="0" destOrd="1" presId="urn:microsoft.com/office/officeart/2005/8/layout/list1"/>
    <dgm:cxn modelId="{1128DAFA-DFAC-4BD6-BF6A-B8E7C160F95A}" type="presOf" srcId="{632E3F5E-7FE4-4B7F-A6C3-A5929FB5EBB4}" destId="{2FB74C46-CAE4-446B-BE66-478B9E6EEDD4}" srcOrd="0" destOrd="0" presId="urn:microsoft.com/office/officeart/2005/8/layout/list1"/>
    <dgm:cxn modelId="{1F756EFD-AAB6-4C08-A50E-5BF773157C5B}" srcId="{1412039F-94D5-4EDB-AFF6-FD5CC817E779}" destId="{632E3F5E-7FE4-4B7F-A6C3-A5929FB5EBB4}" srcOrd="1" destOrd="0" parTransId="{FF7E7F7C-7A7B-415C-9903-11744247D584}" sibTransId="{DE6308F8-D8C9-4ACA-B31D-C20B72F167D8}"/>
    <dgm:cxn modelId="{4D0924A6-5276-424A-8603-CC896C84E53A}" type="presParOf" srcId="{0B0B927B-0506-4088-807F-09C7B0F2B1DB}" destId="{B22D7F95-40F2-46ED-87F7-EFBF5F863F11}" srcOrd="0" destOrd="0" presId="urn:microsoft.com/office/officeart/2005/8/layout/list1"/>
    <dgm:cxn modelId="{CD8E9B8A-1BDD-4703-906E-DF601D0FC21D}" type="presParOf" srcId="{B22D7F95-40F2-46ED-87F7-EFBF5F863F11}" destId="{3F731113-3260-455E-AC0A-667EC7D5A582}" srcOrd="0" destOrd="0" presId="urn:microsoft.com/office/officeart/2005/8/layout/list1"/>
    <dgm:cxn modelId="{1A953952-516E-45F0-B705-7E31CE1736B8}" type="presParOf" srcId="{B22D7F95-40F2-46ED-87F7-EFBF5F863F11}" destId="{0DEDBE97-B04B-4586-9F41-FE21A58350FD}" srcOrd="1" destOrd="0" presId="urn:microsoft.com/office/officeart/2005/8/layout/list1"/>
    <dgm:cxn modelId="{AA804DE6-4482-4FF3-A380-38EF3D0BAC9A}" type="presParOf" srcId="{0B0B927B-0506-4088-807F-09C7B0F2B1DB}" destId="{246F0AC6-30F4-4526-8A44-41F1FAF6414B}" srcOrd="1" destOrd="0" presId="urn:microsoft.com/office/officeart/2005/8/layout/list1"/>
    <dgm:cxn modelId="{34B1BF6A-1CEF-4BB3-A833-4EBCBDB90F7A}" type="presParOf" srcId="{0B0B927B-0506-4088-807F-09C7B0F2B1DB}" destId="{00BB6269-CEBC-4693-A74B-AF505F1A9F4B}" srcOrd="2" destOrd="0" presId="urn:microsoft.com/office/officeart/2005/8/layout/list1"/>
    <dgm:cxn modelId="{39169DFD-CC3A-4C3A-8E0F-E6D5C9F88880}" type="presParOf" srcId="{0B0B927B-0506-4088-807F-09C7B0F2B1DB}" destId="{D82DE325-DD80-425A-87AA-B7C50D447F70}" srcOrd="3" destOrd="0" presId="urn:microsoft.com/office/officeart/2005/8/layout/list1"/>
    <dgm:cxn modelId="{1DFCE2E1-EB22-4300-8F4C-C54A0CBD7418}" type="presParOf" srcId="{0B0B927B-0506-4088-807F-09C7B0F2B1DB}" destId="{F26AE1FC-E218-4F4F-A2E2-A0C7218BF024}" srcOrd="4" destOrd="0" presId="urn:microsoft.com/office/officeart/2005/8/layout/list1"/>
    <dgm:cxn modelId="{7AB5D780-76B6-4048-AD17-73C2FDCF43B8}" type="presParOf" srcId="{F26AE1FC-E218-4F4F-A2E2-A0C7218BF024}" destId="{2FB74C46-CAE4-446B-BE66-478B9E6EEDD4}" srcOrd="0" destOrd="0" presId="urn:microsoft.com/office/officeart/2005/8/layout/list1"/>
    <dgm:cxn modelId="{7EFA7827-7FA0-4B14-9C49-BFB2380C73C1}" type="presParOf" srcId="{F26AE1FC-E218-4F4F-A2E2-A0C7218BF024}" destId="{657A98CD-8580-47B8-91A1-B378C2573A49}" srcOrd="1" destOrd="0" presId="urn:microsoft.com/office/officeart/2005/8/layout/list1"/>
    <dgm:cxn modelId="{D8CA6E88-D111-47E7-86D7-A4682DFB3D83}" type="presParOf" srcId="{0B0B927B-0506-4088-807F-09C7B0F2B1DB}" destId="{68B2B441-373F-4474-AE9A-A5D7C6AD3772}" srcOrd="5" destOrd="0" presId="urn:microsoft.com/office/officeart/2005/8/layout/list1"/>
    <dgm:cxn modelId="{B4F9BE07-785B-4976-B869-5D1D79F2C15E}" type="presParOf" srcId="{0B0B927B-0506-4088-807F-09C7B0F2B1DB}" destId="{307334AA-BF54-4D4D-98BE-4004DD7E6A85}" srcOrd="6" destOrd="0" presId="urn:microsoft.com/office/officeart/2005/8/layout/list1"/>
    <dgm:cxn modelId="{6E08A7EF-018F-48F6-BB11-FDE3F83087E7}" type="presParOf" srcId="{0B0B927B-0506-4088-807F-09C7B0F2B1DB}" destId="{9969A777-5BD2-4C16-AF7D-7986BF542E2C}" srcOrd="7" destOrd="0" presId="urn:microsoft.com/office/officeart/2005/8/layout/list1"/>
    <dgm:cxn modelId="{6933A260-21DF-49CD-818B-C2611919B156}" type="presParOf" srcId="{0B0B927B-0506-4088-807F-09C7B0F2B1DB}" destId="{89FE6B1E-7820-4373-A06E-C45468D83652}" srcOrd="8" destOrd="0" presId="urn:microsoft.com/office/officeart/2005/8/layout/list1"/>
    <dgm:cxn modelId="{9980F823-B41E-4FAB-825F-C3A2723937F4}" type="presParOf" srcId="{89FE6B1E-7820-4373-A06E-C45468D83652}" destId="{2FD937AF-1F27-41A3-B9EA-47E6BA4C8BCC}" srcOrd="0" destOrd="0" presId="urn:microsoft.com/office/officeart/2005/8/layout/list1"/>
    <dgm:cxn modelId="{EC22718B-C9FD-430D-8595-7FA70801F79E}" type="presParOf" srcId="{89FE6B1E-7820-4373-A06E-C45468D83652}" destId="{39B14D5C-5E2D-4EDB-B697-CDA4D925A02A}" srcOrd="1" destOrd="0" presId="urn:microsoft.com/office/officeart/2005/8/layout/list1"/>
    <dgm:cxn modelId="{88702F26-076D-4D6C-9745-DFB0B043CCCA}" type="presParOf" srcId="{0B0B927B-0506-4088-807F-09C7B0F2B1DB}" destId="{EDB69BED-0BB0-4400-B457-B146EFA2DAF6}" srcOrd="9" destOrd="0" presId="urn:microsoft.com/office/officeart/2005/8/layout/list1"/>
    <dgm:cxn modelId="{4DEFDEF0-2040-4CB9-B986-82AD3A7FAC7B}" type="presParOf" srcId="{0B0B927B-0506-4088-807F-09C7B0F2B1DB}" destId="{2FB9A0AE-979A-4346-B615-0115CE376F00}" srcOrd="10" destOrd="0" presId="urn:microsoft.com/office/officeart/2005/8/layout/list1"/>
    <dgm:cxn modelId="{02AC8A72-4F3D-4BB0-8913-F3B0E529A2B0}" type="presParOf" srcId="{0B0B927B-0506-4088-807F-09C7B0F2B1DB}" destId="{5F549934-8789-4F25-8159-365F82604C59}" srcOrd="11" destOrd="0" presId="urn:microsoft.com/office/officeart/2005/8/layout/list1"/>
    <dgm:cxn modelId="{135BE7B1-E955-4406-9E2F-7E569D569154}" type="presParOf" srcId="{0B0B927B-0506-4088-807F-09C7B0F2B1DB}" destId="{2FC51D48-50EA-4B56-965E-A6859F154E8D}" srcOrd="12" destOrd="0" presId="urn:microsoft.com/office/officeart/2005/8/layout/list1"/>
    <dgm:cxn modelId="{15DBB309-5609-46BE-801B-1465DBD5B68F}" type="presParOf" srcId="{2FC51D48-50EA-4B56-965E-A6859F154E8D}" destId="{134E9C82-BBED-4283-BB55-6CC5AE72EBBE}" srcOrd="0" destOrd="0" presId="urn:microsoft.com/office/officeart/2005/8/layout/list1"/>
    <dgm:cxn modelId="{959E3936-DAA2-4A93-923C-306514F40200}" type="presParOf" srcId="{2FC51D48-50EA-4B56-965E-A6859F154E8D}" destId="{7D8B331C-4851-4EEF-86B6-A515403DA1AB}" srcOrd="1" destOrd="0" presId="urn:microsoft.com/office/officeart/2005/8/layout/list1"/>
    <dgm:cxn modelId="{F48D8BCA-2E19-43EB-AC39-85EEB55D8D1F}" type="presParOf" srcId="{0B0B927B-0506-4088-807F-09C7B0F2B1DB}" destId="{DE4609A7-0FA8-4177-ACCB-A832B1EA92AB}" srcOrd="13" destOrd="0" presId="urn:microsoft.com/office/officeart/2005/8/layout/list1"/>
    <dgm:cxn modelId="{9E9BAF09-90AC-4544-8AFE-B978FAE53000}" type="presParOf" srcId="{0B0B927B-0506-4088-807F-09C7B0F2B1DB}" destId="{68825167-1815-495E-855B-3E4BD9806305}" srcOrd="14" destOrd="0" presId="urn:microsoft.com/office/officeart/2005/8/layout/list1"/>
    <dgm:cxn modelId="{3520DD20-9C79-47F9-AE1C-592F9F2371F5}" type="presParOf" srcId="{0B0B927B-0506-4088-807F-09C7B0F2B1DB}" destId="{8A89CE94-F83B-4312-A48D-8DD912D9356D}" srcOrd="15" destOrd="0" presId="urn:microsoft.com/office/officeart/2005/8/layout/list1"/>
    <dgm:cxn modelId="{18A4AD94-4B6C-4F4D-B0F4-E1A98D272FDF}" type="presParOf" srcId="{0B0B927B-0506-4088-807F-09C7B0F2B1DB}" destId="{5F807745-FDC9-47F5-83BD-501F53FEB864}" srcOrd="16" destOrd="0" presId="urn:microsoft.com/office/officeart/2005/8/layout/list1"/>
    <dgm:cxn modelId="{A0D8E535-1E13-41CA-A462-4D6B573A4C51}" type="presParOf" srcId="{5F807745-FDC9-47F5-83BD-501F53FEB864}" destId="{0B105922-BA85-4D41-B102-1AB1D710C482}" srcOrd="0" destOrd="0" presId="urn:microsoft.com/office/officeart/2005/8/layout/list1"/>
    <dgm:cxn modelId="{77DDB842-AAF4-46BD-812A-8D133166493F}" type="presParOf" srcId="{5F807745-FDC9-47F5-83BD-501F53FEB864}" destId="{6901A62D-8600-4847-B1A7-73BCD8DBB981}" srcOrd="1" destOrd="0" presId="urn:microsoft.com/office/officeart/2005/8/layout/list1"/>
    <dgm:cxn modelId="{B44DE314-5022-4C0D-9B5D-403E233F62E1}" type="presParOf" srcId="{0B0B927B-0506-4088-807F-09C7B0F2B1DB}" destId="{6838ED5D-A79E-4ADE-B3E7-3BDF6FC9FB6E}" srcOrd="17" destOrd="0" presId="urn:microsoft.com/office/officeart/2005/8/layout/list1"/>
    <dgm:cxn modelId="{F574406E-F14B-4C97-8874-3E2BC390A65C}" type="presParOf" srcId="{0B0B927B-0506-4088-807F-09C7B0F2B1DB}" destId="{96ED0242-22E5-4256-806E-B9DA7DD62936}"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BB6269-CEBC-4693-A74B-AF505F1A9F4B}">
      <dsp:nvSpPr>
        <dsp:cNvPr id="0" name=""/>
        <dsp:cNvSpPr/>
      </dsp:nvSpPr>
      <dsp:spPr>
        <a:xfrm>
          <a:off x="0" y="148908"/>
          <a:ext cx="9910120" cy="708750"/>
        </a:xfrm>
        <a:prstGeom prst="rect">
          <a:avLst/>
        </a:prstGeom>
        <a:solidFill>
          <a:schemeClr val="lt1">
            <a:alpha val="90000"/>
            <a:hueOff val="0"/>
            <a:satOff val="0"/>
            <a:lumOff val="0"/>
            <a:alphaOff val="0"/>
          </a:schemeClr>
        </a:solidFill>
        <a:ln w="9525" cap="flat" cmpd="sng" algn="ctr">
          <a:solidFill>
            <a:schemeClr val="accent3">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9135" tIns="374904" rIns="769135"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latin typeface="Cambria Math" panose="02040503050406030204" pitchFamily="18" charset="0"/>
              <a:ea typeface="Cambria Math" panose="02040503050406030204" pitchFamily="18" charset="0"/>
              <a:cs typeface="Arial" panose="020B0604020202020204" pitchFamily="34" charset="0"/>
            </a:rPr>
            <a:t> No makeups for these quizzes. Lowest 6 quiz scores for the semester dropped.</a:t>
          </a:r>
        </a:p>
      </dsp:txBody>
      <dsp:txXfrm>
        <a:off x="0" y="148908"/>
        <a:ext cx="9910120" cy="708750"/>
      </dsp:txXfrm>
    </dsp:sp>
    <dsp:sp modelId="{0DEDBE97-B04B-4586-9F41-FE21A58350FD}">
      <dsp:nvSpPr>
        <dsp:cNvPr id="0" name=""/>
        <dsp:cNvSpPr/>
      </dsp:nvSpPr>
      <dsp:spPr>
        <a:xfrm>
          <a:off x="466320" y="49682"/>
          <a:ext cx="6937084" cy="384364"/>
        </a:xfrm>
        <a:prstGeom prst="roundRect">
          <a:avLst/>
        </a:prstGeom>
        <a:solidFill>
          <a:srgbClr val="C00000"/>
        </a:soli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2205" tIns="0" rIns="262205"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mbria Math" panose="02040503050406030204" pitchFamily="18" charset="0"/>
              <a:ea typeface="Cambria Math" panose="02040503050406030204" pitchFamily="18" charset="0"/>
              <a:cs typeface="Arial" panose="020B0604020202020204" pitchFamily="34" charset="0"/>
            </a:rPr>
            <a:t>20%  Prepare Reading and Post Discussion Quizzes</a:t>
          </a:r>
        </a:p>
      </dsp:txBody>
      <dsp:txXfrm>
        <a:off x="485083" y="68445"/>
        <a:ext cx="6899558" cy="346838"/>
      </dsp:txXfrm>
    </dsp:sp>
    <dsp:sp modelId="{307334AA-BF54-4D4D-98BE-4004DD7E6A85}">
      <dsp:nvSpPr>
        <dsp:cNvPr id="0" name=""/>
        <dsp:cNvSpPr/>
      </dsp:nvSpPr>
      <dsp:spPr>
        <a:xfrm>
          <a:off x="0" y="1052900"/>
          <a:ext cx="9910120" cy="708750"/>
        </a:xfrm>
        <a:prstGeom prst="rect">
          <a:avLst/>
        </a:prstGeom>
        <a:solidFill>
          <a:schemeClr val="lt1">
            <a:alpha val="90000"/>
            <a:hueOff val="0"/>
            <a:satOff val="0"/>
            <a:lumOff val="0"/>
            <a:alphaOff val="0"/>
          </a:schemeClr>
        </a:solidFill>
        <a:ln w="9525" cap="flat" cmpd="sng" algn="ctr">
          <a:solidFill>
            <a:schemeClr val="accent3">
              <a:alpha val="90000"/>
              <a:hueOff val="0"/>
              <a:satOff val="0"/>
              <a:lumOff val="0"/>
              <a:alphaOff val="-1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9135" tIns="374904" rIns="769135"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latin typeface="Cambria Math" panose="02040503050406030204" pitchFamily="18" charset="0"/>
              <a:ea typeface="Cambria Math" panose="02040503050406030204" pitchFamily="18" charset="0"/>
              <a:cs typeface="Arial" panose="020B0604020202020204" pitchFamily="34" charset="0"/>
            </a:rPr>
            <a:t> Encouraged to collaborate, but turn in your unique work submission and not someone else's.</a:t>
          </a:r>
        </a:p>
      </dsp:txBody>
      <dsp:txXfrm>
        <a:off x="0" y="1052900"/>
        <a:ext cx="9910120" cy="708750"/>
      </dsp:txXfrm>
    </dsp:sp>
    <dsp:sp modelId="{657A98CD-8580-47B8-91A1-B378C2573A49}">
      <dsp:nvSpPr>
        <dsp:cNvPr id="0" name=""/>
        <dsp:cNvSpPr/>
      </dsp:nvSpPr>
      <dsp:spPr>
        <a:xfrm>
          <a:off x="466320" y="974317"/>
          <a:ext cx="6937084" cy="363721"/>
        </a:xfrm>
        <a:prstGeom prst="roundRect">
          <a:avLst/>
        </a:prstGeom>
        <a:solidFill>
          <a:srgbClr val="C00000"/>
        </a:soli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2205" tIns="0" rIns="262205"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mbria Math" panose="02040503050406030204" pitchFamily="18" charset="0"/>
              <a:ea typeface="Cambria Math" panose="02040503050406030204" pitchFamily="18" charset="0"/>
              <a:cs typeface="Arial" panose="020B0604020202020204" pitchFamily="34" charset="0"/>
            </a:rPr>
            <a:t>20% Homework </a:t>
          </a:r>
        </a:p>
      </dsp:txBody>
      <dsp:txXfrm>
        <a:off x="484075" y="992072"/>
        <a:ext cx="6901574" cy="328211"/>
      </dsp:txXfrm>
    </dsp:sp>
    <dsp:sp modelId="{2FB9A0AE-979A-4346-B615-0115CE376F00}">
      <dsp:nvSpPr>
        <dsp:cNvPr id="0" name=""/>
        <dsp:cNvSpPr/>
      </dsp:nvSpPr>
      <dsp:spPr>
        <a:xfrm>
          <a:off x="0" y="1970462"/>
          <a:ext cx="9910120" cy="963900"/>
        </a:xfrm>
        <a:prstGeom prst="rect">
          <a:avLst/>
        </a:prstGeom>
        <a:solidFill>
          <a:schemeClr val="lt1">
            <a:alpha val="90000"/>
            <a:hueOff val="0"/>
            <a:satOff val="0"/>
            <a:lumOff val="0"/>
            <a:alphaOff val="0"/>
          </a:schemeClr>
        </a:solidFill>
        <a:ln w="9525" cap="flat" cmpd="sng" algn="ctr">
          <a:solidFill>
            <a:schemeClr val="accent3">
              <a:alpha val="90000"/>
              <a:hueOff val="0"/>
              <a:satOff val="0"/>
              <a:lumOff val="0"/>
              <a:alphaOff val="-2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9135" tIns="374904" rIns="769135"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latin typeface="Cambria Math" panose="02040503050406030204" pitchFamily="18" charset="0"/>
              <a:ea typeface="Cambria Math" panose="02040503050406030204" pitchFamily="18" charset="0"/>
              <a:cs typeface="Arial" panose="020B0604020202020204" pitchFamily="34" charset="0"/>
            </a:rPr>
            <a:t> Software Labs to be done individually, although you are encouraged to help others out.</a:t>
          </a:r>
        </a:p>
        <a:p>
          <a:pPr marL="171450" lvl="1" indent="-171450" algn="l" defTabSz="711200">
            <a:lnSpc>
              <a:spcPct val="90000"/>
            </a:lnSpc>
            <a:spcBef>
              <a:spcPct val="0"/>
            </a:spcBef>
            <a:spcAft>
              <a:spcPct val="15000"/>
            </a:spcAft>
            <a:buChar char="•"/>
          </a:pPr>
          <a:r>
            <a:rPr lang="en-US" sz="1600" kern="1200" dirty="0">
              <a:latin typeface="Cambria Math" panose="02040503050406030204" pitchFamily="18" charset="0"/>
              <a:ea typeface="Cambria Math" panose="02040503050406030204" pitchFamily="18" charset="0"/>
              <a:cs typeface="Arial" panose="020B0604020202020204" pitchFamily="34" charset="0"/>
            </a:rPr>
            <a:t>Can work in pairs for hardware labs, using </a:t>
          </a:r>
          <a:r>
            <a:rPr lang="en-US" sz="1600" kern="1200" dirty="0" err="1">
              <a:latin typeface="Cambria Math" panose="02040503050406030204" pitchFamily="18" charset="0"/>
              <a:ea typeface="Cambria Math" panose="02040503050406030204" pitchFamily="18" charset="0"/>
              <a:cs typeface="Arial" panose="020B0604020202020204" pitchFamily="34" charset="0"/>
            </a:rPr>
            <a:t>VirtualBench</a:t>
          </a:r>
          <a:r>
            <a:rPr lang="en-US" sz="1600" kern="1200" dirty="0">
              <a:latin typeface="Cambria Math" panose="02040503050406030204" pitchFamily="18" charset="0"/>
              <a:ea typeface="Cambria Math" panose="02040503050406030204" pitchFamily="18" charset="0"/>
              <a:cs typeface="Arial" panose="020B0604020202020204" pitchFamily="34" charset="0"/>
            </a:rPr>
            <a:t> equipment in STC-215.</a:t>
          </a:r>
        </a:p>
      </dsp:txBody>
      <dsp:txXfrm>
        <a:off x="0" y="1970462"/>
        <a:ext cx="9910120" cy="963900"/>
      </dsp:txXfrm>
    </dsp:sp>
    <dsp:sp modelId="{39B14D5C-5E2D-4EDB-B697-CDA4D925A02A}">
      <dsp:nvSpPr>
        <dsp:cNvPr id="0" name=""/>
        <dsp:cNvSpPr/>
      </dsp:nvSpPr>
      <dsp:spPr>
        <a:xfrm>
          <a:off x="466320" y="1878308"/>
          <a:ext cx="6937084" cy="377292"/>
        </a:xfrm>
        <a:prstGeom prst="roundRect">
          <a:avLst/>
        </a:prstGeom>
        <a:solidFill>
          <a:srgbClr val="C00000"/>
        </a:soli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2205" tIns="0" rIns="262205"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mbria Math" panose="02040503050406030204" pitchFamily="18" charset="0"/>
              <a:ea typeface="Cambria Math" panose="02040503050406030204" pitchFamily="18" charset="0"/>
              <a:cs typeface="Arial" panose="020B0604020202020204" pitchFamily="34" charset="0"/>
            </a:rPr>
            <a:t>20% Labs</a:t>
          </a:r>
        </a:p>
      </dsp:txBody>
      <dsp:txXfrm>
        <a:off x="484738" y="1896726"/>
        <a:ext cx="6900248" cy="340456"/>
      </dsp:txXfrm>
    </dsp:sp>
    <dsp:sp modelId="{68825167-1815-495E-855B-3E4BD9806305}">
      <dsp:nvSpPr>
        <dsp:cNvPr id="0" name=""/>
        <dsp:cNvSpPr/>
      </dsp:nvSpPr>
      <dsp:spPr>
        <a:xfrm>
          <a:off x="0" y="3097397"/>
          <a:ext cx="9910120" cy="1445850"/>
        </a:xfrm>
        <a:prstGeom prst="rect">
          <a:avLst/>
        </a:prstGeom>
        <a:solidFill>
          <a:schemeClr val="lt1">
            <a:alpha val="90000"/>
            <a:hueOff val="0"/>
            <a:satOff val="0"/>
            <a:lumOff val="0"/>
            <a:alphaOff val="0"/>
          </a:schemeClr>
        </a:solidFill>
        <a:ln w="9525" cap="flat" cmpd="sng" algn="ctr">
          <a:solidFill>
            <a:schemeClr val="accent3">
              <a:alpha val="90000"/>
              <a:hueOff val="0"/>
              <a:satOff val="0"/>
              <a:lumOff val="0"/>
              <a:alphaOff val="-3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9135" tIns="374904" rIns="769135"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latin typeface="Cambria Math" panose="02040503050406030204" pitchFamily="18" charset="0"/>
              <a:ea typeface="Cambria Math" panose="02040503050406030204" pitchFamily="18" charset="0"/>
              <a:cs typeface="Arial" panose="020B0604020202020204" pitchFamily="34" charset="0"/>
            </a:rPr>
            <a:t>Midterm and Final exams in the Testing Center with access to an Equation Sheet, along with your personal calculator and 3 X 5 note card.</a:t>
          </a:r>
        </a:p>
        <a:p>
          <a:pPr marL="171450" lvl="1" indent="-171450" algn="l" defTabSz="711200">
            <a:lnSpc>
              <a:spcPct val="90000"/>
            </a:lnSpc>
            <a:spcBef>
              <a:spcPct val="0"/>
            </a:spcBef>
            <a:spcAft>
              <a:spcPct val="15000"/>
            </a:spcAft>
            <a:buChar char="•"/>
          </a:pPr>
          <a:r>
            <a:rPr lang="en-US" sz="1600" kern="1200" dirty="0">
              <a:latin typeface="Cambria Math" panose="02040503050406030204" pitchFamily="18" charset="0"/>
              <a:ea typeface="Cambria Math" panose="02040503050406030204" pitchFamily="18" charset="0"/>
              <a:cs typeface="Arial" panose="020B0604020202020204" pitchFamily="34" charset="0"/>
            </a:rPr>
            <a:t>15% Midterm</a:t>
          </a:r>
        </a:p>
        <a:p>
          <a:pPr marL="171450" lvl="1" indent="-171450" algn="l" defTabSz="711200">
            <a:lnSpc>
              <a:spcPct val="90000"/>
            </a:lnSpc>
            <a:spcBef>
              <a:spcPct val="0"/>
            </a:spcBef>
            <a:spcAft>
              <a:spcPct val="15000"/>
            </a:spcAft>
            <a:buChar char="•"/>
          </a:pPr>
          <a:r>
            <a:rPr lang="en-US" sz="1600" kern="1200" dirty="0">
              <a:latin typeface="Cambria Math" panose="02040503050406030204" pitchFamily="18" charset="0"/>
              <a:ea typeface="Cambria Math" panose="02040503050406030204" pitchFamily="18" charset="0"/>
              <a:cs typeface="Arial" panose="020B0604020202020204" pitchFamily="34" charset="0"/>
            </a:rPr>
            <a:t>15% Final.</a:t>
          </a:r>
        </a:p>
      </dsp:txBody>
      <dsp:txXfrm>
        <a:off x="0" y="3097397"/>
        <a:ext cx="9910120" cy="1445850"/>
      </dsp:txXfrm>
    </dsp:sp>
    <dsp:sp modelId="{7D8B331C-4851-4EEF-86B6-A515403DA1AB}">
      <dsp:nvSpPr>
        <dsp:cNvPr id="0" name=""/>
        <dsp:cNvSpPr/>
      </dsp:nvSpPr>
      <dsp:spPr>
        <a:xfrm>
          <a:off x="495506" y="3031562"/>
          <a:ext cx="6937084" cy="331515"/>
        </a:xfrm>
        <a:prstGeom prst="roundRect">
          <a:avLst/>
        </a:prstGeom>
        <a:solidFill>
          <a:srgbClr val="C00000"/>
        </a:soli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2205" tIns="0" rIns="262205"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mbria Math" panose="02040503050406030204" pitchFamily="18" charset="0"/>
              <a:ea typeface="Cambria Math" panose="02040503050406030204" pitchFamily="18" charset="0"/>
              <a:cs typeface="Arial" panose="020B0604020202020204" pitchFamily="34" charset="0"/>
            </a:rPr>
            <a:t>30% Exams</a:t>
          </a:r>
        </a:p>
      </dsp:txBody>
      <dsp:txXfrm>
        <a:off x="511689" y="3047745"/>
        <a:ext cx="6904718" cy="299149"/>
      </dsp:txXfrm>
    </dsp:sp>
    <dsp:sp modelId="{96ED0242-22E5-4256-806E-B9DA7DD62936}">
      <dsp:nvSpPr>
        <dsp:cNvPr id="0" name=""/>
        <dsp:cNvSpPr/>
      </dsp:nvSpPr>
      <dsp:spPr>
        <a:xfrm>
          <a:off x="0" y="4747649"/>
          <a:ext cx="9910120" cy="963900"/>
        </a:xfrm>
        <a:prstGeom prst="rect">
          <a:avLst/>
        </a:prstGeom>
        <a:solidFill>
          <a:schemeClr val="lt1">
            <a:alpha val="90000"/>
            <a:hueOff val="0"/>
            <a:satOff val="0"/>
            <a:lumOff val="0"/>
            <a:alphaOff val="0"/>
          </a:schemeClr>
        </a:solidFill>
        <a:ln w="9525" cap="flat" cmpd="sng" algn="ctr">
          <a:solidFill>
            <a:schemeClr val="accent3">
              <a:alpha val="90000"/>
              <a:hueOff val="0"/>
              <a:satOff val="0"/>
              <a:lumOff val="0"/>
              <a:alphaOff val="-4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9135" tIns="374904" rIns="769135"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latin typeface="Cambria Math" panose="02040503050406030204" pitchFamily="18" charset="0"/>
              <a:ea typeface="Cambria Math" panose="02040503050406030204" pitchFamily="18" charset="0"/>
              <a:cs typeface="Arial" panose="020B0604020202020204" pitchFamily="34" charset="0"/>
            </a:rPr>
            <a:t>Student project involving design and </a:t>
          </a:r>
          <a:r>
            <a:rPr lang="en-US" sz="1600" kern="1200">
              <a:latin typeface="Cambria Math" panose="02040503050406030204" pitchFamily="18" charset="0"/>
              <a:ea typeface="Cambria Math" panose="02040503050406030204" pitchFamily="18" charset="0"/>
              <a:cs typeface="Arial" panose="020B0604020202020204" pitchFamily="34" charset="0"/>
            </a:rPr>
            <a:t>constructi </a:t>
          </a:r>
          <a:r>
            <a:rPr lang="en-US" sz="1600" kern="1200" dirty="0">
              <a:latin typeface="Cambria Math" panose="02040503050406030204" pitchFamily="18" charset="0"/>
              <a:ea typeface="Cambria Math" panose="02040503050406030204" pitchFamily="18" charset="0"/>
              <a:cs typeface="Arial" panose="020B0604020202020204" pitchFamily="34" charset="0"/>
            </a:rPr>
            <a:t>of a power supply, to be done individually.</a:t>
          </a:r>
          <a:endParaRPr lang="en-US" sz="1600" kern="1200" dirty="0"/>
        </a:p>
        <a:p>
          <a:pPr marL="171450" lvl="1" indent="-171450" algn="l" defTabSz="711200">
            <a:lnSpc>
              <a:spcPct val="90000"/>
            </a:lnSpc>
            <a:spcBef>
              <a:spcPct val="0"/>
            </a:spcBef>
            <a:spcAft>
              <a:spcPct val="15000"/>
            </a:spcAft>
            <a:buChar char="•"/>
          </a:pPr>
          <a:r>
            <a:rPr lang="en-US" sz="1600" kern="1200" dirty="0">
              <a:latin typeface="Cambria Math" panose="02040503050406030204" pitchFamily="18" charset="0"/>
              <a:ea typeface="Cambria Math" panose="02040503050406030204" pitchFamily="18" charset="0"/>
              <a:cs typeface="Arial" panose="020B0604020202020204" pitchFamily="34" charset="0"/>
            </a:rPr>
            <a:t>Projects graded on submitted project report which includes performance measurements.  </a:t>
          </a:r>
          <a:endParaRPr lang="en-US" sz="1600" kern="1200" dirty="0"/>
        </a:p>
      </dsp:txBody>
      <dsp:txXfrm>
        <a:off x="0" y="4747649"/>
        <a:ext cx="9910120" cy="963900"/>
      </dsp:txXfrm>
    </dsp:sp>
    <dsp:sp modelId="{6901A62D-8600-4847-B1A7-73BCD8DBB981}">
      <dsp:nvSpPr>
        <dsp:cNvPr id="0" name=""/>
        <dsp:cNvSpPr/>
      </dsp:nvSpPr>
      <dsp:spPr>
        <a:xfrm>
          <a:off x="495506" y="4640447"/>
          <a:ext cx="6937084" cy="372881"/>
        </a:xfrm>
        <a:prstGeom prst="roundRect">
          <a:avLst/>
        </a:prstGeom>
        <a:solidFill>
          <a:srgbClr val="C00000"/>
        </a:soli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2205" tIns="0" rIns="262205"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mbria Math" panose="02040503050406030204" pitchFamily="18" charset="0"/>
              <a:ea typeface="Cambria Math" panose="02040503050406030204" pitchFamily="18" charset="0"/>
              <a:cs typeface="Arial" panose="020B0604020202020204" pitchFamily="34" charset="0"/>
            </a:rPr>
            <a:t>10% Design Project</a:t>
          </a:r>
        </a:p>
      </dsp:txBody>
      <dsp:txXfrm>
        <a:off x="513709" y="4658650"/>
        <a:ext cx="6900678" cy="336475"/>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112404-493B-435F-B8D7-0734CDDEC6BE}" type="datetimeFigureOut">
              <a:rPr lang="en-US" smtClean="0"/>
              <a:t>9/15/2025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AEC318-2DF0-4578-953F-C450987FDBFA}" type="slidenum">
              <a:rPr lang="en-US" smtClean="0"/>
              <a:t>‹#›</a:t>
            </a:fld>
            <a:endParaRPr lang="en-US"/>
          </a:p>
        </p:txBody>
      </p:sp>
    </p:spTree>
    <p:extLst>
      <p:ext uri="{BB962C8B-B14F-4D97-AF65-F5344CB8AC3E}">
        <p14:creationId xmlns:p14="http://schemas.microsoft.com/office/powerpoint/2010/main" val="1051181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9/15/2025 12:06 PM</a:t>
            </a:fld>
            <a:endParaRPr lang="en-US" dirty="0">
              <a:solidFill>
                <a:prstClr val="black"/>
              </a:solidFill>
            </a:endParaRPr>
          </a:p>
        </p:txBody>
      </p:sp>
      <p:sp>
        <p:nvSpPr>
          <p:cNvPr id="6" name="Footer Placeholder 5"/>
          <p:cNvSpPr>
            <a:spLocks noGrp="1"/>
          </p:cNvSpPr>
          <p:nvPr>
            <p:ph type="ftr" sz="quarter" idx="12"/>
          </p:nvPr>
        </p:nvSpPr>
        <p:spPr>
          <a:xfrm>
            <a:off x="0" y="8685213"/>
            <a:ext cx="6172200" cy="457200"/>
          </a:xfrm>
        </p:spPr>
        <p:txBody>
          <a:bodyPr/>
          <a:lstStyle/>
          <a:p>
            <a:r>
              <a:rPr lang="en-US" sz="500" dirty="0">
                <a:solidFill>
                  <a:srgbClr val="000000"/>
                </a:solidFill>
              </a:rPr>
              <a:t>© 2007 Microsoft Corporation. All rights reserved. Microsoft, Windows, Windows Vista and other product names are or may be registered trademarks and/or trademarks in the U.S. and/or other countries.</a:t>
            </a:r>
          </a:p>
          <a:p>
            <a:r>
              <a:rPr lang="en-US" sz="500" dirty="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rPr>
            </a:br>
            <a:r>
              <a:rPr lang="en-US" sz="500" dirty="0">
                <a:solidFill>
                  <a:srgbClr val="000000"/>
                </a:solidFill>
              </a:rPr>
              <a:t>MICROSOFT MAKES NO WARRANTIES, EXPRESS, IMPLIED OR STATUTORY, AS TO THE INFORMATION IN THIS PRESENTATION.</a:t>
            </a:r>
          </a:p>
          <a:p>
            <a:endParaRPr lang="en-US" sz="500" dirty="0">
              <a:solidFill>
                <a:prstClr val="black"/>
              </a:solidFill>
            </a:endParaRPr>
          </a:p>
        </p:txBody>
      </p:sp>
      <p:sp>
        <p:nvSpPr>
          <p:cNvPr id="7" name="Slide Number Placeholder 6"/>
          <p:cNvSpPr>
            <a:spLocks noGrp="1"/>
          </p:cNvSpPr>
          <p:nvPr>
            <p:ph type="sldNum" sz="quarter" idx="13"/>
          </p:nvPr>
        </p:nvSpPr>
        <p:spPr>
          <a:xfrm>
            <a:off x="6172199" y="8685213"/>
            <a:ext cx="684213" cy="457200"/>
          </a:xfrm>
        </p:spPr>
        <p:txBody>
          <a:bodyPr/>
          <a:lstStyle/>
          <a:p>
            <a:fld id="{EC87E0CF-87F6-4B58-B8B8-DCAB2DAAF3CA}"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329069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103376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022478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580087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05397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4183920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4183920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Image by instructor</a:t>
            </a:r>
          </a:p>
          <a:p>
            <a:endParaRPr lang="en-US" dirty="0"/>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rPr>
              <a:t>CS 124 - Lecture 0 - Course Overview </a:t>
            </a: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EC0183-73D3-4F2C-BBF1-786CD4B170DD}"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92018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Image by instructor</a:t>
            </a:r>
          </a:p>
          <a:p>
            <a:endParaRPr lang="en-US" dirty="0"/>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rPr>
              <a:t>CS 124 - Lecture 0 - Course Overview </a:t>
            </a: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EC0183-73D3-4F2C-BBF1-786CD4B170DD}"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225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r>
              <a:rPr lang="en-US" dirty="0"/>
              <a:t>https://</a:t>
            </a:r>
            <a:r>
              <a:rPr lang="en-US" dirty="0" err="1"/>
              <a:t>commons.wikimedia.org</a:t>
            </a:r>
            <a:r>
              <a:rPr lang="en-US" dirty="0"/>
              <a:t>/wiki/File%3ASingle-turn_potentiometer_with_internals_exposed%2C_oblique_view.jpg</a:t>
            </a:r>
          </a:p>
          <a:p>
            <a:endParaRPr lang="en-US" dirty="0"/>
          </a:p>
          <a:p>
            <a:r>
              <a:rPr lang="en-US" dirty="0"/>
              <a:t>https://</a:t>
            </a:r>
            <a:r>
              <a:rPr lang="en-US" dirty="0" err="1"/>
              <a:t>commons.wikimedia.org</a:t>
            </a:r>
            <a:r>
              <a:rPr lang="en-US" dirty="0"/>
              <a:t>/wiki/File%3APotentiometer.jpg</a:t>
            </a:r>
          </a:p>
        </p:txBody>
      </p:sp>
      <p:sp>
        <p:nvSpPr>
          <p:cNvPr id="4" name="Footer Placeholder 3"/>
          <p:cNvSpPr>
            <a:spLocks noGrp="1"/>
          </p:cNvSpPr>
          <p:nvPr>
            <p:ph type="ftr"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CS 124 - Lecture 0 - Course Overview </a:t>
            </a:r>
          </a:p>
        </p:txBody>
      </p:sp>
      <p:sp>
        <p:nvSpPr>
          <p:cNvPr id="5" name="Slide Number Placeholder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CEC0183-73D3-4F2C-BBF1-786CD4B170D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501837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Image by instructor</a:t>
            </a:r>
          </a:p>
          <a:p>
            <a:endParaRPr lang="en-US" dirty="0"/>
          </a:p>
        </p:txBody>
      </p:sp>
      <p:sp>
        <p:nvSpPr>
          <p:cNvPr id="4" name="Footer Placeholder 3"/>
          <p:cNvSpPr>
            <a:spLocks noGrp="1"/>
          </p:cNvSpPr>
          <p:nvPr>
            <p:ph type="ftr" sz="quarter" idx="10"/>
          </p:nvPr>
        </p:nvSpPr>
        <p:spPr/>
        <p:txBody>
          <a:bodyPr/>
          <a:lstStyle/>
          <a:p>
            <a:pPr>
              <a:defRPr/>
            </a:pPr>
            <a:r>
              <a:rPr lang="en-US">
                <a:solidFill>
                  <a:srgbClr val="000000"/>
                </a:solidFill>
              </a:rPr>
              <a:t>CS 124 - Lecture 0 - Course Overview </a:t>
            </a:r>
          </a:p>
        </p:txBody>
      </p:sp>
      <p:sp>
        <p:nvSpPr>
          <p:cNvPr id="5" name="Slide Number Placeholder 4"/>
          <p:cNvSpPr>
            <a:spLocks noGrp="1"/>
          </p:cNvSpPr>
          <p:nvPr>
            <p:ph type="sldNum" sz="quarter" idx="11"/>
          </p:nvPr>
        </p:nvSpPr>
        <p:spPr/>
        <p:txBody>
          <a:bodyPr/>
          <a:lstStyle/>
          <a:p>
            <a:pPr>
              <a:defRPr/>
            </a:pPr>
            <a:fld id="{8CEC0183-73D3-4F2C-BBF1-786CD4B170DD}" type="slidenum">
              <a:rPr lang="en-US" smtClean="0">
                <a:solidFill>
                  <a:srgbClr val="000000"/>
                </a:solidFill>
              </a:rPr>
              <a:pPr>
                <a:defRPr/>
              </a:pPr>
              <a:t>16</a:t>
            </a:fld>
            <a:endParaRPr lang="en-US">
              <a:solidFill>
                <a:srgbClr val="000000"/>
              </a:solidFill>
            </a:endParaRPr>
          </a:p>
        </p:txBody>
      </p:sp>
    </p:spTree>
    <p:extLst>
      <p:ext uri="{BB962C8B-B14F-4D97-AF65-F5344CB8AC3E}">
        <p14:creationId xmlns:p14="http://schemas.microsoft.com/office/powerpoint/2010/main" val="3995814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Image by instructor</a:t>
            </a:r>
          </a:p>
          <a:p>
            <a:endParaRPr lang="en-US" dirty="0"/>
          </a:p>
        </p:txBody>
      </p:sp>
      <p:sp>
        <p:nvSpPr>
          <p:cNvPr id="4" name="Footer Placeholder 3"/>
          <p:cNvSpPr>
            <a:spLocks noGrp="1"/>
          </p:cNvSpPr>
          <p:nvPr>
            <p:ph type="ftr" sz="quarter" idx="10"/>
          </p:nvPr>
        </p:nvSpPr>
        <p:spPr/>
        <p:txBody>
          <a:bodyPr/>
          <a:lstStyle/>
          <a:p>
            <a:pPr>
              <a:defRPr/>
            </a:pPr>
            <a:r>
              <a:rPr lang="en-US">
                <a:solidFill>
                  <a:srgbClr val="000000"/>
                </a:solidFill>
              </a:rPr>
              <a:t>CS 124 - Lecture 0 - Course Overview </a:t>
            </a:r>
          </a:p>
        </p:txBody>
      </p:sp>
      <p:sp>
        <p:nvSpPr>
          <p:cNvPr id="5" name="Slide Number Placeholder 4"/>
          <p:cNvSpPr>
            <a:spLocks noGrp="1"/>
          </p:cNvSpPr>
          <p:nvPr>
            <p:ph type="sldNum" sz="quarter" idx="11"/>
          </p:nvPr>
        </p:nvSpPr>
        <p:spPr/>
        <p:txBody>
          <a:bodyPr/>
          <a:lstStyle/>
          <a:p>
            <a:pPr>
              <a:defRPr/>
            </a:pPr>
            <a:fld id="{8CEC0183-73D3-4F2C-BBF1-786CD4B170DD}" type="slidenum">
              <a:rPr lang="en-US" smtClean="0">
                <a:solidFill>
                  <a:srgbClr val="000000"/>
                </a:solidFill>
              </a:rPr>
              <a:pPr>
                <a:defRPr/>
              </a:pPr>
              <a:t>17</a:t>
            </a:fld>
            <a:endParaRPr lang="en-US">
              <a:solidFill>
                <a:srgbClr val="000000"/>
              </a:solidFill>
            </a:endParaRPr>
          </a:p>
        </p:txBody>
      </p:sp>
    </p:spTree>
    <p:extLst>
      <p:ext uri="{BB962C8B-B14F-4D97-AF65-F5344CB8AC3E}">
        <p14:creationId xmlns:p14="http://schemas.microsoft.com/office/powerpoint/2010/main" val="3301769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by instructor</a:t>
            </a:r>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rPr>
              <a:t>CS 124 - Lecture 0 - Course Overview </a:t>
            </a: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EC0183-73D3-4F2C-BBF1-786CD4B170DD}"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1706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Image by instructor</a:t>
            </a:r>
          </a:p>
        </p:txBody>
      </p:sp>
      <p:sp>
        <p:nvSpPr>
          <p:cNvPr id="4" name="Footer Placeholder 3"/>
          <p:cNvSpPr>
            <a:spLocks noGrp="1"/>
          </p:cNvSpPr>
          <p:nvPr>
            <p:ph type="ftr"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CS 124 - Lecture 0 - Course Overview </a:t>
            </a:r>
          </a:p>
        </p:txBody>
      </p:sp>
      <p:sp>
        <p:nvSpPr>
          <p:cNvPr id="5" name="Slide Number Placeholder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CEC0183-73D3-4F2C-BBF1-786CD4B170D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7124598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Image by instructor</a:t>
            </a:r>
          </a:p>
        </p:txBody>
      </p:sp>
      <p:sp>
        <p:nvSpPr>
          <p:cNvPr id="4" name="Footer Placeholder 3"/>
          <p:cNvSpPr>
            <a:spLocks noGrp="1"/>
          </p:cNvSpPr>
          <p:nvPr>
            <p:ph type="ftr" sz="quarter" idx="10"/>
          </p:nvPr>
        </p:nvSpPr>
        <p:spPr/>
        <p:txBody>
          <a:bodyPr/>
          <a:lstStyle/>
          <a:p>
            <a:pPr>
              <a:defRPr/>
            </a:pPr>
            <a:r>
              <a:rPr lang="en-US">
                <a:solidFill>
                  <a:srgbClr val="000000"/>
                </a:solidFill>
              </a:rPr>
              <a:t>CS 124 - Lecture 0 - Course Overview </a:t>
            </a:r>
          </a:p>
        </p:txBody>
      </p:sp>
      <p:sp>
        <p:nvSpPr>
          <p:cNvPr id="5" name="Slide Number Placeholder 4"/>
          <p:cNvSpPr>
            <a:spLocks noGrp="1"/>
          </p:cNvSpPr>
          <p:nvPr>
            <p:ph type="sldNum" sz="quarter" idx="11"/>
          </p:nvPr>
        </p:nvSpPr>
        <p:spPr/>
        <p:txBody>
          <a:bodyPr/>
          <a:lstStyle/>
          <a:p>
            <a:pPr>
              <a:defRPr/>
            </a:pPr>
            <a:fld id="{8CEC0183-73D3-4F2C-BBF1-786CD4B170DD}" type="slidenum">
              <a:rPr lang="en-US" smtClean="0">
                <a:solidFill>
                  <a:srgbClr val="000000"/>
                </a:solidFill>
              </a:rPr>
              <a:pPr>
                <a:defRPr/>
              </a:pPr>
              <a:t>27</a:t>
            </a:fld>
            <a:endParaRPr lang="en-US">
              <a:solidFill>
                <a:srgbClr val="000000"/>
              </a:solidFill>
            </a:endParaRPr>
          </a:p>
        </p:txBody>
      </p:sp>
    </p:spTree>
    <p:extLst>
      <p:ext uri="{BB962C8B-B14F-4D97-AF65-F5344CB8AC3E}">
        <p14:creationId xmlns:p14="http://schemas.microsoft.com/office/powerpoint/2010/main" val="31178271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Image by instructor</a:t>
            </a:r>
          </a:p>
        </p:txBody>
      </p:sp>
      <p:sp>
        <p:nvSpPr>
          <p:cNvPr id="4" name="Footer Placeholder 3"/>
          <p:cNvSpPr>
            <a:spLocks noGrp="1"/>
          </p:cNvSpPr>
          <p:nvPr>
            <p:ph type="ftr"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CS 124 - Lecture 0 - Course Overview </a:t>
            </a:r>
          </a:p>
        </p:txBody>
      </p:sp>
      <p:sp>
        <p:nvSpPr>
          <p:cNvPr id="5" name="Slide Number Placeholder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CEC0183-73D3-4F2C-BBF1-786CD4B170D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932945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Image by instructor</a:t>
            </a:r>
          </a:p>
        </p:txBody>
      </p:sp>
      <p:sp>
        <p:nvSpPr>
          <p:cNvPr id="4" name="Footer Placeholder 3"/>
          <p:cNvSpPr>
            <a:spLocks noGrp="1"/>
          </p:cNvSpPr>
          <p:nvPr>
            <p:ph type="ftr" sz="quarter" idx="10"/>
          </p:nvPr>
        </p:nvSpPr>
        <p:spPr/>
        <p:txBody>
          <a:bodyPr/>
          <a:lstStyle/>
          <a:p>
            <a:pPr>
              <a:defRPr/>
            </a:pPr>
            <a:r>
              <a:rPr lang="en-US">
                <a:solidFill>
                  <a:srgbClr val="000000"/>
                </a:solidFill>
              </a:rPr>
              <a:t>CS 124 - Lecture 0 - Course Overview </a:t>
            </a:r>
          </a:p>
        </p:txBody>
      </p:sp>
      <p:sp>
        <p:nvSpPr>
          <p:cNvPr id="5" name="Slide Number Placeholder 4"/>
          <p:cNvSpPr>
            <a:spLocks noGrp="1"/>
          </p:cNvSpPr>
          <p:nvPr>
            <p:ph type="sldNum" sz="quarter" idx="11"/>
          </p:nvPr>
        </p:nvSpPr>
        <p:spPr/>
        <p:txBody>
          <a:bodyPr/>
          <a:lstStyle/>
          <a:p>
            <a:pPr>
              <a:defRPr/>
            </a:pPr>
            <a:fld id="{8CEC0183-73D3-4F2C-BBF1-786CD4B170DD}" type="slidenum">
              <a:rPr lang="en-US" smtClean="0">
                <a:solidFill>
                  <a:srgbClr val="000000"/>
                </a:solidFill>
              </a:rPr>
              <a:pPr>
                <a:defRPr/>
              </a:pPr>
              <a:t>29</a:t>
            </a:fld>
            <a:endParaRPr lang="en-US">
              <a:solidFill>
                <a:srgbClr val="000000"/>
              </a:solidFill>
            </a:endParaRPr>
          </a:p>
        </p:txBody>
      </p:sp>
    </p:spTree>
    <p:extLst>
      <p:ext uri="{BB962C8B-B14F-4D97-AF65-F5344CB8AC3E}">
        <p14:creationId xmlns:p14="http://schemas.microsoft.com/office/powerpoint/2010/main" val="1056973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err="1">
                <a:solidFill>
                  <a:schemeClr val="bg1"/>
                </a:solidFill>
                <a:latin typeface="Arial" charset="0"/>
                <a:ea typeface="+mn-ea"/>
                <a:cs typeface="+mn-cs"/>
              </a:rPr>
              <a:t>BillC</a:t>
            </a:r>
            <a:r>
              <a:rPr lang="en-US" sz="1200" kern="1200" dirty="0">
                <a:solidFill>
                  <a:schemeClr val="bg1"/>
                </a:solidFill>
                <a:latin typeface="Arial" charset="0"/>
                <a:ea typeface="+mn-ea"/>
                <a:cs typeface="+mn-cs"/>
              </a:rPr>
              <a:t> at the English language Wikipedia [GFDL (http://www.gnu.org/copyleft/fdl.html) or CC-BY-SA-3.0 (http://creativecommons.org/licenses/by-sa/3.0/)], via Wikimedia Commons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Footer Placeholder 3"/>
          <p:cNvSpPr>
            <a:spLocks noGrp="1"/>
          </p:cNvSpPr>
          <p:nvPr>
            <p:ph type="ftr"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charset="0"/>
                <a:ea typeface="+mn-ea"/>
                <a:cs typeface="+mn-cs"/>
              </a:rPr>
              <a:t>CS 124 - Lecture 0 - Course Overview </a:t>
            </a:r>
          </a:p>
        </p:txBody>
      </p:sp>
      <p:sp>
        <p:nvSpPr>
          <p:cNvPr id="5" name="Slide Number Placeholder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CEC0183-73D3-4F2C-BBF1-786CD4B170D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805669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9/15/2025 12:06 PM</a:t>
            </a:fld>
            <a:endParaRPr lang="en-US" dirty="0">
              <a:solidFill>
                <a:prstClr val="black"/>
              </a:solidFill>
            </a:endParaRPr>
          </a:p>
        </p:txBody>
      </p:sp>
      <p:sp>
        <p:nvSpPr>
          <p:cNvPr id="6" name="Footer Placeholder 5"/>
          <p:cNvSpPr>
            <a:spLocks noGrp="1"/>
          </p:cNvSpPr>
          <p:nvPr>
            <p:ph type="ftr" sz="quarter" idx="12"/>
          </p:nvPr>
        </p:nvSpPr>
        <p:spPr>
          <a:xfrm>
            <a:off x="0" y="8685213"/>
            <a:ext cx="6172200" cy="457200"/>
          </a:xfrm>
        </p:spPr>
        <p:txBody>
          <a:bodyPr/>
          <a:lstStyle/>
          <a:p>
            <a:r>
              <a:rPr lang="en-US" sz="500" dirty="0">
                <a:solidFill>
                  <a:srgbClr val="000000"/>
                </a:solidFill>
              </a:rPr>
              <a:t>© 2007 Microsoft Corporation. All rights reserved. Microsoft, Windows, Windows Vista and other product names are or may be registered trademarks and/or trademarks in the U.S. and/or other countries.</a:t>
            </a:r>
          </a:p>
          <a:p>
            <a:r>
              <a:rPr lang="en-US" sz="500" dirty="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rPr>
            </a:br>
            <a:r>
              <a:rPr lang="en-US" sz="500" dirty="0">
                <a:solidFill>
                  <a:srgbClr val="000000"/>
                </a:solidFill>
              </a:rPr>
              <a:t>MICROSOFT MAKES NO WARRANTIES, EXPRESS, IMPLIED OR STATUTORY, AS TO THE INFORMATION IN THIS PRESENTATION.</a:t>
            </a:r>
          </a:p>
          <a:p>
            <a:endParaRPr lang="en-US" sz="500" dirty="0">
              <a:solidFill>
                <a:prstClr val="black"/>
              </a:solidFill>
            </a:endParaRPr>
          </a:p>
        </p:txBody>
      </p:sp>
      <p:sp>
        <p:nvSpPr>
          <p:cNvPr id="7" name="Slide Number Placeholder 6"/>
          <p:cNvSpPr>
            <a:spLocks noGrp="1"/>
          </p:cNvSpPr>
          <p:nvPr>
            <p:ph type="sldNum" sz="quarter" idx="13"/>
          </p:nvPr>
        </p:nvSpPr>
        <p:spPr>
          <a:xfrm>
            <a:off x="6172199" y="8685213"/>
            <a:ext cx="684213" cy="457200"/>
          </a:xfrm>
        </p:spPr>
        <p:txBody>
          <a:bodyPr/>
          <a:lstStyle/>
          <a:p>
            <a:fld id="{EC87E0CF-87F6-4B58-B8B8-DCAB2DAAF3CA}"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1686098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9/15/2025 12:06 PM</a:t>
            </a:fld>
            <a:endParaRPr lang="en-US" dirty="0">
              <a:solidFill>
                <a:prstClr val="black"/>
              </a:solidFill>
            </a:endParaRPr>
          </a:p>
        </p:txBody>
      </p:sp>
      <p:sp>
        <p:nvSpPr>
          <p:cNvPr id="6" name="Footer Placeholder 5"/>
          <p:cNvSpPr>
            <a:spLocks noGrp="1"/>
          </p:cNvSpPr>
          <p:nvPr>
            <p:ph type="ftr" sz="quarter" idx="12"/>
          </p:nvPr>
        </p:nvSpPr>
        <p:spPr>
          <a:xfrm>
            <a:off x="0" y="8685213"/>
            <a:ext cx="6172200" cy="457200"/>
          </a:xfrm>
        </p:spPr>
        <p:txBody>
          <a:bodyPr/>
          <a:lstStyle/>
          <a:p>
            <a:r>
              <a:rPr lang="en-US" sz="500" dirty="0">
                <a:solidFill>
                  <a:srgbClr val="000000"/>
                </a:solidFill>
              </a:rPr>
              <a:t>© 2007 Microsoft Corporation. All rights reserved. Microsoft, Windows, Windows Vista and other product names are or may be registered trademarks and/or trademarks in the U.S. and/or other countries.</a:t>
            </a:r>
          </a:p>
          <a:p>
            <a:r>
              <a:rPr lang="en-US" sz="500" dirty="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rPr>
            </a:br>
            <a:r>
              <a:rPr lang="en-US" sz="500" dirty="0">
                <a:solidFill>
                  <a:srgbClr val="000000"/>
                </a:solidFill>
              </a:rPr>
              <a:t>MICROSOFT MAKES NO WARRANTIES, EXPRESS, IMPLIED OR STATUTORY, AS TO THE INFORMATION IN THIS PRESENTATION.</a:t>
            </a:r>
          </a:p>
          <a:p>
            <a:endParaRPr lang="en-US" sz="500" dirty="0">
              <a:solidFill>
                <a:prstClr val="black"/>
              </a:solidFill>
            </a:endParaRPr>
          </a:p>
        </p:txBody>
      </p:sp>
      <p:sp>
        <p:nvSpPr>
          <p:cNvPr id="7" name="Slide Number Placeholder 6"/>
          <p:cNvSpPr>
            <a:spLocks noGrp="1"/>
          </p:cNvSpPr>
          <p:nvPr>
            <p:ph type="sldNum" sz="quarter" idx="13"/>
          </p:nvPr>
        </p:nvSpPr>
        <p:spPr>
          <a:xfrm>
            <a:off x="6172199" y="8685213"/>
            <a:ext cx="684213" cy="457200"/>
          </a:xfrm>
        </p:spPr>
        <p:txBody>
          <a:bodyPr/>
          <a:lstStyle/>
          <a:p>
            <a:fld id="{EC87E0CF-87F6-4B58-B8B8-DCAB2DAAF3CA}" type="slidenum">
              <a:rPr lang="en-US" smtClean="0">
                <a:solidFill>
                  <a:prstClr val="black"/>
                </a:solidFill>
              </a:rPr>
              <a:pPr/>
              <a:t>39</a:t>
            </a:fld>
            <a:endParaRPr lang="en-US" dirty="0">
              <a:solidFill>
                <a:prstClr val="black"/>
              </a:solidFill>
            </a:endParaRPr>
          </a:p>
        </p:txBody>
      </p:sp>
    </p:spTree>
    <p:extLst>
      <p:ext uri="{BB962C8B-B14F-4D97-AF65-F5344CB8AC3E}">
        <p14:creationId xmlns:p14="http://schemas.microsoft.com/office/powerpoint/2010/main" val="33497099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75543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47</a:t>
            </a:fld>
            <a:endParaRPr lang="en-US">
              <a:solidFill>
                <a:prstClr val="black"/>
              </a:solidFill>
              <a:latin typeface="Arial" panose="020B0604020202020204"/>
            </a:endParaRPr>
          </a:p>
        </p:txBody>
      </p:sp>
    </p:spTree>
    <p:extLst>
      <p:ext uri="{BB962C8B-B14F-4D97-AF65-F5344CB8AC3E}">
        <p14:creationId xmlns:p14="http://schemas.microsoft.com/office/powerpoint/2010/main" val="42573609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48</a:t>
            </a:fld>
            <a:endParaRPr lang="en-US">
              <a:solidFill>
                <a:prstClr val="black"/>
              </a:solidFill>
              <a:latin typeface="Arial" panose="020B0604020202020204"/>
            </a:endParaRPr>
          </a:p>
        </p:txBody>
      </p:sp>
    </p:spTree>
    <p:extLst>
      <p:ext uri="{BB962C8B-B14F-4D97-AF65-F5344CB8AC3E}">
        <p14:creationId xmlns:p14="http://schemas.microsoft.com/office/powerpoint/2010/main" val="38743416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49</a:t>
            </a:fld>
            <a:endParaRPr lang="en-US">
              <a:solidFill>
                <a:prstClr val="black"/>
              </a:solidFill>
              <a:latin typeface="Arial" panose="020B0604020202020204"/>
            </a:endParaRPr>
          </a:p>
        </p:txBody>
      </p:sp>
    </p:spTree>
    <p:extLst>
      <p:ext uri="{BB962C8B-B14F-4D97-AF65-F5344CB8AC3E}">
        <p14:creationId xmlns:p14="http://schemas.microsoft.com/office/powerpoint/2010/main" val="27664113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50</a:t>
            </a:fld>
            <a:endParaRPr lang="en-US">
              <a:solidFill>
                <a:prstClr val="black"/>
              </a:solidFill>
              <a:latin typeface="Arial" panose="020B0604020202020204"/>
            </a:endParaRPr>
          </a:p>
        </p:txBody>
      </p:sp>
    </p:spTree>
    <p:extLst>
      <p:ext uri="{BB962C8B-B14F-4D97-AF65-F5344CB8AC3E}">
        <p14:creationId xmlns:p14="http://schemas.microsoft.com/office/powerpoint/2010/main" val="22845080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51</a:t>
            </a:fld>
            <a:endParaRPr lang="en-US">
              <a:solidFill>
                <a:prstClr val="black"/>
              </a:solidFill>
              <a:latin typeface="Arial" panose="020B0604020202020204"/>
            </a:endParaRPr>
          </a:p>
        </p:txBody>
      </p:sp>
    </p:spTree>
    <p:extLst>
      <p:ext uri="{BB962C8B-B14F-4D97-AF65-F5344CB8AC3E}">
        <p14:creationId xmlns:p14="http://schemas.microsoft.com/office/powerpoint/2010/main" val="6726683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52</a:t>
            </a:fld>
            <a:endParaRPr lang="en-US">
              <a:solidFill>
                <a:prstClr val="black"/>
              </a:solidFill>
              <a:latin typeface="Arial" panose="020B0604020202020204"/>
            </a:endParaRPr>
          </a:p>
        </p:txBody>
      </p:sp>
    </p:spTree>
    <p:extLst>
      <p:ext uri="{BB962C8B-B14F-4D97-AF65-F5344CB8AC3E}">
        <p14:creationId xmlns:p14="http://schemas.microsoft.com/office/powerpoint/2010/main" val="34426972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115C9-E24C-4512-AA8B-319BB49F77B5}" type="slidenum">
              <a:rPr lang="en-US" smtClean="0">
                <a:solidFill>
                  <a:prstClr val="black"/>
                </a:solidFill>
                <a:latin typeface="Arial" panose="020B0604020202020204"/>
              </a:rPr>
              <a:pPr/>
              <a:t>53</a:t>
            </a:fld>
            <a:endParaRPr lang="en-US">
              <a:solidFill>
                <a:prstClr val="black"/>
              </a:solidFill>
              <a:latin typeface="Arial" panose="020B0604020202020204"/>
            </a:endParaRPr>
          </a:p>
        </p:txBody>
      </p:sp>
    </p:spTree>
    <p:extLst>
      <p:ext uri="{BB962C8B-B14F-4D97-AF65-F5344CB8AC3E}">
        <p14:creationId xmlns:p14="http://schemas.microsoft.com/office/powerpoint/2010/main" val="15457571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830115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8653829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436794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103376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81658272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dirty="0"/>
              <a:t>click to…</a:t>
            </a:r>
          </a:p>
        </p:txBody>
      </p:sp>
    </p:spTree>
    <p:extLst>
      <p:ext uri="{BB962C8B-B14F-4D97-AF65-F5344CB8AC3E}">
        <p14:creationId xmlns:p14="http://schemas.microsoft.com/office/powerpoint/2010/main" val="185672411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322564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5571677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2155962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8587234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5232996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961633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497677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244998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315536431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42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66713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53759111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dirty="0"/>
              <a:t>click to…</a:t>
            </a:r>
          </a:p>
        </p:txBody>
      </p:sp>
    </p:spTree>
    <p:extLst>
      <p:ext uri="{BB962C8B-B14F-4D97-AF65-F5344CB8AC3E}">
        <p14:creationId xmlns:p14="http://schemas.microsoft.com/office/powerpoint/2010/main" val="300963078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339283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502943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3674342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4452930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4273679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27962882"/>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717972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8090423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1563936086"/>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823894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5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9768825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60562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8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574155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4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0646780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9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9145319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2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2147354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7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1442896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59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5538475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53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360364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3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6"/>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675">
                <a:solidFill>
                  <a:schemeClr val="bg1"/>
                </a:solidFill>
              </a:defRPr>
            </a:lvl1pPr>
            <a:lvl2pPr>
              <a:buNone/>
              <a:defRPr sz="675">
                <a:solidFill>
                  <a:schemeClr val="bg1"/>
                </a:solidFill>
              </a:defRPr>
            </a:lvl2pPr>
            <a:lvl3pPr>
              <a:buNone/>
              <a:defRPr sz="675">
                <a:solidFill>
                  <a:schemeClr val="bg1"/>
                </a:solidFill>
              </a:defRPr>
            </a:lvl3pPr>
            <a:lvl4pPr>
              <a:buNone/>
              <a:defRPr sz="675">
                <a:solidFill>
                  <a:schemeClr val="bg1"/>
                </a:solidFill>
              </a:defRPr>
            </a:lvl4pPr>
            <a:lvl5pPr>
              <a:buNone/>
              <a:defRPr sz="675">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5858727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65035430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dirty="0"/>
              <a:t>click to…</a:t>
            </a:r>
          </a:p>
        </p:txBody>
      </p:sp>
    </p:spTree>
    <p:extLst>
      <p:ext uri="{BB962C8B-B14F-4D97-AF65-F5344CB8AC3E}">
        <p14:creationId xmlns:p14="http://schemas.microsoft.com/office/powerpoint/2010/main" val="5403635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78333488"/>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2981618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39451001"/>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0435683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9156893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7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5637156"/>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1_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177963"/>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63177036"/>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166660434"/>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2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2845334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76236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15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9848759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54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383184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4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6"/>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675">
                <a:solidFill>
                  <a:schemeClr val="bg1"/>
                </a:solidFill>
              </a:defRPr>
            </a:lvl1pPr>
            <a:lvl2pPr>
              <a:buNone/>
              <a:defRPr sz="675">
                <a:solidFill>
                  <a:schemeClr val="bg1"/>
                </a:solidFill>
              </a:defRPr>
            </a:lvl2pPr>
            <a:lvl3pPr>
              <a:buNone/>
              <a:defRPr sz="675">
                <a:solidFill>
                  <a:schemeClr val="bg1"/>
                </a:solidFill>
              </a:defRPr>
            </a:lvl3pPr>
            <a:lvl4pPr>
              <a:buNone/>
              <a:defRPr sz="675">
                <a:solidFill>
                  <a:schemeClr val="bg1"/>
                </a:solidFill>
              </a:defRPr>
            </a:lvl4pPr>
            <a:lvl5pPr>
              <a:buNone/>
              <a:defRPr sz="675">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5272476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6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6"/>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675">
                <a:solidFill>
                  <a:schemeClr val="bg1"/>
                </a:solidFill>
              </a:defRPr>
            </a:lvl1pPr>
            <a:lvl2pPr>
              <a:buNone/>
              <a:defRPr sz="675">
                <a:solidFill>
                  <a:schemeClr val="bg1"/>
                </a:solidFill>
              </a:defRPr>
            </a:lvl2pPr>
            <a:lvl3pPr>
              <a:buNone/>
              <a:defRPr sz="675">
                <a:solidFill>
                  <a:schemeClr val="bg1"/>
                </a:solidFill>
              </a:defRPr>
            </a:lvl3pPr>
            <a:lvl4pPr>
              <a:buNone/>
              <a:defRPr sz="675">
                <a:solidFill>
                  <a:schemeClr val="bg1"/>
                </a:solidFill>
              </a:defRPr>
            </a:lvl4pPr>
            <a:lvl5pPr>
              <a:buNone/>
              <a:defRPr sz="675">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2522533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9" y="1905003"/>
            <a:ext cx="10242551" cy="1523495"/>
          </a:xfrm>
        </p:spPr>
        <p:txBody>
          <a:bodyPr>
            <a:noAutofit/>
          </a:bodyPr>
          <a:lstStyle>
            <a:lvl1pPr>
              <a:lnSpc>
                <a:spcPct val="90000"/>
              </a:lnSpc>
              <a:defRPr sz="4050"/>
            </a:lvl1pPr>
          </a:lstStyle>
          <a:p>
            <a:r>
              <a:rPr lang="en-US"/>
              <a:t>Click to edit Master title style</a:t>
            </a:r>
            <a:endParaRPr lang="en-US" dirty="0"/>
          </a:p>
        </p:txBody>
      </p:sp>
      <p:sp>
        <p:nvSpPr>
          <p:cNvPr id="3" name="Subtitle 2"/>
          <p:cNvSpPr>
            <a:spLocks noGrp="1"/>
          </p:cNvSpPr>
          <p:nvPr>
            <p:ph type="subTitle" idx="1"/>
          </p:nvPr>
        </p:nvSpPr>
        <p:spPr>
          <a:xfrm>
            <a:off x="973667" y="4344991"/>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833651165"/>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4050"/>
            </a:lvl1pPr>
          </a:lstStyle>
          <a:p>
            <a:r>
              <a:rPr lang="en-US"/>
              <a:t>Click to edit Master title style</a:t>
            </a:r>
            <a:endParaRPr lang="en-US" dirty="0"/>
          </a:p>
        </p:txBody>
      </p:sp>
      <p:sp>
        <p:nvSpPr>
          <p:cNvPr id="3" name="Subtitle 2"/>
          <p:cNvSpPr>
            <a:spLocks noGrp="1"/>
          </p:cNvSpPr>
          <p:nvPr>
            <p:ph type="subTitle" idx="1"/>
          </p:nvPr>
        </p:nvSpPr>
        <p:spPr>
          <a:xfrm>
            <a:off x="1825273" y="4344991"/>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7500" b="0" i="1" u="none" strike="noStrike" kern="0" cap="none" spc="-113"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dirty="0"/>
              <a:t>click to…</a:t>
            </a:r>
          </a:p>
        </p:txBody>
      </p:sp>
    </p:spTree>
    <p:extLst>
      <p:ext uri="{BB962C8B-B14F-4D97-AF65-F5344CB8AC3E}">
        <p14:creationId xmlns:p14="http://schemas.microsoft.com/office/powerpoint/2010/main" val="360181040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508000" y="1411553"/>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47909804"/>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6"/>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89181205"/>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1306512"/>
          </a:xfrm>
        </p:spPr>
        <p:txBody>
          <a:bodyPr/>
          <a:lstStyle>
            <a:lvl1pPr marL="254982" indent="-254982">
              <a:lnSpc>
                <a:spcPct val="90000"/>
              </a:lnSpc>
              <a:defRPr sz="2100"/>
            </a:lvl1pPr>
            <a:lvl2pPr marL="505004" indent="-244068">
              <a:lnSpc>
                <a:spcPct val="90000"/>
              </a:lnSpc>
              <a:defRPr sz="1800"/>
            </a:lvl2pPr>
            <a:lvl3pPr marL="715339" indent="-216288">
              <a:lnSpc>
                <a:spcPct val="90000"/>
              </a:lnSpc>
              <a:defRPr sz="1500"/>
            </a:lvl3pPr>
            <a:lvl4pPr marL="920714" indent="-205375">
              <a:lnSpc>
                <a:spcPct val="90000"/>
              </a:lnSpc>
              <a:defRPr sz="1350"/>
            </a:lvl4pPr>
            <a:lvl5pPr marL="1137002" indent="-21033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411554"/>
            <a:ext cx="5486400" cy="1306512"/>
          </a:xfrm>
        </p:spPr>
        <p:txBody>
          <a:bodyPr/>
          <a:lstStyle>
            <a:lvl1pPr marL="260936" indent="-260936">
              <a:lnSpc>
                <a:spcPct val="90000"/>
              </a:lnSpc>
              <a:defRPr sz="2100"/>
            </a:lvl1pPr>
            <a:lvl2pPr marL="505004" indent="-254982">
              <a:lnSpc>
                <a:spcPct val="90000"/>
              </a:lnSpc>
              <a:defRPr sz="1800"/>
            </a:lvl2pPr>
            <a:lvl3pPr marL="721292" indent="-227202">
              <a:lnSpc>
                <a:spcPct val="90000"/>
              </a:lnSpc>
              <a:defRPr sz="1500"/>
            </a:lvl3pPr>
            <a:lvl4pPr marL="920714" indent="-199422">
              <a:lnSpc>
                <a:spcPct val="90000"/>
              </a:lnSpc>
              <a:defRPr sz="1350"/>
            </a:lvl4pPr>
            <a:lvl5pPr marL="1137002" indent="-20537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68094203"/>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8000" y="1844366"/>
            <a:ext cx="5486400"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153008"/>
          </a:xfrm>
        </p:spPr>
        <p:txBody>
          <a:bodyPr/>
          <a:lstStyle>
            <a:lvl1pPr marL="211328" indent="-211328">
              <a:defRPr sz="1725"/>
            </a:lvl1pPr>
            <a:lvl2pPr marL="421664" indent="-199422">
              <a:defRPr sz="1500"/>
            </a:lvl2pPr>
            <a:lvl3pPr marL="610172" indent="-182555">
              <a:defRPr sz="1350"/>
            </a:lvl3pPr>
            <a:lvl4pPr marL="787766" indent="-171642">
              <a:defRPr sz="1275"/>
            </a:lvl4pPr>
            <a:lvl5pPr marL="959408" indent="-154775">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4643" y="1844366"/>
            <a:ext cx="5489359"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153008"/>
          </a:xfrm>
        </p:spPr>
        <p:txBody>
          <a:bodyPr/>
          <a:lstStyle>
            <a:lvl1pPr marL="222241" indent="-222241">
              <a:defRPr sz="1725"/>
            </a:lvl1pPr>
            <a:lvl2pPr marL="427616" indent="-205375">
              <a:defRPr sz="1500"/>
            </a:lvl2pPr>
            <a:lvl3pPr marL="616124" indent="-183548">
              <a:defRPr sz="1350"/>
            </a:lvl3pPr>
            <a:lvl4pPr marL="787766" indent="-177595">
              <a:defRPr sz="1275"/>
            </a:lvl4pPr>
            <a:lvl5pPr marL="959408" indent="-165689">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328685"/>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93560800"/>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2429252"/>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7731615"/>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9344065"/>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6238878"/>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4166589450"/>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8285119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17987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9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fontAlgn="base">
              <a:spcBef>
                <a:spcPct val="0"/>
              </a:spcBef>
              <a:spcAft>
                <a:spcPct val="0"/>
              </a:spcAft>
              <a:defRPr/>
            </a:pPr>
            <a:endParaRPr lang="en-US">
              <a:solidFill>
                <a:srgbClr val="CACFD1">
                  <a:lumMod val="75000"/>
                </a:srgbClr>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63517383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47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74653528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926921662"/>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dirty="0"/>
              <a:t>click to…</a:t>
            </a:r>
          </a:p>
        </p:txBody>
      </p:sp>
    </p:spTree>
    <p:extLst>
      <p:ext uri="{BB962C8B-B14F-4D97-AF65-F5344CB8AC3E}">
        <p14:creationId xmlns:p14="http://schemas.microsoft.com/office/powerpoint/2010/main" val="1710993444"/>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4087803"/>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3025316"/>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81557200"/>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18301535"/>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08599884"/>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267725"/>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9693567"/>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4521781"/>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3887469809"/>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3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70468863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1076234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13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36189067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70" y="1905005"/>
            <a:ext cx="10242551" cy="1523495"/>
          </a:xfrm>
        </p:spPr>
        <p:txBody>
          <a:bodyPr>
            <a:noAutofit/>
          </a:bodyPr>
          <a:lstStyle>
            <a:lvl1pPr>
              <a:lnSpc>
                <a:spcPct val="90000"/>
              </a:lnSpc>
              <a:defRPr sz="3038"/>
            </a:lvl1pPr>
          </a:lstStyle>
          <a:p>
            <a:r>
              <a:rPr lang="en-US"/>
              <a:t>Click to edit Master title style</a:t>
            </a:r>
          </a:p>
        </p:txBody>
      </p:sp>
      <p:sp>
        <p:nvSpPr>
          <p:cNvPr id="3" name="Subtitle 2"/>
          <p:cNvSpPr>
            <a:spLocks noGrp="1"/>
          </p:cNvSpPr>
          <p:nvPr>
            <p:ph type="subTitle" idx="1"/>
          </p:nvPr>
        </p:nvSpPr>
        <p:spPr>
          <a:xfrm>
            <a:off x="973669" y="4344993"/>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257165" indent="0" algn="ctr">
              <a:buNone/>
              <a:defRPr>
                <a:solidFill>
                  <a:schemeClr val="tx1">
                    <a:tint val="75000"/>
                  </a:schemeClr>
                </a:solidFill>
              </a:defRPr>
            </a:lvl2pPr>
            <a:lvl3pPr marL="514329" indent="0" algn="ctr">
              <a:buNone/>
              <a:defRPr>
                <a:solidFill>
                  <a:schemeClr val="tx1">
                    <a:tint val="75000"/>
                  </a:schemeClr>
                </a:solidFill>
              </a:defRPr>
            </a:lvl3pPr>
            <a:lvl4pPr marL="771494" indent="0" algn="ctr">
              <a:buNone/>
              <a:defRPr>
                <a:solidFill>
                  <a:schemeClr val="tx1">
                    <a:tint val="75000"/>
                  </a:schemeClr>
                </a:solidFill>
              </a:defRPr>
            </a:lvl4pPr>
            <a:lvl5pPr marL="1028659" indent="0" algn="ctr">
              <a:buNone/>
              <a:defRPr>
                <a:solidFill>
                  <a:schemeClr val="tx1">
                    <a:tint val="75000"/>
                  </a:schemeClr>
                </a:solidFill>
              </a:defRPr>
            </a:lvl5pPr>
            <a:lvl6pPr marL="1285824" indent="0" algn="ctr">
              <a:buNone/>
              <a:defRPr>
                <a:solidFill>
                  <a:schemeClr val="tx1">
                    <a:tint val="75000"/>
                  </a:schemeClr>
                </a:solidFill>
              </a:defRPr>
            </a:lvl6pPr>
            <a:lvl7pPr marL="1542989" indent="0" algn="ctr">
              <a:buNone/>
              <a:defRPr>
                <a:solidFill>
                  <a:schemeClr val="tx1">
                    <a:tint val="75000"/>
                  </a:schemeClr>
                </a:solidFill>
              </a:defRPr>
            </a:lvl7pPr>
            <a:lvl8pPr marL="1800153" indent="0" algn="ctr">
              <a:buNone/>
              <a:defRPr>
                <a:solidFill>
                  <a:schemeClr val="tx1">
                    <a:tint val="75000"/>
                  </a:schemeClr>
                </a:solidFill>
              </a:defRPr>
            </a:lvl8pPr>
            <a:lvl9pPr marL="2057318"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2668028837"/>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3038"/>
            </a:lvl1pPr>
          </a:lstStyle>
          <a:p>
            <a:r>
              <a:rPr lang="en-US"/>
              <a:t>Click to edit Master title style</a:t>
            </a:r>
          </a:p>
        </p:txBody>
      </p:sp>
      <p:sp>
        <p:nvSpPr>
          <p:cNvPr id="3" name="Subtitle 2"/>
          <p:cNvSpPr>
            <a:spLocks noGrp="1"/>
          </p:cNvSpPr>
          <p:nvPr>
            <p:ph type="subTitle" idx="1"/>
          </p:nvPr>
        </p:nvSpPr>
        <p:spPr>
          <a:xfrm>
            <a:off x="1825273" y="4344993"/>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257165" indent="0" algn="ctr">
              <a:buNone/>
              <a:defRPr>
                <a:solidFill>
                  <a:schemeClr val="tx1">
                    <a:tint val="75000"/>
                  </a:schemeClr>
                </a:solidFill>
              </a:defRPr>
            </a:lvl2pPr>
            <a:lvl3pPr marL="514329" indent="0" algn="ctr">
              <a:buNone/>
              <a:defRPr>
                <a:solidFill>
                  <a:schemeClr val="tx1">
                    <a:tint val="75000"/>
                  </a:schemeClr>
                </a:solidFill>
              </a:defRPr>
            </a:lvl3pPr>
            <a:lvl4pPr marL="771494" indent="0" algn="ctr">
              <a:buNone/>
              <a:defRPr>
                <a:solidFill>
                  <a:schemeClr val="tx1">
                    <a:tint val="75000"/>
                  </a:schemeClr>
                </a:solidFill>
              </a:defRPr>
            </a:lvl4pPr>
            <a:lvl5pPr marL="1028659" indent="0" algn="ctr">
              <a:buNone/>
              <a:defRPr>
                <a:solidFill>
                  <a:schemeClr val="tx1">
                    <a:tint val="75000"/>
                  </a:schemeClr>
                </a:solidFill>
              </a:defRPr>
            </a:lvl5pPr>
            <a:lvl6pPr marL="1285824" indent="0" algn="ctr">
              <a:buNone/>
              <a:defRPr>
                <a:solidFill>
                  <a:schemeClr val="tx1">
                    <a:tint val="75000"/>
                  </a:schemeClr>
                </a:solidFill>
              </a:defRPr>
            </a:lvl6pPr>
            <a:lvl7pPr marL="1542989" indent="0" algn="ctr">
              <a:buNone/>
              <a:defRPr>
                <a:solidFill>
                  <a:schemeClr val="tx1">
                    <a:tint val="75000"/>
                  </a:schemeClr>
                </a:solidFill>
              </a:defRPr>
            </a:lvl7pPr>
            <a:lvl8pPr marL="1800153" indent="0" algn="ctr">
              <a:buNone/>
              <a:defRPr>
                <a:solidFill>
                  <a:schemeClr val="tx1">
                    <a:tint val="75000"/>
                  </a:schemeClr>
                </a:solidFill>
              </a:defRPr>
            </a:lvl8pPr>
            <a:lvl9pPr marL="2057318"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5625" b="0" i="1" u="none" strike="noStrike" kern="0" cap="none" spc="-85"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1992094461"/>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5"/>
            <a:ext cx="11176000" cy="1201483"/>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8085130"/>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8"/>
            <a:ext cx="11176000" cy="1201483"/>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7512404"/>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980012"/>
          </a:xfrm>
        </p:spPr>
        <p:txBody>
          <a:bodyPr/>
          <a:lstStyle>
            <a:lvl1pPr marL="191237" indent="-191237">
              <a:lnSpc>
                <a:spcPct val="90000"/>
              </a:lnSpc>
              <a:defRPr sz="1575"/>
            </a:lvl1pPr>
            <a:lvl2pPr marL="378753" indent="-183051">
              <a:lnSpc>
                <a:spcPct val="90000"/>
              </a:lnSpc>
              <a:defRPr sz="1350"/>
            </a:lvl2pPr>
            <a:lvl3pPr marL="536504" indent="-162216">
              <a:lnSpc>
                <a:spcPct val="90000"/>
              </a:lnSpc>
              <a:defRPr sz="1125"/>
            </a:lvl3pPr>
            <a:lvl4pPr marL="690536" indent="-154031">
              <a:lnSpc>
                <a:spcPct val="90000"/>
              </a:lnSpc>
              <a:defRPr sz="1013"/>
            </a:lvl4pPr>
            <a:lvl5pPr marL="852752" indent="-157751">
              <a:lnSpc>
                <a:spcPct val="90000"/>
              </a:lnSpc>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4"/>
            <a:ext cx="5486400" cy="980012"/>
          </a:xfrm>
        </p:spPr>
        <p:txBody>
          <a:bodyPr/>
          <a:lstStyle>
            <a:lvl1pPr marL="195702" indent="-195702">
              <a:lnSpc>
                <a:spcPct val="90000"/>
              </a:lnSpc>
              <a:defRPr sz="1575"/>
            </a:lvl1pPr>
            <a:lvl2pPr marL="378753" indent="-191237">
              <a:lnSpc>
                <a:spcPct val="90000"/>
              </a:lnSpc>
              <a:defRPr sz="1350"/>
            </a:lvl2pPr>
            <a:lvl3pPr marL="540969" indent="-170402">
              <a:lnSpc>
                <a:spcPct val="90000"/>
              </a:lnSpc>
              <a:defRPr sz="1125"/>
            </a:lvl3pPr>
            <a:lvl4pPr marL="690536" indent="-149567">
              <a:lnSpc>
                <a:spcPct val="90000"/>
              </a:lnSpc>
              <a:defRPr sz="1013"/>
            </a:lvl4pPr>
            <a:lvl5pPr marL="852752" indent="-154031">
              <a:lnSpc>
                <a:spcPct val="90000"/>
              </a:lnSpc>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8775738"/>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909320"/>
            <a:ext cx="5486400" cy="194733"/>
          </a:xfrm>
        </p:spPr>
        <p:txBody>
          <a:bodyPr anchor="b"/>
          <a:lstStyle>
            <a:lvl1pPr marL="0" indent="0">
              <a:lnSpc>
                <a:spcPct val="90000"/>
              </a:lnSpc>
              <a:spcBef>
                <a:spcPts val="0"/>
              </a:spcBef>
              <a:buNone/>
              <a:defRPr sz="1406" b="1"/>
            </a:lvl1pPr>
            <a:lvl2pPr marL="257165" indent="0">
              <a:buNone/>
              <a:defRPr sz="1125" b="1"/>
            </a:lvl2pPr>
            <a:lvl3pPr marL="514329" indent="0">
              <a:buNone/>
              <a:defRPr sz="1013" b="1"/>
            </a:lvl3pPr>
            <a:lvl4pPr marL="771494" indent="0">
              <a:buNone/>
              <a:defRPr sz="900" b="1"/>
            </a:lvl4pPr>
            <a:lvl5pPr marL="1028659" indent="0">
              <a:buNone/>
              <a:defRPr sz="900" b="1"/>
            </a:lvl5pPr>
            <a:lvl6pPr marL="1285824" indent="0">
              <a:buNone/>
              <a:defRPr sz="900" b="1"/>
            </a:lvl6pPr>
            <a:lvl7pPr marL="1542989" indent="0">
              <a:buNone/>
              <a:defRPr sz="900" b="1"/>
            </a:lvl7pPr>
            <a:lvl8pPr marL="1800153" indent="0">
              <a:buNone/>
              <a:defRPr sz="900" b="1"/>
            </a:lvl8pPr>
            <a:lvl9pPr marL="2057318" indent="0">
              <a:buNone/>
              <a:defRPr sz="900" b="1"/>
            </a:lvl9pPr>
          </a:lstStyle>
          <a:p>
            <a:pPr lvl="0"/>
            <a:r>
              <a:rPr lang="en-US"/>
              <a:t>Click to edit Master text styles</a:t>
            </a:r>
          </a:p>
        </p:txBody>
      </p:sp>
      <p:sp>
        <p:nvSpPr>
          <p:cNvPr id="4" name="Content Placeholder 3"/>
          <p:cNvSpPr>
            <a:spLocks noGrp="1"/>
          </p:cNvSpPr>
          <p:nvPr>
            <p:ph sz="half" idx="2"/>
          </p:nvPr>
        </p:nvSpPr>
        <p:spPr>
          <a:xfrm>
            <a:off x="507999" y="2174876"/>
            <a:ext cx="5486400" cy="864789"/>
          </a:xfrm>
        </p:spPr>
        <p:txBody>
          <a:bodyPr/>
          <a:lstStyle>
            <a:lvl1pPr marL="158496" indent="-158496">
              <a:defRPr sz="1294"/>
            </a:lvl1pPr>
            <a:lvl2pPr marL="316248" indent="-149567">
              <a:defRPr sz="1125"/>
            </a:lvl2pPr>
            <a:lvl3pPr marL="457629" indent="-136916">
              <a:defRPr sz="1013"/>
            </a:lvl3pPr>
            <a:lvl4pPr marL="590825" indent="-128732">
              <a:defRPr sz="956"/>
            </a:lvl4pPr>
            <a:lvl5pPr marL="719556" indent="-116081">
              <a:defRPr sz="956"/>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5" y="1909320"/>
            <a:ext cx="5489359" cy="194733"/>
          </a:xfrm>
        </p:spPr>
        <p:txBody>
          <a:bodyPr anchor="b"/>
          <a:lstStyle>
            <a:lvl1pPr marL="0" indent="0">
              <a:lnSpc>
                <a:spcPct val="90000"/>
              </a:lnSpc>
              <a:spcBef>
                <a:spcPts val="0"/>
              </a:spcBef>
              <a:buNone/>
              <a:defRPr sz="1406" b="1"/>
            </a:lvl1pPr>
            <a:lvl2pPr marL="257165" indent="0">
              <a:buNone/>
              <a:defRPr sz="1125" b="1"/>
            </a:lvl2pPr>
            <a:lvl3pPr marL="514329" indent="0">
              <a:buNone/>
              <a:defRPr sz="1013" b="1"/>
            </a:lvl3pPr>
            <a:lvl4pPr marL="771494" indent="0">
              <a:buNone/>
              <a:defRPr sz="900" b="1"/>
            </a:lvl4pPr>
            <a:lvl5pPr marL="1028659" indent="0">
              <a:buNone/>
              <a:defRPr sz="900" b="1"/>
            </a:lvl5pPr>
            <a:lvl6pPr marL="1285824" indent="0">
              <a:buNone/>
              <a:defRPr sz="900" b="1"/>
            </a:lvl6pPr>
            <a:lvl7pPr marL="1542989" indent="0">
              <a:buNone/>
              <a:defRPr sz="900" b="1"/>
            </a:lvl7pPr>
            <a:lvl8pPr marL="1800153" indent="0">
              <a:buNone/>
              <a:defRPr sz="900" b="1"/>
            </a:lvl8pPr>
            <a:lvl9pPr marL="2057318" indent="0">
              <a:buNone/>
              <a:defRPr sz="900" b="1"/>
            </a:lvl9pPr>
          </a:lstStyle>
          <a:p>
            <a:pPr lvl="0"/>
            <a:r>
              <a:rPr lang="en-US"/>
              <a:t>Click to edit Master text styles</a:t>
            </a:r>
          </a:p>
        </p:txBody>
      </p:sp>
      <p:sp>
        <p:nvSpPr>
          <p:cNvPr id="6" name="Content Placeholder 5"/>
          <p:cNvSpPr>
            <a:spLocks noGrp="1"/>
          </p:cNvSpPr>
          <p:nvPr>
            <p:ph sz="quarter" idx="4"/>
          </p:nvPr>
        </p:nvSpPr>
        <p:spPr>
          <a:xfrm>
            <a:off x="6193368" y="2174876"/>
            <a:ext cx="5490632" cy="864789"/>
          </a:xfrm>
        </p:spPr>
        <p:txBody>
          <a:bodyPr/>
          <a:lstStyle>
            <a:lvl1pPr marL="166681" indent="-166681">
              <a:defRPr sz="1294"/>
            </a:lvl1pPr>
            <a:lvl2pPr marL="320712" indent="-154031">
              <a:defRPr sz="1125"/>
            </a:lvl2pPr>
            <a:lvl3pPr marL="462093" indent="-137661">
              <a:defRPr sz="1013"/>
            </a:lvl3pPr>
            <a:lvl4pPr marL="590825" indent="-133196">
              <a:defRPr sz="956"/>
            </a:lvl4pPr>
            <a:lvl5pPr marL="719556" indent="-124267">
              <a:defRPr sz="956"/>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4133118"/>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45456754"/>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25220154"/>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3246101"/>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5"/>
            <a:ext cx="11176000" cy="1201483"/>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7047578"/>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5"/>
            <a:ext cx="11176000" cy="1201483"/>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4" y="6238880"/>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1347712888"/>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6"/>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675">
                <a:solidFill>
                  <a:schemeClr val="bg1"/>
                </a:solidFill>
              </a:defRPr>
            </a:lvl1pPr>
            <a:lvl2pPr>
              <a:buNone/>
              <a:defRPr sz="675">
                <a:solidFill>
                  <a:schemeClr val="bg1"/>
                </a:solidFill>
              </a:defRPr>
            </a:lvl2pPr>
            <a:lvl3pPr>
              <a:buNone/>
              <a:defRPr sz="675">
                <a:solidFill>
                  <a:schemeClr val="bg1"/>
                </a:solidFill>
              </a:defRPr>
            </a:lvl3pPr>
            <a:lvl4pPr>
              <a:buNone/>
              <a:defRPr sz="675">
                <a:solidFill>
                  <a:schemeClr val="bg1"/>
                </a:solidFill>
              </a:defRPr>
            </a:lvl4pPr>
            <a:lvl5pPr>
              <a:buNone/>
              <a:defRPr sz="675">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99610598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192808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9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6"/>
            <a:ext cx="5249333" cy="152399"/>
          </a:xfrm>
          <a:prstGeom prst="rect">
            <a:avLst/>
          </a:prstGeom>
        </p:spPr>
        <p:txBody>
          <a:bodyPr/>
          <a:lstStyle>
            <a:lvl1pPr algn="l">
              <a:defRPr/>
            </a:lvl1pPr>
          </a:lstStyle>
          <a:p>
            <a:pPr>
              <a:defRPr/>
            </a:pPr>
            <a:endParaRPr lang="en-US">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675">
                <a:solidFill>
                  <a:schemeClr val="bg1"/>
                </a:solidFill>
              </a:defRPr>
            </a:lvl1pPr>
            <a:lvl2pPr>
              <a:buNone/>
              <a:defRPr sz="675">
                <a:solidFill>
                  <a:schemeClr val="bg1"/>
                </a:solidFill>
              </a:defRPr>
            </a:lvl2pPr>
            <a:lvl3pPr>
              <a:buNone/>
              <a:defRPr sz="675">
                <a:solidFill>
                  <a:schemeClr val="bg1"/>
                </a:solidFill>
              </a:defRPr>
            </a:lvl3pPr>
            <a:lvl4pPr>
              <a:buNone/>
              <a:defRPr sz="675">
                <a:solidFill>
                  <a:schemeClr val="bg1"/>
                </a:solidFill>
              </a:defRPr>
            </a:lvl4pPr>
            <a:lvl5pPr>
              <a:buNone/>
              <a:defRPr sz="675">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84095998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42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65083301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cSld name="50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05631324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1929577"/>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9" y="1905003"/>
            <a:ext cx="10242551" cy="1523495"/>
          </a:xfrm>
        </p:spPr>
        <p:txBody>
          <a:bodyPr>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973667" y="4344991"/>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881790343"/>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1825273" y="4344991"/>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7500" b="0" i="1" u="none" strike="noStrike" kern="0" cap="none" spc="-113"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447777775"/>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3"/>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5589202"/>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6"/>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6339148"/>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1306512"/>
          </a:xfrm>
        </p:spPr>
        <p:txBody>
          <a:bodyPr/>
          <a:lstStyle>
            <a:lvl1pPr marL="254982" indent="-254982">
              <a:lnSpc>
                <a:spcPct val="90000"/>
              </a:lnSpc>
              <a:defRPr sz="2100"/>
            </a:lvl1pPr>
            <a:lvl2pPr marL="505004" indent="-244068">
              <a:lnSpc>
                <a:spcPct val="90000"/>
              </a:lnSpc>
              <a:defRPr sz="1800"/>
            </a:lvl2pPr>
            <a:lvl3pPr marL="715339" indent="-216288">
              <a:lnSpc>
                <a:spcPct val="90000"/>
              </a:lnSpc>
              <a:defRPr sz="1500"/>
            </a:lvl3pPr>
            <a:lvl4pPr marL="920714" indent="-205375">
              <a:lnSpc>
                <a:spcPct val="90000"/>
              </a:lnSpc>
              <a:defRPr sz="1350"/>
            </a:lvl4pPr>
            <a:lvl5pPr marL="1137002" indent="-21033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4"/>
            <a:ext cx="5486400" cy="1306512"/>
          </a:xfrm>
        </p:spPr>
        <p:txBody>
          <a:bodyPr/>
          <a:lstStyle>
            <a:lvl1pPr marL="260936" indent="-260936">
              <a:lnSpc>
                <a:spcPct val="90000"/>
              </a:lnSpc>
              <a:defRPr sz="2100"/>
            </a:lvl1pPr>
            <a:lvl2pPr marL="505004" indent="-254982">
              <a:lnSpc>
                <a:spcPct val="90000"/>
              </a:lnSpc>
              <a:defRPr sz="1800"/>
            </a:lvl2pPr>
            <a:lvl3pPr marL="721292" indent="-227202">
              <a:lnSpc>
                <a:spcPct val="90000"/>
              </a:lnSpc>
              <a:defRPr sz="1500"/>
            </a:lvl3pPr>
            <a:lvl4pPr marL="920714" indent="-199422">
              <a:lnSpc>
                <a:spcPct val="90000"/>
              </a:lnSpc>
              <a:defRPr sz="1350"/>
            </a:lvl4pPr>
            <a:lvl5pPr marL="1137002" indent="-20537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3090271"/>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844366"/>
            <a:ext cx="5486400"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153008"/>
          </a:xfrm>
        </p:spPr>
        <p:txBody>
          <a:bodyPr/>
          <a:lstStyle>
            <a:lvl1pPr marL="211328" indent="-211328">
              <a:defRPr sz="1725"/>
            </a:lvl1pPr>
            <a:lvl2pPr marL="421664" indent="-199422">
              <a:defRPr sz="1500"/>
            </a:lvl2pPr>
            <a:lvl3pPr marL="610172" indent="-182555">
              <a:defRPr sz="1350"/>
            </a:lvl3pPr>
            <a:lvl4pPr marL="787766" indent="-171642">
              <a:defRPr sz="1275"/>
            </a:lvl4pPr>
            <a:lvl5pPr marL="959408" indent="-154775">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3" y="1844366"/>
            <a:ext cx="5489359"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153008"/>
          </a:xfrm>
        </p:spPr>
        <p:txBody>
          <a:bodyPr/>
          <a:lstStyle>
            <a:lvl1pPr marL="222241" indent="-222241">
              <a:defRPr sz="1725"/>
            </a:lvl1pPr>
            <a:lvl2pPr marL="427616" indent="-205375">
              <a:defRPr sz="1500"/>
            </a:lvl2pPr>
            <a:lvl3pPr marL="616124" indent="-183548">
              <a:defRPr sz="1350"/>
            </a:lvl3pPr>
            <a:lvl4pPr marL="787766" indent="-177595">
              <a:defRPr sz="1275"/>
            </a:lvl4pPr>
            <a:lvl5pPr marL="959408" indent="-165689">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8421929"/>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65480702"/>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6642732"/>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4064856"/>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7054787"/>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2" y="6238878"/>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4024684362"/>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26851936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864472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9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08923377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14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70732731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cSld name="42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27482182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63735328"/>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cSld name="55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46481419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cSld name="73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27533364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9" y="1905003"/>
            <a:ext cx="10242551" cy="1523495"/>
          </a:xfrm>
        </p:spPr>
        <p:txBody>
          <a:bodyPr>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973667" y="4344991"/>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625204174"/>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2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1825273" y="4344991"/>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7500" b="0" i="1" u="none" strike="noStrike" kern="0" cap="none" spc="-113"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1269252336"/>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3"/>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0396436"/>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obj" preserve="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6"/>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9043092"/>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1306512"/>
          </a:xfrm>
        </p:spPr>
        <p:txBody>
          <a:bodyPr/>
          <a:lstStyle>
            <a:lvl1pPr marL="254982" indent="-254982">
              <a:lnSpc>
                <a:spcPct val="90000"/>
              </a:lnSpc>
              <a:defRPr sz="2100"/>
            </a:lvl1pPr>
            <a:lvl2pPr marL="505004" indent="-244068">
              <a:lnSpc>
                <a:spcPct val="90000"/>
              </a:lnSpc>
              <a:defRPr sz="1800"/>
            </a:lvl2pPr>
            <a:lvl3pPr marL="715339" indent="-216288">
              <a:lnSpc>
                <a:spcPct val="90000"/>
              </a:lnSpc>
              <a:defRPr sz="1500"/>
            </a:lvl3pPr>
            <a:lvl4pPr marL="920714" indent="-205375">
              <a:lnSpc>
                <a:spcPct val="90000"/>
              </a:lnSpc>
              <a:defRPr sz="1350"/>
            </a:lvl4pPr>
            <a:lvl5pPr marL="1137002" indent="-21033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4"/>
            <a:ext cx="5486400" cy="1306512"/>
          </a:xfrm>
        </p:spPr>
        <p:txBody>
          <a:bodyPr/>
          <a:lstStyle>
            <a:lvl1pPr marL="260936" indent="-260936">
              <a:lnSpc>
                <a:spcPct val="90000"/>
              </a:lnSpc>
              <a:defRPr sz="2100"/>
            </a:lvl1pPr>
            <a:lvl2pPr marL="505004" indent="-254982">
              <a:lnSpc>
                <a:spcPct val="90000"/>
              </a:lnSpc>
              <a:defRPr sz="1800"/>
            </a:lvl2pPr>
            <a:lvl3pPr marL="721292" indent="-227202">
              <a:lnSpc>
                <a:spcPct val="90000"/>
              </a:lnSpc>
              <a:defRPr sz="1500"/>
            </a:lvl3pPr>
            <a:lvl4pPr marL="920714" indent="-199422">
              <a:lnSpc>
                <a:spcPct val="90000"/>
              </a:lnSpc>
              <a:defRPr sz="1350"/>
            </a:lvl4pPr>
            <a:lvl5pPr marL="1137002" indent="-20537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418167"/>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844366"/>
            <a:ext cx="5486400"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153008"/>
          </a:xfrm>
        </p:spPr>
        <p:txBody>
          <a:bodyPr/>
          <a:lstStyle>
            <a:lvl1pPr marL="211328" indent="-211328">
              <a:defRPr sz="1725"/>
            </a:lvl1pPr>
            <a:lvl2pPr marL="421664" indent="-199422">
              <a:defRPr sz="1500"/>
            </a:lvl2pPr>
            <a:lvl3pPr marL="610172" indent="-182555">
              <a:defRPr sz="1350"/>
            </a:lvl3pPr>
            <a:lvl4pPr marL="787766" indent="-171642">
              <a:defRPr sz="1275"/>
            </a:lvl4pPr>
            <a:lvl5pPr marL="959408" indent="-154775">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3" y="1844366"/>
            <a:ext cx="5489359"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153008"/>
          </a:xfrm>
        </p:spPr>
        <p:txBody>
          <a:bodyPr/>
          <a:lstStyle>
            <a:lvl1pPr marL="222241" indent="-222241">
              <a:defRPr sz="1725"/>
            </a:lvl1pPr>
            <a:lvl2pPr marL="427616" indent="-205375">
              <a:defRPr sz="1500"/>
            </a:lvl2pPr>
            <a:lvl3pPr marL="616124" indent="-183548">
              <a:defRPr sz="1350"/>
            </a:lvl3pPr>
            <a:lvl4pPr marL="787766" indent="-177595">
              <a:defRPr sz="1275"/>
            </a:lvl4pPr>
            <a:lvl5pPr marL="959408" indent="-165689">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5846199"/>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23335181"/>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3991764"/>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reserve="1">
  <p:cSld name="1_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3374399"/>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4901274"/>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2" y="6238878"/>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3092253319"/>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88022964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213251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10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743567863"/>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15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90564058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cSld name="43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126825334"/>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7984380"/>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cSld name="56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fontAlgn="base">
              <a:spcBef>
                <a:spcPct val="0"/>
              </a:spcBef>
              <a:spcAft>
                <a:spcPct val="0"/>
              </a:spcAft>
              <a:defRPr/>
            </a:pPr>
            <a:endParaRPr lang="en-US">
              <a:solidFill>
                <a:srgbClr val="FFFFFF"/>
              </a:solidFill>
              <a:latin typeface="Arial" charset="0"/>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53914996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cSld name="74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31362566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9" y="1905003"/>
            <a:ext cx="10242551" cy="1523495"/>
          </a:xfrm>
        </p:spPr>
        <p:txBody>
          <a:bodyPr>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973667" y="4344991"/>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2809620345"/>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3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1825273" y="4344991"/>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7500" b="0" i="1" u="none" strike="noStrike" kern="0" cap="none" spc="-113"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3709107135"/>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1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3"/>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7616864"/>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obj" preserve="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6"/>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8715803"/>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1306512"/>
          </a:xfrm>
        </p:spPr>
        <p:txBody>
          <a:bodyPr/>
          <a:lstStyle>
            <a:lvl1pPr marL="254982" indent="-254982">
              <a:lnSpc>
                <a:spcPct val="90000"/>
              </a:lnSpc>
              <a:defRPr sz="2100"/>
            </a:lvl1pPr>
            <a:lvl2pPr marL="505004" indent="-244068">
              <a:lnSpc>
                <a:spcPct val="90000"/>
              </a:lnSpc>
              <a:defRPr sz="1800"/>
            </a:lvl2pPr>
            <a:lvl3pPr marL="715339" indent="-216288">
              <a:lnSpc>
                <a:spcPct val="90000"/>
              </a:lnSpc>
              <a:defRPr sz="1500"/>
            </a:lvl3pPr>
            <a:lvl4pPr marL="920714" indent="-205375">
              <a:lnSpc>
                <a:spcPct val="90000"/>
              </a:lnSpc>
              <a:defRPr sz="1350"/>
            </a:lvl4pPr>
            <a:lvl5pPr marL="1137002" indent="-21033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4"/>
            <a:ext cx="5486400" cy="1306512"/>
          </a:xfrm>
        </p:spPr>
        <p:txBody>
          <a:bodyPr/>
          <a:lstStyle>
            <a:lvl1pPr marL="260936" indent="-260936">
              <a:lnSpc>
                <a:spcPct val="90000"/>
              </a:lnSpc>
              <a:defRPr sz="2100"/>
            </a:lvl1pPr>
            <a:lvl2pPr marL="505004" indent="-254982">
              <a:lnSpc>
                <a:spcPct val="90000"/>
              </a:lnSpc>
              <a:defRPr sz="1800"/>
            </a:lvl2pPr>
            <a:lvl3pPr marL="721292" indent="-227202">
              <a:lnSpc>
                <a:spcPct val="90000"/>
              </a:lnSpc>
              <a:defRPr sz="1500"/>
            </a:lvl3pPr>
            <a:lvl4pPr marL="920714" indent="-199422">
              <a:lnSpc>
                <a:spcPct val="90000"/>
              </a:lnSpc>
              <a:defRPr sz="1350"/>
            </a:lvl4pPr>
            <a:lvl5pPr marL="1137002" indent="-20537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4732127"/>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twoTxTwoObj" preserve="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844366"/>
            <a:ext cx="5486400"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153008"/>
          </a:xfrm>
        </p:spPr>
        <p:txBody>
          <a:bodyPr/>
          <a:lstStyle>
            <a:lvl1pPr marL="211328" indent="-211328">
              <a:defRPr sz="1725"/>
            </a:lvl1pPr>
            <a:lvl2pPr marL="421664" indent="-199422">
              <a:defRPr sz="1500"/>
            </a:lvl2pPr>
            <a:lvl3pPr marL="610172" indent="-182555">
              <a:defRPr sz="1350"/>
            </a:lvl3pPr>
            <a:lvl4pPr marL="787766" indent="-171642">
              <a:defRPr sz="1275"/>
            </a:lvl4pPr>
            <a:lvl5pPr marL="959408" indent="-154775">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3" y="1844366"/>
            <a:ext cx="5489359"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153008"/>
          </a:xfrm>
        </p:spPr>
        <p:txBody>
          <a:bodyPr/>
          <a:lstStyle>
            <a:lvl1pPr marL="222241" indent="-222241">
              <a:defRPr sz="1725"/>
            </a:lvl1pPr>
            <a:lvl2pPr marL="427616" indent="-205375">
              <a:defRPr sz="1500"/>
            </a:lvl2pPr>
            <a:lvl3pPr marL="616124" indent="-183548">
              <a:defRPr sz="1350"/>
            </a:lvl3pPr>
            <a:lvl4pPr marL="787766" indent="-177595">
              <a:defRPr sz="1275"/>
            </a:lvl4pPr>
            <a:lvl5pPr marL="959408" indent="-165689">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7811486"/>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1665649"/>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blank" preserve="1">
  <p:cSld name="5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060648"/>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blank" preserve="1">
  <p:cSld name="2_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493759348"/>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15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7187179"/>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2" y="6238878"/>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2718385136"/>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4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977042119"/>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1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16150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1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45341137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16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419006425"/>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cSld name="53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260064018"/>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087908"/>
      </p:ext>
    </p:extLst>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9" y="1905003"/>
            <a:ext cx="10242551" cy="1523495"/>
          </a:xfrm>
        </p:spPr>
        <p:txBody>
          <a:bodyPr>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973667" y="4344991"/>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934812392"/>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4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1825273" y="4344991"/>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7500" b="0" i="1" u="none" strike="noStrike" kern="0" cap="none" spc="-113"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1112709873"/>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2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3"/>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2869286"/>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2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6"/>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2458470"/>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twoObj" preserve="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1306512"/>
          </a:xfrm>
        </p:spPr>
        <p:txBody>
          <a:bodyPr/>
          <a:lstStyle>
            <a:lvl1pPr marL="254982" indent="-254982">
              <a:lnSpc>
                <a:spcPct val="90000"/>
              </a:lnSpc>
              <a:defRPr sz="2100"/>
            </a:lvl1pPr>
            <a:lvl2pPr marL="505004" indent="-244068">
              <a:lnSpc>
                <a:spcPct val="90000"/>
              </a:lnSpc>
              <a:defRPr sz="1800"/>
            </a:lvl2pPr>
            <a:lvl3pPr marL="715339" indent="-216288">
              <a:lnSpc>
                <a:spcPct val="90000"/>
              </a:lnSpc>
              <a:defRPr sz="1500"/>
            </a:lvl3pPr>
            <a:lvl4pPr marL="920714" indent="-205375">
              <a:lnSpc>
                <a:spcPct val="90000"/>
              </a:lnSpc>
              <a:defRPr sz="1350"/>
            </a:lvl4pPr>
            <a:lvl5pPr marL="1137002" indent="-21033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4"/>
            <a:ext cx="5486400" cy="1306512"/>
          </a:xfrm>
        </p:spPr>
        <p:txBody>
          <a:bodyPr/>
          <a:lstStyle>
            <a:lvl1pPr marL="260936" indent="-260936">
              <a:lnSpc>
                <a:spcPct val="90000"/>
              </a:lnSpc>
              <a:defRPr sz="2100"/>
            </a:lvl1pPr>
            <a:lvl2pPr marL="505004" indent="-254982">
              <a:lnSpc>
                <a:spcPct val="90000"/>
              </a:lnSpc>
              <a:defRPr sz="1800"/>
            </a:lvl2pPr>
            <a:lvl3pPr marL="721292" indent="-227202">
              <a:lnSpc>
                <a:spcPct val="90000"/>
              </a:lnSpc>
              <a:defRPr sz="1500"/>
            </a:lvl3pPr>
            <a:lvl4pPr marL="920714" indent="-199422">
              <a:lnSpc>
                <a:spcPct val="90000"/>
              </a:lnSpc>
              <a:defRPr sz="1350"/>
            </a:lvl4pPr>
            <a:lvl5pPr marL="1137002" indent="-20537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9939571"/>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twoTxTwoObj" preserve="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844366"/>
            <a:ext cx="5486400"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153008"/>
          </a:xfrm>
        </p:spPr>
        <p:txBody>
          <a:bodyPr/>
          <a:lstStyle>
            <a:lvl1pPr marL="211328" indent="-211328">
              <a:defRPr sz="1725"/>
            </a:lvl1pPr>
            <a:lvl2pPr marL="421664" indent="-199422">
              <a:defRPr sz="1500"/>
            </a:lvl2pPr>
            <a:lvl3pPr marL="610172" indent="-182555">
              <a:defRPr sz="1350"/>
            </a:lvl3pPr>
            <a:lvl4pPr marL="787766" indent="-171642">
              <a:defRPr sz="1275"/>
            </a:lvl4pPr>
            <a:lvl5pPr marL="959408" indent="-154775">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3" y="1844366"/>
            <a:ext cx="5489359"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153008"/>
          </a:xfrm>
        </p:spPr>
        <p:txBody>
          <a:bodyPr/>
          <a:lstStyle>
            <a:lvl1pPr marL="222241" indent="-222241">
              <a:defRPr sz="1725"/>
            </a:lvl1pPr>
            <a:lvl2pPr marL="427616" indent="-205375">
              <a:defRPr sz="1500"/>
            </a:lvl2pPr>
            <a:lvl3pPr marL="616124" indent="-183548">
              <a:defRPr sz="1350"/>
            </a:lvl3pPr>
            <a:lvl4pPr marL="787766" indent="-177595">
              <a:defRPr sz="1275"/>
            </a:lvl4pPr>
            <a:lvl5pPr marL="959408" indent="-165689">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3634108"/>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Only" preserve="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16979930"/>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blank" preserve="1">
  <p:cSld name="7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202825"/>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3_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0609561"/>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21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6276044"/>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20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2" y="6238878"/>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459534278"/>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6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845937577"/>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1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9908818"/>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12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545456079"/>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17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25904290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19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01157960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cSld name="54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91792536"/>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4469079"/>
      </p:ext>
    </p:extLst>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840056117"/>
      </p:ext>
    </p:extLst>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dirty="0"/>
              <a:t>click to…</a:t>
            </a:r>
          </a:p>
        </p:txBody>
      </p:sp>
    </p:spTree>
    <p:extLst>
      <p:ext uri="{BB962C8B-B14F-4D97-AF65-F5344CB8AC3E}">
        <p14:creationId xmlns:p14="http://schemas.microsoft.com/office/powerpoint/2010/main" val="3564717297"/>
      </p:ext>
    </p:extLst>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6871065"/>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50235111"/>
      </p:ext>
    </p:extLst>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4217638"/>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62667860"/>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70737569"/>
      </p:ext>
    </p:extLst>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728834"/>
      </p:ext>
    </p:extLst>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264019"/>
      </p:ext>
    </p:extLst>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25713887"/>
      </p:ext>
    </p:extLst>
  </p:cSld>
  <p:clrMapOvr>
    <a:masterClrMapping/>
  </p:clrMapOvr>
  <p:transition>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2848754583"/>
      </p:ext>
    </p:extLst>
  </p:cSld>
  <p:clrMapOvr>
    <a:masterClrMapping/>
  </p:clrMapOvr>
  <p:transition>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020143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image" Target="../media/image2.png"/><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41"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theme" Target="../theme/theme2.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image" Target="../media/image3.png"/><Relationship Id="rId8" Type="http://schemas.openxmlformats.org/officeDocument/2006/relationships/slideLayout" Target="../slideLayouts/slideLayout20.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image" Target="../media/image2.png"/><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image" Target="../media/image1.jpeg"/><Relationship Id="rId2" Type="http://schemas.openxmlformats.org/officeDocument/2006/relationships/slideLayout" Target="../slideLayouts/slideLayout53.xml"/><Relationship Id="rId16" Type="http://schemas.openxmlformats.org/officeDocument/2006/relationships/theme" Target="../theme/theme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10" Type="http://schemas.openxmlformats.org/officeDocument/2006/relationships/slideLayout" Target="../slideLayouts/slideLayout61.xml"/><Relationship Id="rId19" Type="http://schemas.openxmlformats.org/officeDocument/2006/relationships/image" Target="../media/image3.png"/><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slideLayout" Target="../slideLayouts/slideLayout79.xml"/><Relationship Id="rId18" Type="http://schemas.openxmlformats.org/officeDocument/2006/relationships/image" Target="../media/image3.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image" Target="../media/image2.png"/><Relationship Id="rId2" Type="http://schemas.openxmlformats.org/officeDocument/2006/relationships/slideLayout" Target="../slideLayouts/slideLayout68.xml"/><Relationship Id="rId16" Type="http://schemas.openxmlformats.org/officeDocument/2006/relationships/image" Target="../media/image1.jpeg"/><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theme" Target="../theme/theme4.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18" Type="http://schemas.openxmlformats.org/officeDocument/2006/relationships/theme" Target="../theme/theme5.xml"/><Relationship Id="rId3" Type="http://schemas.openxmlformats.org/officeDocument/2006/relationships/slideLayout" Target="../slideLayouts/slideLayout83.xml"/><Relationship Id="rId21" Type="http://schemas.openxmlformats.org/officeDocument/2006/relationships/image" Target="../media/image3.png"/><Relationship Id="rId7" Type="http://schemas.openxmlformats.org/officeDocument/2006/relationships/slideLayout" Target="../slideLayouts/slideLayout87.xml"/><Relationship Id="rId12" Type="http://schemas.openxmlformats.org/officeDocument/2006/relationships/slideLayout" Target="../slideLayouts/slideLayout92.xml"/><Relationship Id="rId17" Type="http://schemas.openxmlformats.org/officeDocument/2006/relationships/slideLayout" Target="../slideLayouts/slideLayout97.xml"/><Relationship Id="rId2" Type="http://schemas.openxmlformats.org/officeDocument/2006/relationships/slideLayout" Target="../slideLayouts/slideLayout82.xml"/><Relationship Id="rId16" Type="http://schemas.openxmlformats.org/officeDocument/2006/relationships/slideLayout" Target="../slideLayouts/slideLayout96.xml"/><Relationship Id="rId20" Type="http://schemas.openxmlformats.org/officeDocument/2006/relationships/image" Target="../media/image2.png"/><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5" Type="http://schemas.openxmlformats.org/officeDocument/2006/relationships/slideLayout" Target="../slideLayouts/slideLayout95.xml"/><Relationship Id="rId10" Type="http://schemas.openxmlformats.org/officeDocument/2006/relationships/slideLayout" Target="../slideLayouts/slideLayout90.xml"/><Relationship Id="rId19" Type="http://schemas.openxmlformats.org/officeDocument/2006/relationships/image" Target="../media/image1.jpeg"/><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s>
</file>

<file path=ppt/slideMasters/_rels/slideMaster6.xml.rels><?xml version="1.0" encoding="UTF-8" standalone="yes"?>
<Relationships xmlns="http://schemas.openxmlformats.org/package/2006/relationships"><Relationship Id="rId26" Type="http://schemas.openxmlformats.org/officeDocument/2006/relationships/slideLayout" Target="../slideLayouts/slideLayout123.xml"/><Relationship Id="rId21" Type="http://schemas.openxmlformats.org/officeDocument/2006/relationships/slideLayout" Target="../slideLayouts/slideLayout118.xml"/><Relationship Id="rId42" Type="http://schemas.openxmlformats.org/officeDocument/2006/relationships/slideLayout" Target="../slideLayouts/slideLayout139.xml"/><Relationship Id="rId47" Type="http://schemas.openxmlformats.org/officeDocument/2006/relationships/slideLayout" Target="../slideLayouts/slideLayout144.xml"/><Relationship Id="rId63" Type="http://schemas.openxmlformats.org/officeDocument/2006/relationships/slideLayout" Target="../slideLayouts/slideLayout160.xml"/><Relationship Id="rId68" Type="http://schemas.openxmlformats.org/officeDocument/2006/relationships/slideLayout" Target="../slideLayouts/slideLayout165.xml"/><Relationship Id="rId16" Type="http://schemas.openxmlformats.org/officeDocument/2006/relationships/slideLayout" Target="../slideLayouts/slideLayout113.xml"/><Relationship Id="rId11" Type="http://schemas.openxmlformats.org/officeDocument/2006/relationships/slideLayout" Target="../slideLayouts/slideLayout108.xml"/><Relationship Id="rId24" Type="http://schemas.openxmlformats.org/officeDocument/2006/relationships/slideLayout" Target="../slideLayouts/slideLayout121.xml"/><Relationship Id="rId32" Type="http://schemas.openxmlformats.org/officeDocument/2006/relationships/slideLayout" Target="../slideLayouts/slideLayout129.xml"/><Relationship Id="rId37" Type="http://schemas.openxmlformats.org/officeDocument/2006/relationships/slideLayout" Target="../slideLayouts/slideLayout134.xml"/><Relationship Id="rId40" Type="http://schemas.openxmlformats.org/officeDocument/2006/relationships/slideLayout" Target="../slideLayouts/slideLayout137.xml"/><Relationship Id="rId45" Type="http://schemas.openxmlformats.org/officeDocument/2006/relationships/slideLayout" Target="../slideLayouts/slideLayout142.xml"/><Relationship Id="rId53" Type="http://schemas.openxmlformats.org/officeDocument/2006/relationships/slideLayout" Target="../slideLayouts/slideLayout150.xml"/><Relationship Id="rId58" Type="http://schemas.openxmlformats.org/officeDocument/2006/relationships/slideLayout" Target="../slideLayouts/slideLayout155.xml"/><Relationship Id="rId66" Type="http://schemas.openxmlformats.org/officeDocument/2006/relationships/slideLayout" Target="../slideLayouts/slideLayout163.xml"/><Relationship Id="rId74" Type="http://schemas.openxmlformats.org/officeDocument/2006/relationships/theme" Target="../theme/theme6.xml"/><Relationship Id="rId5" Type="http://schemas.openxmlformats.org/officeDocument/2006/relationships/slideLayout" Target="../slideLayouts/slideLayout102.xml"/><Relationship Id="rId61" Type="http://schemas.openxmlformats.org/officeDocument/2006/relationships/slideLayout" Target="../slideLayouts/slideLayout158.xml"/><Relationship Id="rId19" Type="http://schemas.openxmlformats.org/officeDocument/2006/relationships/slideLayout" Target="../slideLayouts/slideLayout116.xml"/><Relationship Id="rId14" Type="http://schemas.openxmlformats.org/officeDocument/2006/relationships/slideLayout" Target="../slideLayouts/slideLayout111.xml"/><Relationship Id="rId22" Type="http://schemas.openxmlformats.org/officeDocument/2006/relationships/slideLayout" Target="../slideLayouts/slideLayout119.xml"/><Relationship Id="rId27" Type="http://schemas.openxmlformats.org/officeDocument/2006/relationships/slideLayout" Target="../slideLayouts/slideLayout124.xml"/><Relationship Id="rId30" Type="http://schemas.openxmlformats.org/officeDocument/2006/relationships/slideLayout" Target="../slideLayouts/slideLayout127.xml"/><Relationship Id="rId35" Type="http://schemas.openxmlformats.org/officeDocument/2006/relationships/slideLayout" Target="../slideLayouts/slideLayout132.xml"/><Relationship Id="rId43" Type="http://schemas.openxmlformats.org/officeDocument/2006/relationships/slideLayout" Target="../slideLayouts/slideLayout140.xml"/><Relationship Id="rId48" Type="http://schemas.openxmlformats.org/officeDocument/2006/relationships/slideLayout" Target="../slideLayouts/slideLayout145.xml"/><Relationship Id="rId56" Type="http://schemas.openxmlformats.org/officeDocument/2006/relationships/slideLayout" Target="../slideLayouts/slideLayout153.xml"/><Relationship Id="rId64" Type="http://schemas.openxmlformats.org/officeDocument/2006/relationships/slideLayout" Target="../slideLayouts/slideLayout161.xml"/><Relationship Id="rId69" Type="http://schemas.openxmlformats.org/officeDocument/2006/relationships/slideLayout" Target="../slideLayouts/slideLayout166.xml"/><Relationship Id="rId77" Type="http://schemas.openxmlformats.org/officeDocument/2006/relationships/image" Target="../media/image3.png"/><Relationship Id="rId8" Type="http://schemas.openxmlformats.org/officeDocument/2006/relationships/slideLayout" Target="../slideLayouts/slideLayout105.xml"/><Relationship Id="rId51" Type="http://schemas.openxmlformats.org/officeDocument/2006/relationships/slideLayout" Target="../slideLayouts/slideLayout148.xml"/><Relationship Id="rId72" Type="http://schemas.openxmlformats.org/officeDocument/2006/relationships/slideLayout" Target="../slideLayouts/slideLayout169.xml"/><Relationship Id="rId3" Type="http://schemas.openxmlformats.org/officeDocument/2006/relationships/slideLayout" Target="../slideLayouts/slideLayout100.xml"/><Relationship Id="rId12" Type="http://schemas.openxmlformats.org/officeDocument/2006/relationships/slideLayout" Target="../slideLayouts/slideLayout109.xml"/><Relationship Id="rId17" Type="http://schemas.openxmlformats.org/officeDocument/2006/relationships/slideLayout" Target="../slideLayouts/slideLayout114.xml"/><Relationship Id="rId25" Type="http://schemas.openxmlformats.org/officeDocument/2006/relationships/slideLayout" Target="../slideLayouts/slideLayout122.xml"/><Relationship Id="rId33" Type="http://schemas.openxmlformats.org/officeDocument/2006/relationships/slideLayout" Target="../slideLayouts/slideLayout130.xml"/><Relationship Id="rId38" Type="http://schemas.openxmlformats.org/officeDocument/2006/relationships/slideLayout" Target="../slideLayouts/slideLayout135.xml"/><Relationship Id="rId46" Type="http://schemas.openxmlformats.org/officeDocument/2006/relationships/slideLayout" Target="../slideLayouts/slideLayout143.xml"/><Relationship Id="rId59" Type="http://schemas.openxmlformats.org/officeDocument/2006/relationships/slideLayout" Target="../slideLayouts/slideLayout156.xml"/><Relationship Id="rId67" Type="http://schemas.openxmlformats.org/officeDocument/2006/relationships/slideLayout" Target="../slideLayouts/slideLayout164.xml"/><Relationship Id="rId20" Type="http://schemas.openxmlformats.org/officeDocument/2006/relationships/slideLayout" Target="../slideLayouts/slideLayout117.xml"/><Relationship Id="rId41" Type="http://schemas.openxmlformats.org/officeDocument/2006/relationships/slideLayout" Target="../slideLayouts/slideLayout138.xml"/><Relationship Id="rId54" Type="http://schemas.openxmlformats.org/officeDocument/2006/relationships/slideLayout" Target="../slideLayouts/slideLayout151.xml"/><Relationship Id="rId62" Type="http://schemas.openxmlformats.org/officeDocument/2006/relationships/slideLayout" Target="../slideLayouts/slideLayout159.xml"/><Relationship Id="rId70" Type="http://schemas.openxmlformats.org/officeDocument/2006/relationships/slideLayout" Target="../slideLayouts/slideLayout167.xml"/><Relationship Id="rId75" Type="http://schemas.openxmlformats.org/officeDocument/2006/relationships/image" Target="../media/image1.jpeg"/><Relationship Id="rId1" Type="http://schemas.openxmlformats.org/officeDocument/2006/relationships/slideLayout" Target="../slideLayouts/slideLayout98.xml"/><Relationship Id="rId6" Type="http://schemas.openxmlformats.org/officeDocument/2006/relationships/slideLayout" Target="../slideLayouts/slideLayout103.xml"/><Relationship Id="rId15" Type="http://schemas.openxmlformats.org/officeDocument/2006/relationships/slideLayout" Target="../slideLayouts/slideLayout112.xml"/><Relationship Id="rId23" Type="http://schemas.openxmlformats.org/officeDocument/2006/relationships/slideLayout" Target="../slideLayouts/slideLayout120.xml"/><Relationship Id="rId28" Type="http://schemas.openxmlformats.org/officeDocument/2006/relationships/slideLayout" Target="../slideLayouts/slideLayout125.xml"/><Relationship Id="rId36" Type="http://schemas.openxmlformats.org/officeDocument/2006/relationships/slideLayout" Target="../slideLayouts/slideLayout133.xml"/><Relationship Id="rId49" Type="http://schemas.openxmlformats.org/officeDocument/2006/relationships/slideLayout" Target="../slideLayouts/slideLayout146.xml"/><Relationship Id="rId57" Type="http://schemas.openxmlformats.org/officeDocument/2006/relationships/slideLayout" Target="../slideLayouts/slideLayout154.xml"/><Relationship Id="rId10" Type="http://schemas.openxmlformats.org/officeDocument/2006/relationships/slideLayout" Target="../slideLayouts/slideLayout107.xml"/><Relationship Id="rId31" Type="http://schemas.openxmlformats.org/officeDocument/2006/relationships/slideLayout" Target="../slideLayouts/slideLayout128.xml"/><Relationship Id="rId44" Type="http://schemas.openxmlformats.org/officeDocument/2006/relationships/slideLayout" Target="../slideLayouts/slideLayout141.xml"/><Relationship Id="rId52" Type="http://schemas.openxmlformats.org/officeDocument/2006/relationships/slideLayout" Target="../slideLayouts/slideLayout149.xml"/><Relationship Id="rId60" Type="http://schemas.openxmlformats.org/officeDocument/2006/relationships/slideLayout" Target="../slideLayouts/slideLayout157.xml"/><Relationship Id="rId65" Type="http://schemas.openxmlformats.org/officeDocument/2006/relationships/slideLayout" Target="../slideLayouts/slideLayout162.xml"/><Relationship Id="rId73" Type="http://schemas.openxmlformats.org/officeDocument/2006/relationships/slideLayout" Target="../slideLayouts/slideLayout170.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3" Type="http://schemas.openxmlformats.org/officeDocument/2006/relationships/slideLayout" Target="../slideLayouts/slideLayout110.xml"/><Relationship Id="rId18" Type="http://schemas.openxmlformats.org/officeDocument/2006/relationships/slideLayout" Target="../slideLayouts/slideLayout115.xml"/><Relationship Id="rId39" Type="http://schemas.openxmlformats.org/officeDocument/2006/relationships/slideLayout" Target="../slideLayouts/slideLayout136.xml"/><Relationship Id="rId34" Type="http://schemas.openxmlformats.org/officeDocument/2006/relationships/slideLayout" Target="../slideLayouts/slideLayout131.xml"/><Relationship Id="rId50" Type="http://schemas.openxmlformats.org/officeDocument/2006/relationships/slideLayout" Target="../slideLayouts/slideLayout147.xml"/><Relationship Id="rId55" Type="http://schemas.openxmlformats.org/officeDocument/2006/relationships/slideLayout" Target="../slideLayouts/slideLayout152.xml"/><Relationship Id="rId76" Type="http://schemas.openxmlformats.org/officeDocument/2006/relationships/image" Target="../media/image2.png"/><Relationship Id="rId7" Type="http://schemas.openxmlformats.org/officeDocument/2006/relationships/slideLayout" Target="../slideLayouts/slideLayout104.xml"/><Relationship Id="rId71" Type="http://schemas.openxmlformats.org/officeDocument/2006/relationships/slideLayout" Target="../slideLayouts/slideLayout168.xml"/><Relationship Id="rId2" Type="http://schemas.openxmlformats.org/officeDocument/2006/relationships/slideLayout" Target="../slideLayouts/slideLayout99.xml"/><Relationship Id="rId29" Type="http://schemas.openxmlformats.org/officeDocument/2006/relationships/slideLayout" Target="../slideLayouts/slideLayout12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78.xml"/><Relationship Id="rId13" Type="http://schemas.openxmlformats.org/officeDocument/2006/relationships/theme" Target="../theme/theme7.xml"/><Relationship Id="rId3" Type="http://schemas.openxmlformats.org/officeDocument/2006/relationships/slideLayout" Target="../slideLayouts/slideLayout173.xml"/><Relationship Id="rId7" Type="http://schemas.openxmlformats.org/officeDocument/2006/relationships/slideLayout" Target="../slideLayouts/slideLayout177.xml"/><Relationship Id="rId12" Type="http://schemas.openxmlformats.org/officeDocument/2006/relationships/slideLayout" Target="../slideLayouts/slideLayout182.xml"/><Relationship Id="rId2" Type="http://schemas.openxmlformats.org/officeDocument/2006/relationships/slideLayout" Target="../slideLayouts/slideLayout172.xml"/><Relationship Id="rId16" Type="http://schemas.openxmlformats.org/officeDocument/2006/relationships/image" Target="../media/image3.png"/><Relationship Id="rId1" Type="http://schemas.openxmlformats.org/officeDocument/2006/relationships/slideLayout" Target="../slideLayouts/slideLayout171.xml"/><Relationship Id="rId6" Type="http://schemas.openxmlformats.org/officeDocument/2006/relationships/slideLayout" Target="../slideLayouts/slideLayout176.xml"/><Relationship Id="rId11" Type="http://schemas.openxmlformats.org/officeDocument/2006/relationships/slideLayout" Target="../slideLayouts/slideLayout181.xml"/><Relationship Id="rId5" Type="http://schemas.openxmlformats.org/officeDocument/2006/relationships/slideLayout" Target="../slideLayouts/slideLayout175.xml"/><Relationship Id="rId15" Type="http://schemas.openxmlformats.org/officeDocument/2006/relationships/image" Target="../media/image2.png"/><Relationship Id="rId10" Type="http://schemas.openxmlformats.org/officeDocument/2006/relationships/slideLayout" Target="../slideLayouts/slideLayout180.xml"/><Relationship Id="rId4" Type="http://schemas.openxmlformats.org/officeDocument/2006/relationships/slideLayout" Target="../slideLayouts/slideLayout174.xml"/><Relationship Id="rId9" Type="http://schemas.openxmlformats.org/officeDocument/2006/relationships/slideLayout" Target="../slideLayouts/slideLayout17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89"/>
            <a:ext cx="11176000" cy="66479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84107550"/>
      </p:ext>
    </p:extLst>
  </p:cSld>
  <p:clrMap bg1="dk1" tx1="lt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4088" r:id="rId12"/>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5"/>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6"/>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1"/>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89"/>
            <a:ext cx="11176000" cy="66479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4021001"/>
      </p:ext>
    </p:extLst>
  </p:cSld>
  <p:clrMap bg1="dk1" tx1="lt1" bg2="dk2" tx2="lt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1" r:id="rId12"/>
    <p:sldLayoutId id="2147483745" r:id="rId13"/>
    <p:sldLayoutId id="2147483751" r:id="rId14"/>
    <p:sldLayoutId id="2147483863" r:id="rId15"/>
    <p:sldLayoutId id="2147483864" r:id="rId16"/>
    <p:sldLayoutId id="2147483865" r:id="rId17"/>
    <p:sldLayoutId id="2147483867" r:id="rId18"/>
    <p:sldLayoutId id="2147483869" r:id="rId19"/>
    <p:sldLayoutId id="2147483870" r:id="rId20"/>
    <p:sldLayoutId id="2147483873" r:id="rId21"/>
    <p:sldLayoutId id="2147483874" r:id="rId22"/>
    <p:sldLayoutId id="2147483923" r:id="rId23"/>
    <p:sldLayoutId id="2147483924" r:id="rId24"/>
    <p:sldLayoutId id="2147483925" r:id="rId25"/>
    <p:sldLayoutId id="2147483926" r:id="rId26"/>
    <p:sldLayoutId id="2147483927" r:id="rId27"/>
    <p:sldLayoutId id="2147483928" r:id="rId28"/>
    <p:sldLayoutId id="2147483929" r:id="rId29"/>
    <p:sldLayoutId id="2147483930" r:id="rId30"/>
    <p:sldLayoutId id="2147483931" r:id="rId31"/>
    <p:sldLayoutId id="2147483932" r:id="rId32"/>
    <p:sldLayoutId id="2147483933" r:id="rId33"/>
    <p:sldLayoutId id="2147483934" r:id="rId34"/>
    <p:sldLayoutId id="2147483936" r:id="rId35"/>
    <p:sldLayoutId id="2147483938" r:id="rId36"/>
    <p:sldLayoutId id="2147483945" r:id="rId37"/>
    <p:sldLayoutId id="2147483946" r:id="rId38"/>
    <p:sldLayoutId id="2147483947" r:id="rId39"/>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42"/>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43"/>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43"/>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43"/>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43"/>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90"/>
            <a:ext cx="11176000" cy="4985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08000" y="1412878"/>
            <a:ext cx="11176000" cy="160197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14608014"/>
      </p:ext>
    </p:extLst>
  </p:cSld>
  <p:clrMap bg1="dk1" tx1="lt1" bg2="dk2" tx2="lt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 id="2147483836" r:id="rId12"/>
    <p:sldLayoutId id="2147483847" r:id="rId13"/>
    <p:sldLayoutId id="2147483849" r:id="rId14"/>
    <p:sldLayoutId id="2147483861" r:id="rId15"/>
  </p:sldLayoutIdLst>
  <p:transition>
    <p:fade/>
  </p:transition>
  <p:txStyles>
    <p:titleStyle>
      <a:lvl1pPr algn="l" defTabSz="685772" rtl="0" eaLnBrk="1" latinLnBrk="0" hangingPunct="1">
        <a:lnSpc>
          <a:spcPct val="90000"/>
        </a:lnSpc>
        <a:spcBef>
          <a:spcPct val="0"/>
        </a:spcBef>
        <a:buNone/>
        <a:defRPr lang="en-US" sz="3600" b="0" kern="1200" cap="none" spc="-113"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297656" indent="-297656" algn="l" defTabSz="685772" rtl="0" eaLnBrk="1" latinLnBrk="0" hangingPunct="1">
        <a:lnSpc>
          <a:spcPct val="90000"/>
        </a:lnSpc>
        <a:spcBef>
          <a:spcPct val="20000"/>
        </a:spcBef>
        <a:buFontTx/>
        <a:buBlip>
          <a:blip r:embed="rId18"/>
        </a:buBlip>
        <a:defRPr sz="2400" kern="1200">
          <a:solidFill>
            <a:schemeClr val="tx1"/>
          </a:solidFill>
          <a:latin typeface="+mn-lt"/>
          <a:ea typeface="+mn-ea"/>
          <a:cs typeface="+mn-cs"/>
        </a:defRPr>
      </a:lvl1pPr>
      <a:lvl2pPr marL="685800" indent="-297656" algn="l" defTabSz="685772" rtl="0" eaLnBrk="1" latinLnBrk="0" hangingPunct="1">
        <a:lnSpc>
          <a:spcPct val="90000"/>
        </a:lnSpc>
        <a:spcBef>
          <a:spcPct val="20000"/>
        </a:spcBef>
        <a:buFontTx/>
        <a:buBlip>
          <a:blip r:embed="rId19"/>
        </a:buBlip>
        <a:defRPr sz="2100" kern="1200">
          <a:solidFill>
            <a:schemeClr val="tx1"/>
          </a:solidFill>
          <a:latin typeface="+mn-lt"/>
          <a:ea typeface="+mn-ea"/>
          <a:cs typeface="+mn-cs"/>
        </a:defRPr>
      </a:lvl2pPr>
      <a:lvl3pPr marL="944166" indent="-258366" algn="l" defTabSz="685772" rtl="0" eaLnBrk="1" latinLnBrk="0" hangingPunct="1">
        <a:lnSpc>
          <a:spcPct val="90000"/>
        </a:lnSpc>
        <a:spcBef>
          <a:spcPct val="20000"/>
        </a:spcBef>
        <a:buFontTx/>
        <a:buBlip>
          <a:blip r:embed="rId19"/>
        </a:buBlip>
        <a:defRPr sz="1800" kern="1200">
          <a:solidFill>
            <a:schemeClr val="tx1"/>
          </a:solidFill>
          <a:latin typeface="+mn-lt"/>
          <a:ea typeface="+mn-ea"/>
          <a:cs typeface="+mn-cs"/>
        </a:defRPr>
      </a:lvl3pPr>
      <a:lvl4pPr marL="1203722" indent="-259556" algn="l" defTabSz="685772" rtl="0" eaLnBrk="1" latinLnBrk="0" hangingPunct="1">
        <a:lnSpc>
          <a:spcPct val="90000"/>
        </a:lnSpc>
        <a:spcBef>
          <a:spcPct val="20000"/>
        </a:spcBef>
        <a:buFontTx/>
        <a:buBlip>
          <a:blip r:embed="rId19"/>
        </a:buBlip>
        <a:defRPr sz="1800" kern="1200">
          <a:solidFill>
            <a:schemeClr val="tx1"/>
          </a:solidFill>
          <a:latin typeface="+mn-lt"/>
          <a:ea typeface="+mn-ea"/>
          <a:cs typeface="+mn-cs"/>
        </a:defRPr>
      </a:lvl4pPr>
      <a:lvl5pPr marL="1456135" indent="-252413" algn="l" defTabSz="685772" rtl="0" eaLnBrk="1" latinLnBrk="0" hangingPunct="1">
        <a:lnSpc>
          <a:spcPct val="90000"/>
        </a:lnSpc>
        <a:spcBef>
          <a:spcPct val="20000"/>
        </a:spcBef>
        <a:buFontTx/>
        <a:buBlip>
          <a:blip r:embed="rId19"/>
        </a:buBlip>
        <a:defRPr sz="1800" kern="1200">
          <a:solidFill>
            <a:schemeClr val="tx1"/>
          </a:solidFill>
          <a:latin typeface="+mn-lt"/>
          <a:ea typeface="+mn-ea"/>
          <a:cs typeface="+mn-cs"/>
        </a:defRPr>
      </a:lvl5pPr>
      <a:lvl6pPr marL="1885874"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61"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47"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34"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2" rtl="0" eaLnBrk="1" latinLnBrk="0" hangingPunct="1">
        <a:defRPr sz="1350" kern="1200">
          <a:solidFill>
            <a:schemeClr val="tx1"/>
          </a:solidFill>
          <a:latin typeface="+mn-lt"/>
          <a:ea typeface="+mn-ea"/>
          <a:cs typeface="+mn-cs"/>
        </a:defRPr>
      </a:lvl1pPr>
      <a:lvl2pPr marL="342887" algn="l" defTabSz="685772" rtl="0" eaLnBrk="1" latinLnBrk="0" hangingPunct="1">
        <a:defRPr sz="1350" kern="1200">
          <a:solidFill>
            <a:schemeClr val="tx1"/>
          </a:solidFill>
          <a:latin typeface="+mn-lt"/>
          <a:ea typeface="+mn-ea"/>
          <a:cs typeface="+mn-cs"/>
        </a:defRPr>
      </a:lvl2pPr>
      <a:lvl3pPr marL="685772" algn="l" defTabSz="685772" rtl="0" eaLnBrk="1" latinLnBrk="0" hangingPunct="1">
        <a:defRPr sz="1350" kern="1200">
          <a:solidFill>
            <a:schemeClr val="tx1"/>
          </a:solidFill>
          <a:latin typeface="+mn-lt"/>
          <a:ea typeface="+mn-ea"/>
          <a:cs typeface="+mn-cs"/>
        </a:defRPr>
      </a:lvl3pPr>
      <a:lvl4pPr marL="1028659" algn="l" defTabSz="685772" rtl="0" eaLnBrk="1" latinLnBrk="0" hangingPunct="1">
        <a:defRPr sz="1350" kern="1200">
          <a:solidFill>
            <a:schemeClr val="tx1"/>
          </a:solidFill>
          <a:latin typeface="+mn-lt"/>
          <a:ea typeface="+mn-ea"/>
          <a:cs typeface="+mn-cs"/>
        </a:defRPr>
      </a:lvl4pPr>
      <a:lvl5pPr marL="1371545" algn="l" defTabSz="685772" rtl="0" eaLnBrk="1" latinLnBrk="0" hangingPunct="1">
        <a:defRPr sz="1350" kern="1200">
          <a:solidFill>
            <a:schemeClr val="tx1"/>
          </a:solidFill>
          <a:latin typeface="+mn-lt"/>
          <a:ea typeface="+mn-ea"/>
          <a:cs typeface="+mn-cs"/>
        </a:defRPr>
      </a:lvl5pPr>
      <a:lvl6pPr marL="1714432" algn="l" defTabSz="685772" rtl="0" eaLnBrk="1" latinLnBrk="0" hangingPunct="1">
        <a:defRPr sz="1350" kern="1200">
          <a:solidFill>
            <a:schemeClr val="tx1"/>
          </a:solidFill>
          <a:latin typeface="+mn-lt"/>
          <a:ea typeface="+mn-ea"/>
          <a:cs typeface="+mn-cs"/>
        </a:defRPr>
      </a:lvl6pPr>
      <a:lvl7pPr marL="2057318" algn="l" defTabSz="685772" rtl="0" eaLnBrk="1" latinLnBrk="0" hangingPunct="1">
        <a:defRPr sz="1350" kern="1200">
          <a:solidFill>
            <a:schemeClr val="tx1"/>
          </a:solidFill>
          <a:latin typeface="+mn-lt"/>
          <a:ea typeface="+mn-ea"/>
          <a:cs typeface="+mn-cs"/>
        </a:defRPr>
      </a:lvl7pPr>
      <a:lvl8pPr marL="2400204" algn="l" defTabSz="685772" rtl="0" eaLnBrk="1" latinLnBrk="0" hangingPunct="1">
        <a:defRPr sz="1350" kern="1200">
          <a:solidFill>
            <a:schemeClr val="tx1"/>
          </a:solidFill>
          <a:latin typeface="+mn-lt"/>
          <a:ea typeface="+mn-ea"/>
          <a:cs typeface="+mn-cs"/>
        </a:defRPr>
      </a:lvl8pPr>
      <a:lvl9pPr marL="2743091" algn="l" defTabSz="685772"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89"/>
            <a:ext cx="11176000" cy="66479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27847334"/>
      </p:ext>
    </p:extLst>
  </p:cSld>
  <p:clrMap bg1="dk1" tx1="lt1" bg2="dk2" tx2="lt2" accent1="accent1" accent2="accent2" accent3="accent3" accent4="accent4" accent5="accent5" accent6="accent6" hlink="hlink" folHlink="folHlink"/>
  <p:sldLayoutIdLst>
    <p:sldLayoutId id="2147483876" r:id="rId1"/>
    <p:sldLayoutId id="214748387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 id="2147483890" r:id="rId12"/>
    <p:sldLayoutId id="2147483897" r:id="rId13"/>
    <p:sldLayoutId id="2147483898" r:id="rId14"/>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7"/>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8"/>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8"/>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8"/>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8"/>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9"/>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91"/>
            <a:ext cx="11176000" cy="373949"/>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508000" y="1412880"/>
            <a:ext cx="11176000" cy="1201483"/>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7459408"/>
      </p:ext>
    </p:extLst>
  </p:cSld>
  <p:clrMap bg1="dk1" tx1="lt1" bg2="dk2" tx2="lt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 id="2147483916" r:id="rId13"/>
    <p:sldLayoutId id="2147483917" r:id="rId14"/>
    <p:sldLayoutId id="2147483918" r:id="rId15"/>
    <p:sldLayoutId id="2147483919" r:id="rId16"/>
    <p:sldLayoutId id="2147483920" r:id="rId17"/>
  </p:sldLayoutIdLst>
  <p:transition>
    <p:fade/>
  </p:transition>
  <p:txStyles>
    <p:titleStyle>
      <a:lvl1pPr algn="l" defTabSz="514329" rtl="0" eaLnBrk="1" latinLnBrk="0" hangingPunct="1">
        <a:lnSpc>
          <a:spcPct val="90000"/>
        </a:lnSpc>
        <a:spcBef>
          <a:spcPct val="0"/>
        </a:spcBef>
        <a:buNone/>
        <a:defRPr lang="en-US" sz="2700" b="0" kern="1200" cap="none" spc="-85"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223242" indent="-223242" algn="l" defTabSz="514329" rtl="0" eaLnBrk="1" latinLnBrk="0" hangingPunct="1">
        <a:lnSpc>
          <a:spcPct val="90000"/>
        </a:lnSpc>
        <a:spcBef>
          <a:spcPct val="20000"/>
        </a:spcBef>
        <a:buFontTx/>
        <a:buBlip>
          <a:blip r:embed="rId20"/>
        </a:buBlip>
        <a:defRPr sz="1800" kern="1200">
          <a:solidFill>
            <a:schemeClr val="tx1"/>
          </a:solidFill>
          <a:latin typeface="+mn-lt"/>
          <a:ea typeface="+mn-ea"/>
          <a:cs typeface="+mn-cs"/>
        </a:defRPr>
      </a:lvl1pPr>
      <a:lvl2pPr marL="514350" indent="-223242" algn="l" defTabSz="514329" rtl="0" eaLnBrk="1" latinLnBrk="0" hangingPunct="1">
        <a:lnSpc>
          <a:spcPct val="90000"/>
        </a:lnSpc>
        <a:spcBef>
          <a:spcPct val="20000"/>
        </a:spcBef>
        <a:buFontTx/>
        <a:buBlip>
          <a:blip r:embed="rId21"/>
        </a:buBlip>
        <a:defRPr sz="1575" kern="1200">
          <a:solidFill>
            <a:schemeClr val="tx1"/>
          </a:solidFill>
          <a:latin typeface="+mn-lt"/>
          <a:ea typeface="+mn-ea"/>
          <a:cs typeface="+mn-cs"/>
        </a:defRPr>
      </a:lvl2pPr>
      <a:lvl3pPr marL="708125" indent="-193775" algn="l" defTabSz="514329" rtl="0" eaLnBrk="1" latinLnBrk="0" hangingPunct="1">
        <a:lnSpc>
          <a:spcPct val="90000"/>
        </a:lnSpc>
        <a:spcBef>
          <a:spcPct val="20000"/>
        </a:spcBef>
        <a:buFontTx/>
        <a:buBlip>
          <a:blip r:embed="rId21"/>
        </a:buBlip>
        <a:defRPr sz="1350" kern="1200">
          <a:solidFill>
            <a:schemeClr val="tx1"/>
          </a:solidFill>
          <a:latin typeface="+mn-lt"/>
          <a:ea typeface="+mn-ea"/>
          <a:cs typeface="+mn-cs"/>
        </a:defRPr>
      </a:lvl3pPr>
      <a:lvl4pPr marL="902792" indent="-194667" algn="l" defTabSz="514329" rtl="0" eaLnBrk="1" latinLnBrk="0" hangingPunct="1">
        <a:lnSpc>
          <a:spcPct val="90000"/>
        </a:lnSpc>
        <a:spcBef>
          <a:spcPct val="20000"/>
        </a:spcBef>
        <a:buFontTx/>
        <a:buBlip>
          <a:blip r:embed="rId21"/>
        </a:buBlip>
        <a:defRPr sz="1350" kern="1200">
          <a:solidFill>
            <a:schemeClr val="tx1"/>
          </a:solidFill>
          <a:latin typeface="+mn-lt"/>
          <a:ea typeface="+mn-ea"/>
          <a:cs typeface="+mn-cs"/>
        </a:defRPr>
      </a:lvl4pPr>
      <a:lvl5pPr marL="1092101" indent="-189310" algn="l" defTabSz="514329" rtl="0" eaLnBrk="1" latinLnBrk="0" hangingPunct="1">
        <a:lnSpc>
          <a:spcPct val="90000"/>
        </a:lnSpc>
        <a:spcBef>
          <a:spcPct val="20000"/>
        </a:spcBef>
        <a:buFontTx/>
        <a:buBlip>
          <a:blip r:embed="rId21"/>
        </a:buBlip>
        <a:defRPr sz="1350" kern="1200">
          <a:solidFill>
            <a:schemeClr val="tx1"/>
          </a:solidFill>
          <a:latin typeface="+mn-lt"/>
          <a:ea typeface="+mn-ea"/>
          <a:cs typeface="+mn-cs"/>
        </a:defRPr>
      </a:lvl5pPr>
      <a:lvl6pPr marL="1414406" indent="-128582" algn="l" defTabSz="514329"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571" indent="-128582" algn="l" defTabSz="514329"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735" indent="-128582" algn="l" defTabSz="514329"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01" indent="-128582" algn="l" defTabSz="514329"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29" rtl="0" eaLnBrk="1" latinLnBrk="0" hangingPunct="1">
        <a:defRPr sz="1013" kern="1200">
          <a:solidFill>
            <a:schemeClr val="tx1"/>
          </a:solidFill>
          <a:latin typeface="+mn-lt"/>
          <a:ea typeface="+mn-ea"/>
          <a:cs typeface="+mn-cs"/>
        </a:defRPr>
      </a:lvl1pPr>
      <a:lvl2pPr marL="257165" algn="l" defTabSz="514329" rtl="0" eaLnBrk="1" latinLnBrk="0" hangingPunct="1">
        <a:defRPr sz="1013" kern="1200">
          <a:solidFill>
            <a:schemeClr val="tx1"/>
          </a:solidFill>
          <a:latin typeface="+mn-lt"/>
          <a:ea typeface="+mn-ea"/>
          <a:cs typeface="+mn-cs"/>
        </a:defRPr>
      </a:lvl2pPr>
      <a:lvl3pPr marL="514329" algn="l" defTabSz="514329" rtl="0" eaLnBrk="1" latinLnBrk="0" hangingPunct="1">
        <a:defRPr sz="1013" kern="1200">
          <a:solidFill>
            <a:schemeClr val="tx1"/>
          </a:solidFill>
          <a:latin typeface="+mn-lt"/>
          <a:ea typeface="+mn-ea"/>
          <a:cs typeface="+mn-cs"/>
        </a:defRPr>
      </a:lvl3pPr>
      <a:lvl4pPr marL="771494" algn="l" defTabSz="514329" rtl="0" eaLnBrk="1" latinLnBrk="0" hangingPunct="1">
        <a:defRPr sz="1013" kern="1200">
          <a:solidFill>
            <a:schemeClr val="tx1"/>
          </a:solidFill>
          <a:latin typeface="+mn-lt"/>
          <a:ea typeface="+mn-ea"/>
          <a:cs typeface="+mn-cs"/>
        </a:defRPr>
      </a:lvl4pPr>
      <a:lvl5pPr marL="1028659" algn="l" defTabSz="514329" rtl="0" eaLnBrk="1" latinLnBrk="0" hangingPunct="1">
        <a:defRPr sz="1013" kern="1200">
          <a:solidFill>
            <a:schemeClr val="tx1"/>
          </a:solidFill>
          <a:latin typeface="+mn-lt"/>
          <a:ea typeface="+mn-ea"/>
          <a:cs typeface="+mn-cs"/>
        </a:defRPr>
      </a:lvl5pPr>
      <a:lvl6pPr marL="1285824" algn="l" defTabSz="514329" rtl="0" eaLnBrk="1" latinLnBrk="0" hangingPunct="1">
        <a:defRPr sz="1013" kern="1200">
          <a:solidFill>
            <a:schemeClr val="tx1"/>
          </a:solidFill>
          <a:latin typeface="+mn-lt"/>
          <a:ea typeface="+mn-ea"/>
          <a:cs typeface="+mn-cs"/>
        </a:defRPr>
      </a:lvl6pPr>
      <a:lvl7pPr marL="1542989" algn="l" defTabSz="514329" rtl="0" eaLnBrk="1" latinLnBrk="0" hangingPunct="1">
        <a:defRPr sz="1013" kern="1200">
          <a:solidFill>
            <a:schemeClr val="tx1"/>
          </a:solidFill>
          <a:latin typeface="+mn-lt"/>
          <a:ea typeface="+mn-ea"/>
          <a:cs typeface="+mn-cs"/>
        </a:defRPr>
      </a:lvl7pPr>
      <a:lvl8pPr marL="1800153" algn="l" defTabSz="514329" rtl="0" eaLnBrk="1" latinLnBrk="0" hangingPunct="1">
        <a:defRPr sz="1013" kern="1200">
          <a:solidFill>
            <a:schemeClr val="tx1"/>
          </a:solidFill>
          <a:latin typeface="+mn-lt"/>
          <a:ea typeface="+mn-ea"/>
          <a:cs typeface="+mn-cs"/>
        </a:defRPr>
      </a:lvl8pPr>
      <a:lvl9pPr marL="2057318" algn="l" defTabSz="514329" rtl="0" eaLnBrk="1" latinLnBrk="0" hangingPunct="1">
        <a:defRPr sz="1013"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5"/>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90"/>
            <a:ext cx="11176000" cy="498598"/>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508000" y="1412878"/>
            <a:ext cx="11176000" cy="160197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9726571"/>
      </p:ext>
    </p:extLst>
  </p:cSld>
  <p:clrMap bg1="dk1" tx1="lt1" bg2="dk2" tx2="lt2" accent1="accent1" accent2="accent2" accent3="accent3" accent4="accent4" accent5="accent5" accent6="accent6" hlink="hlink" folHlink="folHlink"/>
  <p:sldLayoutIdLst>
    <p:sldLayoutId id="2147483982" r:id="rId1"/>
    <p:sldLayoutId id="2147483983" r:id="rId2"/>
    <p:sldLayoutId id="2147483984" r:id="rId3"/>
    <p:sldLayoutId id="2147483985" r:id="rId4"/>
    <p:sldLayoutId id="2147483986" r:id="rId5"/>
    <p:sldLayoutId id="2147483987" r:id="rId6"/>
    <p:sldLayoutId id="2147483988" r:id="rId7"/>
    <p:sldLayoutId id="2147483989" r:id="rId8"/>
    <p:sldLayoutId id="2147483990" r:id="rId9"/>
    <p:sldLayoutId id="2147483991" r:id="rId10"/>
    <p:sldLayoutId id="2147483992" r:id="rId11"/>
    <p:sldLayoutId id="2147483993" r:id="rId12"/>
    <p:sldLayoutId id="2147483994" r:id="rId13"/>
    <p:sldLayoutId id="2147483995" r:id="rId14"/>
    <p:sldLayoutId id="2147483996" r:id="rId15"/>
    <p:sldLayoutId id="2147483997" r:id="rId16"/>
    <p:sldLayoutId id="2147483998" r:id="rId17"/>
    <p:sldLayoutId id="2147483999" r:id="rId18"/>
    <p:sldLayoutId id="2147484000" r:id="rId19"/>
    <p:sldLayoutId id="2147484002" r:id="rId20"/>
    <p:sldLayoutId id="2147484003" r:id="rId21"/>
    <p:sldLayoutId id="2147484004" r:id="rId22"/>
    <p:sldLayoutId id="2147484005" r:id="rId23"/>
    <p:sldLayoutId id="2147484006" r:id="rId24"/>
    <p:sldLayoutId id="2147484007" r:id="rId25"/>
    <p:sldLayoutId id="2147484008" r:id="rId26"/>
    <p:sldLayoutId id="2147484009" r:id="rId27"/>
    <p:sldLayoutId id="2147484010" r:id="rId28"/>
    <p:sldLayoutId id="2147484011" r:id="rId29"/>
    <p:sldLayoutId id="2147484012" r:id="rId30"/>
    <p:sldLayoutId id="2147484013" r:id="rId31"/>
    <p:sldLayoutId id="2147484014" r:id="rId32"/>
    <p:sldLayoutId id="2147484015" r:id="rId33"/>
    <p:sldLayoutId id="2147484016" r:id="rId34"/>
    <p:sldLayoutId id="2147484017" r:id="rId35"/>
    <p:sldLayoutId id="2147484018" r:id="rId36"/>
    <p:sldLayoutId id="2147484019" r:id="rId37"/>
    <p:sldLayoutId id="2147484020" r:id="rId38"/>
    <p:sldLayoutId id="2147484022" r:id="rId39"/>
    <p:sldLayoutId id="2147484023" r:id="rId40"/>
    <p:sldLayoutId id="2147484024" r:id="rId41"/>
    <p:sldLayoutId id="2147484025" r:id="rId42"/>
    <p:sldLayoutId id="2147484026" r:id="rId43"/>
    <p:sldLayoutId id="2147484027" r:id="rId44"/>
    <p:sldLayoutId id="2147484028" r:id="rId45"/>
    <p:sldLayoutId id="2147484029" r:id="rId46"/>
    <p:sldLayoutId id="2147484030" r:id="rId47"/>
    <p:sldLayoutId id="2147484031" r:id="rId48"/>
    <p:sldLayoutId id="2147484032" r:id="rId49"/>
    <p:sldLayoutId id="2147484033" r:id="rId50"/>
    <p:sldLayoutId id="2147484034" r:id="rId51"/>
    <p:sldLayoutId id="2147484035" r:id="rId52"/>
    <p:sldLayoutId id="2147484036" r:id="rId53"/>
    <p:sldLayoutId id="2147484037" r:id="rId54"/>
    <p:sldLayoutId id="2147484038" r:id="rId55"/>
    <p:sldLayoutId id="2147484054" r:id="rId56"/>
    <p:sldLayoutId id="2147484055" r:id="rId57"/>
    <p:sldLayoutId id="2147484056" r:id="rId58"/>
    <p:sldLayoutId id="2147484057" r:id="rId59"/>
    <p:sldLayoutId id="2147484058" r:id="rId60"/>
    <p:sldLayoutId id="2147484059" r:id="rId61"/>
    <p:sldLayoutId id="2147484060" r:id="rId62"/>
    <p:sldLayoutId id="2147484061" r:id="rId63"/>
    <p:sldLayoutId id="2147484062" r:id="rId64"/>
    <p:sldLayoutId id="2147484063" r:id="rId65"/>
    <p:sldLayoutId id="2147484064" r:id="rId66"/>
    <p:sldLayoutId id="2147484065" r:id="rId67"/>
    <p:sldLayoutId id="2147484066" r:id="rId68"/>
    <p:sldLayoutId id="2147484067" r:id="rId69"/>
    <p:sldLayoutId id="2147484068" r:id="rId70"/>
    <p:sldLayoutId id="2147484070" r:id="rId71"/>
    <p:sldLayoutId id="2147484073" r:id="rId72"/>
    <p:sldLayoutId id="2147484074" r:id="rId73"/>
  </p:sldLayoutIdLst>
  <p:transition>
    <p:fade/>
  </p:transition>
  <p:txStyles>
    <p:titleStyle>
      <a:lvl1pPr algn="l" defTabSz="685772" rtl="0" eaLnBrk="1" latinLnBrk="0" hangingPunct="1">
        <a:lnSpc>
          <a:spcPct val="90000"/>
        </a:lnSpc>
        <a:spcBef>
          <a:spcPct val="0"/>
        </a:spcBef>
        <a:buNone/>
        <a:defRPr lang="en-US" sz="3600" b="0" kern="1200" cap="none" spc="-113"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297656" indent="-297656" algn="l" defTabSz="685772" rtl="0" eaLnBrk="1" latinLnBrk="0" hangingPunct="1">
        <a:lnSpc>
          <a:spcPct val="90000"/>
        </a:lnSpc>
        <a:spcBef>
          <a:spcPct val="20000"/>
        </a:spcBef>
        <a:buFontTx/>
        <a:buBlip>
          <a:blip r:embed="rId76"/>
        </a:buBlip>
        <a:defRPr sz="2400" kern="1200">
          <a:solidFill>
            <a:schemeClr val="tx1"/>
          </a:solidFill>
          <a:latin typeface="+mn-lt"/>
          <a:ea typeface="+mn-ea"/>
          <a:cs typeface="+mn-cs"/>
        </a:defRPr>
      </a:lvl1pPr>
      <a:lvl2pPr marL="685800" indent="-297656" algn="l" defTabSz="685772" rtl="0" eaLnBrk="1" latinLnBrk="0" hangingPunct="1">
        <a:lnSpc>
          <a:spcPct val="90000"/>
        </a:lnSpc>
        <a:spcBef>
          <a:spcPct val="20000"/>
        </a:spcBef>
        <a:buFontTx/>
        <a:buBlip>
          <a:blip r:embed="rId77"/>
        </a:buBlip>
        <a:defRPr sz="2100" kern="1200">
          <a:solidFill>
            <a:schemeClr val="tx1"/>
          </a:solidFill>
          <a:latin typeface="+mn-lt"/>
          <a:ea typeface="+mn-ea"/>
          <a:cs typeface="+mn-cs"/>
        </a:defRPr>
      </a:lvl2pPr>
      <a:lvl3pPr marL="944166" indent="-258366" algn="l" defTabSz="685772" rtl="0" eaLnBrk="1" latinLnBrk="0" hangingPunct="1">
        <a:lnSpc>
          <a:spcPct val="90000"/>
        </a:lnSpc>
        <a:spcBef>
          <a:spcPct val="20000"/>
        </a:spcBef>
        <a:buFontTx/>
        <a:buBlip>
          <a:blip r:embed="rId77"/>
        </a:buBlip>
        <a:defRPr sz="1800" kern="1200">
          <a:solidFill>
            <a:schemeClr val="tx1"/>
          </a:solidFill>
          <a:latin typeface="+mn-lt"/>
          <a:ea typeface="+mn-ea"/>
          <a:cs typeface="+mn-cs"/>
        </a:defRPr>
      </a:lvl3pPr>
      <a:lvl4pPr marL="1203722" indent="-259556" algn="l" defTabSz="685772" rtl="0" eaLnBrk="1" latinLnBrk="0" hangingPunct="1">
        <a:lnSpc>
          <a:spcPct val="90000"/>
        </a:lnSpc>
        <a:spcBef>
          <a:spcPct val="20000"/>
        </a:spcBef>
        <a:buFontTx/>
        <a:buBlip>
          <a:blip r:embed="rId77"/>
        </a:buBlip>
        <a:defRPr sz="1800" kern="1200">
          <a:solidFill>
            <a:schemeClr val="tx1"/>
          </a:solidFill>
          <a:latin typeface="+mn-lt"/>
          <a:ea typeface="+mn-ea"/>
          <a:cs typeface="+mn-cs"/>
        </a:defRPr>
      </a:lvl4pPr>
      <a:lvl5pPr marL="1456135" indent="-252413" algn="l" defTabSz="685772" rtl="0" eaLnBrk="1" latinLnBrk="0" hangingPunct="1">
        <a:lnSpc>
          <a:spcPct val="90000"/>
        </a:lnSpc>
        <a:spcBef>
          <a:spcPct val="20000"/>
        </a:spcBef>
        <a:buFontTx/>
        <a:buBlip>
          <a:blip r:embed="rId77"/>
        </a:buBlip>
        <a:defRPr sz="1800" kern="1200">
          <a:solidFill>
            <a:schemeClr val="tx1"/>
          </a:solidFill>
          <a:latin typeface="+mn-lt"/>
          <a:ea typeface="+mn-ea"/>
          <a:cs typeface="+mn-cs"/>
        </a:defRPr>
      </a:lvl5pPr>
      <a:lvl6pPr marL="1885874"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61"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47"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34"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2" rtl="0" eaLnBrk="1" latinLnBrk="0" hangingPunct="1">
        <a:defRPr sz="1350" kern="1200">
          <a:solidFill>
            <a:schemeClr val="tx1"/>
          </a:solidFill>
          <a:latin typeface="+mn-lt"/>
          <a:ea typeface="+mn-ea"/>
          <a:cs typeface="+mn-cs"/>
        </a:defRPr>
      </a:lvl1pPr>
      <a:lvl2pPr marL="342887" algn="l" defTabSz="685772" rtl="0" eaLnBrk="1" latinLnBrk="0" hangingPunct="1">
        <a:defRPr sz="1350" kern="1200">
          <a:solidFill>
            <a:schemeClr val="tx1"/>
          </a:solidFill>
          <a:latin typeface="+mn-lt"/>
          <a:ea typeface="+mn-ea"/>
          <a:cs typeface="+mn-cs"/>
        </a:defRPr>
      </a:lvl2pPr>
      <a:lvl3pPr marL="685772" algn="l" defTabSz="685772" rtl="0" eaLnBrk="1" latinLnBrk="0" hangingPunct="1">
        <a:defRPr sz="1350" kern="1200">
          <a:solidFill>
            <a:schemeClr val="tx1"/>
          </a:solidFill>
          <a:latin typeface="+mn-lt"/>
          <a:ea typeface="+mn-ea"/>
          <a:cs typeface="+mn-cs"/>
        </a:defRPr>
      </a:lvl3pPr>
      <a:lvl4pPr marL="1028659" algn="l" defTabSz="685772" rtl="0" eaLnBrk="1" latinLnBrk="0" hangingPunct="1">
        <a:defRPr sz="1350" kern="1200">
          <a:solidFill>
            <a:schemeClr val="tx1"/>
          </a:solidFill>
          <a:latin typeface="+mn-lt"/>
          <a:ea typeface="+mn-ea"/>
          <a:cs typeface="+mn-cs"/>
        </a:defRPr>
      </a:lvl4pPr>
      <a:lvl5pPr marL="1371545" algn="l" defTabSz="685772" rtl="0" eaLnBrk="1" latinLnBrk="0" hangingPunct="1">
        <a:defRPr sz="1350" kern="1200">
          <a:solidFill>
            <a:schemeClr val="tx1"/>
          </a:solidFill>
          <a:latin typeface="+mn-lt"/>
          <a:ea typeface="+mn-ea"/>
          <a:cs typeface="+mn-cs"/>
        </a:defRPr>
      </a:lvl5pPr>
      <a:lvl6pPr marL="1714432" algn="l" defTabSz="685772" rtl="0" eaLnBrk="1" latinLnBrk="0" hangingPunct="1">
        <a:defRPr sz="1350" kern="1200">
          <a:solidFill>
            <a:schemeClr val="tx1"/>
          </a:solidFill>
          <a:latin typeface="+mn-lt"/>
          <a:ea typeface="+mn-ea"/>
          <a:cs typeface="+mn-cs"/>
        </a:defRPr>
      </a:lvl6pPr>
      <a:lvl7pPr marL="2057318" algn="l" defTabSz="685772" rtl="0" eaLnBrk="1" latinLnBrk="0" hangingPunct="1">
        <a:defRPr sz="1350" kern="1200">
          <a:solidFill>
            <a:schemeClr val="tx1"/>
          </a:solidFill>
          <a:latin typeface="+mn-lt"/>
          <a:ea typeface="+mn-ea"/>
          <a:cs typeface="+mn-cs"/>
        </a:defRPr>
      </a:lvl7pPr>
      <a:lvl8pPr marL="2400204" algn="l" defTabSz="685772" rtl="0" eaLnBrk="1" latinLnBrk="0" hangingPunct="1">
        <a:defRPr sz="1350" kern="1200">
          <a:solidFill>
            <a:schemeClr val="tx1"/>
          </a:solidFill>
          <a:latin typeface="+mn-lt"/>
          <a:ea typeface="+mn-ea"/>
          <a:cs typeface="+mn-cs"/>
        </a:defRPr>
      </a:lvl8pPr>
      <a:lvl9pPr marL="2743091" algn="l" defTabSz="685772"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89"/>
            <a:ext cx="11176000" cy="66479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57681504"/>
      </p:ext>
    </p:extLst>
  </p:cSld>
  <p:clrMap bg1="dk1" tx1="lt1" bg2="dk2" tx2="lt2" accent1="accent1" accent2="accent2" accent3="accent3" accent4="accent4" accent5="accent5" accent6="accent6" hlink="hlink" folHlink="folHlink"/>
  <p:sldLayoutIdLst>
    <p:sldLayoutId id="2147484076" r:id="rId1"/>
    <p:sldLayoutId id="2147484077" r:id="rId2"/>
    <p:sldLayoutId id="2147484078" r:id="rId3"/>
    <p:sldLayoutId id="2147484079" r:id="rId4"/>
    <p:sldLayoutId id="2147484080" r:id="rId5"/>
    <p:sldLayoutId id="2147484081" r:id="rId6"/>
    <p:sldLayoutId id="2147484082" r:id="rId7"/>
    <p:sldLayoutId id="2147484083" r:id="rId8"/>
    <p:sldLayoutId id="2147484084" r:id="rId9"/>
    <p:sldLayoutId id="2147484085" r:id="rId10"/>
    <p:sldLayoutId id="2147484086" r:id="rId11"/>
    <p:sldLayoutId id="2147484087" r:id="rId12"/>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5"/>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6"/>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hyperlink" Target="http://www.analog.com/en/design-center/design-tools-and-calculators/ltspice-simulator.html"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hyperlink" Target="https://content.byui.edu/file/886a18ca-b656-47f6-a0ab-e340267fe0f5/1/MATLAB%20Installation%20Instructions.docx"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student.iclicker.com/#/login" TargetMode="External"/><Relationship Id="rId2" Type="http://schemas.openxmlformats.org/officeDocument/2006/relationships/notesSlide" Target="../notesSlides/notesSlide4.xml"/><Relationship Id="rId1" Type="http://schemas.openxmlformats.org/officeDocument/2006/relationships/slideLayout" Target="../slideLayouts/slideLayout52.xml"/><Relationship Id="rId4" Type="http://schemas.openxmlformats.org/officeDocument/2006/relationships/hyperlink" Target="https://www.iclicker.com/students/"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hyperlink" Target="https://byui.instructure.com/courses/48558/modules"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0.png"/><Relationship Id="rId1" Type="http://schemas.openxmlformats.org/officeDocument/2006/relationships/slideLayout" Target="../slideLayouts/slideLayout113.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13.xml"/><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59.png"/><Relationship Id="rId2" Type="http://schemas.openxmlformats.org/officeDocument/2006/relationships/image" Target="../media/image20.png"/><Relationship Id="rId1" Type="http://schemas.openxmlformats.org/officeDocument/2006/relationships/slideLayout" Target="../slideLayouts/slideLayout113.xml"/><Relationship Id="rId6" Type="http://schemas.openxmlformats.org/officeDocument/2006/relationships/image" Target="../media/image15.png"/><Relationship Id="rId5" Type="http://schemas.openxmlformats.org/officeDocument/2006/relationships/image" Target="../media/image57.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4.png"/><Relationship Id="rId1" Type="http://schemas.openxmlformats.org/officeDocument/2006/relationships/slideLayout" Target="../slideLayouts/slideLayout113.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2.xml"/><Relationship Id="rId1" Type="http://schemas.openxmlformats.org/officeDocument/2006/relationships/slideLayout" Target="../slideLayouts/slideLayout27.xml"/><Relationship Id="rId5" Type="http://schemas.openxmlformats.org/officeDocument/2006/relationships/image" Target="../media/image21.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3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2.png"/><Relationship Id="rId1" Type="http://schemas.openxmlformats.org/officeDocument/2006/relationships/slideLayout" Target="../slideLayouts/slideLayout27.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7.xml"/><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png"/><Relationship Id="rId1" Type="http://schemas.openxmlformats.org/officeDocument/2006/relationships/slideLayout" Target="../slideLayouts/slideLayout27.xml"/><Relationship Id="rId5" Type="http://schemas.openxmlformats.org/officeDocument/2006/relationships/image" Target="../media/image36.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9.png"/><Relationship Id="rId1" Type="http://schemas.openxmlformats.org/officeDocument/2006/relationships/slideLayout" Target="../slideLayouts/slideLayout27.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12.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112.xml"/><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27.xml"/><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112.xml"/><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27.xml"/><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4.xml"/><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31.png"/><Relationship Id="rId1" Type="http://schemas.openxmlformats.org/officeDocument/2006/relationships/slideLayout" Target="../slideLayouts/slideLayout24.xml"/><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95.xml"/><Relationship Id="rId5" Type="http://schemas.openxmlformats.org/officeDocument/2006/relationships/image" Target="../media/image63.png"/><Relationship Id="rId4" Type="http://schemas.openxmlformats.org/officeDocument/2006/relationships/image" Target="../media/image62.png"/></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31.png"/><Relationship Id="rId1" Type="http://schemas.openxmlformats.org/officeDocument/2006/relationships/slideLayout" Target="../slideLayouts/slideLayout34.xml"/><Relationship Id="rId5" Type="http://schemas.openxmlformats.org/officeDocument/2006/relationships/image" Target="../media/image68.PNG"/><Relationship Id="rId4" Type="http://schemas.openxmlformats.org/officeDocument/2006/relationships/image" Target="../media/image6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13.xml"/></Relationships>
</file>

<file path=ppt/slides/_rels/slide4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13.xml"/></Relationships>
</file>

<file path=ppt/slides/_rels/slide4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30.PNG"/><Relationship Id="rId1" Type="http://schemas.openxmlformats.org/officeDocument/2006/relationships/slideLayout" Target="../slideLayouts/slideLayout51.xml"/></Relationships>
</file>

<file path=ppt/slides/_rels/slide4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50.png"/><Relationship Id="rId1" Type="http://schemas.openxmlformats.org/officeDocument/2006/relationships/slideLayout" Target="../slideLayouts/slideLayout51.xml"/></Relationships>
</file>

<file path=ppt/slides/_rels/slide4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9115" y="748324"/>
            <a:ext cx="9069101" cy="1523495"/>
          </a:xfrm>
        </p:spPr>
        <p:txBody>
          <a:bodyPr/>
          <a:lstStyle/>
          <a:p>
            <a:r>
              <a:rPr lang="en-US" dirty="0"/>
              <a:t>ECEN 350</a:t>
            </a:r>
            <a:br>
              <a:rPr lang="en-US" dirty="0"/>
            </a:br>
            <a:r>
              <a:rPr lang="en-US" dirty="0"/>
              <a:t>Electronic Devices and Circuits </a:t>
            </a:r>
          </a:p>
        </p:txBody>
      </p:sp>
      <p:sp>
        <p:nvSpPr>
          <p:cNvPr id="4" name="Rectangle 3"/>
          <p:cNvSpPr/>
          <p:nvPr/>
        </p:nvSpPr>
        <p:spPr>
          <a:xfrm>
            <a:off x="640449" y="3477605"/>
            <a:ext cx="8350086" cy="707886"/>
          </a:xfrm>
          <a:prstGeom prst="rect">
            <a:avLst/>
          </a:prstGeom>
        </p:spPr>
        <p:txBody>
          <a:bodyPr wrap="square">
            <a:spAutoFit/>
          </a:bodyPr>
          <a:lstStyle/>
          <a:p>
            <a:r>
              <a:rPr lang="en-US" sz="4000" spc="-150"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cs typeface="Arial" charset="0"/>
              </a:rPr>
              <a:t>Introduction and Circuit Analysis Review</a:t>
            </a:r>
            <a:endParaRPr lang="en-US" sz="4000" dirty="0"/>
          </a:p>
        </p:txBody>
      </p:sp>
    </p:spTree>
    <p:extLst>
      <p:ext uri="{BB962C8B-B14F-4D97-AF65-F5344CB8AC3E}">
        <p14:creationId xmlns:p14="http://schemas.microsoft.com/office/powerpoint/2010/main" val="192527290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759132" y="50800"/>
            <a:ext cx="3959190" cy="563244"/>
          </a:xfrm>
        </p:spPr>
        <p:txBody>
          <a:bodyPr/>
          <a:lstStyle/>
          <a:p>
            <a:r>
              <a:rPr lang="en-US" sz="4000" dirty="0"/>
              <a:t> Spiritual Thoughts</a:t>
            </a:r>
          </a:p>
        </p:txBody>
      </p:sp>
      <p:sp>
        <p:nvSpPr>
          <p:cNvPr id="7" name="Rectangle 6"/>
          <p:cNvSpPr/>
          <p:nvPr/>
        </p:nvSpPr>
        <p:spPr>
          <a:xfrm>
            <a:off x="164756" y="859578"/>
            <a:ext cx="11862487" cy="19389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Please volunteer throughout the semester to share a short spiritual thought at the start of each class period.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indent="-285750" fontAlgn="auto">
              <a:spcBef>
                <a:spcPts val="0"/>
              </a:spcBef>
              <a:spcAft>
                <a:spcPts val="0"/>
              </a:spcAft>
              <a:buFont typeface="Wingdings" panose="05000000000000000000" pitchFamily="2" charset="2"/>
              <a:buChar char="Ø"/>
              <a:defRPr/>
            </a:pPr>
            <a:r>
              <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rPr>
              <a:t>See </a:t>
            </a:r>
            <a:r>
              <a:rPr lang="en-US" sz="2000" b="1" dirty="0">
                <a:solidFill>
                  <a:srgbClr val="000000"/>
                </a:solidFill>
                <a:latin typeface="Cambria Math" panose="02040503050406030204" pitchFamily="18" charset="0"/>
                <a:ea typeface="Cambria Math" panose="02040503050406030204" pitchFamily="18" charset="0"/>
                <a:cs typeface="Arial" panose="020B0604020202020204" pitchFamily="34" charset="0"/>
              </a:rPr>
              <a:t>Spiritual Thought Sign-Up Sheet </a:t>
            </a:r>
            <a:r>
              <a:rPr lang="en-US" sz="2000" dirty="0">
                <a:solidFill>
                  <a:srgbClr val="000000"/>
                </a:solidFill>
                <a:ea typeface="Cambria Math" panose="02040503050406030204" pitchFamily="18" charset="0"/>
                <a:cs typeface="Arial" panose="020B0604020202020204" pitchFamily="34" charset="0"/>
              </a:rPr>
              <a:t>in the Week 1 module or the Course Specifics Module in Canvas.</a:t>
            </a:r>
            <a:endParaRPr lang="en-US" sz="2000" dirty="0"/>
          </a:p>
          <a:p>
            <a:pPr lvl="0">
              <a:defRPr/>
            </a:pPr>
            <a:r>
              <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rPr>
              <a:t>to sign up for a specific date or dates to share a thought.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p:txBody>
      </p:sp>
    </p:spTree>
    <p:extLst>
      <p:ext uri="{BB962C8B-B14F-4D97-AF65-F5344CB8AC3E}">
        <p14:creationId xmlns:p14="http://schemas.microsoft.com/office/powerpoint/2010/main" val="380197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 calcmode="lin" valueType="num">
                                      <p:cBhvr additive="base">
                                        <p:cTn id="1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6291" y="70616"/>
            <a:ext cx="4161816" cy="533400"/>
          </a:xfrm>
        </p:spPr>
        <p:txBody>
          <a:bodyPr>
            <a:noAutofit/>
          </a:bodyPr>
          <a:lstStyle/>
          <a:p>
            <a:r>
              <a:rPr lang="en-US" sz="4000" dirty="0"/>
              <a:t>Grading Overview</a:t>
            </a:r>
          </a:p>
        </p:txBody>
      </p:sp>
      <p:graphicFrame>
        <p:nvGraphicFramePr>
          <p:cNvPr id="6" name="Diagram 5"/>
          <p:cNvGraphicFramePr/>
          <p:nvPr>
            <p:extLst>
              <p:ext uri="{D42A27DB-BD31-4B8C-83A1-F6EECF244321}">
                <p14:modId xmlns:p14="http://schemas.microsoft.com/office/powerpoint/2010/main" val="2873634486"/>
              </p:ext>
            </p:extLst>
          </p:nvPr>
        </p:nvGraphicFramePr>
        <p:xfrm>
          <a:off x="1198604" y="892664"/>
          <a:ext cx="9910120" cy="57417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5453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182555" y="41945"/>
            <a:ext cx="6333404" cy="422433"/>
          </a:xfrm>
        </p:spPr>
        <p:txBody>
          <a:bodyPr/>
          <a:lstStyle/>
          <a:p>
            <a:r>
              <a:rPr lang="en-US" sz="3600" dirty="0"/>
              <a:t>ECEN 350 - </a:t>
            </a:r>
            <a:r>
              <a:rPr lang="en-US" sz="3600" dirty="0" err="1"/>
              <a:t>ebook</a:t>
            </a:r>
            <a:r>
              <a:rPr lang="en-US" sz="3600" dirty="0"/>
              <a:t> and Software</a:t>
            </a:r>
          </a:p>
        </p:txBody>
      </p:sp>
      <p:sp>
        <p:nvSpPr>
          <p:cNvPr id="6" name="Rectangle 5"/>
          <p:cNvSpPr/>
          <p:nvPr/>
        </p:nvSpPr>
        <p:spPr>
          <a:xfrm>
            <a:off x="428367" y="831493"/>
            <a:ext cx="11335265" cy="59093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Wingdings" panose="05000000000000000000" pitchFamily="2" charset="2"/>
              <a:buChar char="Ø"/>
            </a:pPr>
            <a:r>
              <a:rPr lang="en-US" b="1" dirty="0">
                <a:latin typeface="Cambria Math" panose="02040503050406030204" pitchFamily="18" charset="0"/>
                <a:ea typeface="Cambria Math" panose="02040503050406030204" pitchFamily="18" charset="0"/>
              </a:rPr>
              <a:t>Text</a:t>
            </a:r>
            <a:r>
              <a:rPr lang="en-US" dirty="0">
                <a:latin typeface="Cambria Math" panose="02040503050406030204" pitchFamily="18" charset="0"/>
                <a:ea typeface="Cambria Math" panose="02040503050406030204" pitchFamily="18" charset="0"/>
              </a:rPr>
              <a:t>: The text “</a:t>
            </a:r>
            <a:r>
              <a:rPr lang="en-US" b="1" dirty="0">
                <a:latin typeface="Cambria Math" panose="02040503050406030204" pitchFamily="18" charset="0"/>
                <a:ea typeface="Cambria Math" panose="02040503050406030204" pitchFamily="18" charset="0"/>
              </a:rPr>
              <a:t>Electronic Principles</a:t>
            </a:r>
            <a:r>
              <a:rPr lang="en-US" dirty="0">
                <a:latin typeface="Cambria Math" panose="02040503050406030204" pitchFamily="18" charset="0"/>
                <a:ea typeface="Cambria Math" panose="02040503050406030204" pitchFamily="18" charset="0"/>
              </a:rPr>
              <a:t>” 9</a:t>
            </a:r>
            <a:r>
              <a:rPr lang="en-US" baseline="30000" dirty="0">
                <a:latin typeface="Cambria Math" panose="02040503050406030204" pitchFamily="18" charset="0"/>
                <a:ea typeface="Cambria Math" panose="02040503050406030204" pitchFamily="18" charset="0"/>
              </a:rPr>
              <a:t>th</a:t>
            </a:r>
            <a:r>
              <a:rPr lang="en-US" dirty="0">
                <a:latin typeface="Cambria Math" panose="02040503050406030204" pitchFamily="18" charset="0"/>
                <a:ea typeface="Cambria Math" panose="02040503050406030204" pitchFamily="18" charset="0"/>
              </a:rPr>
              <a:t> Edition, </a:t>
            </a:r>
            <a:r>
              <a:rPr lang="en-US" dirty="0" err="1">
                <a:latin typeface="Cambria Math" panose="02040503050406030204" pitchFamily="18" charset="0"/>
                <a:ea typeface="Cambria Math" panose="02040503050406030204" pitchFamily="18" charset="0"/>
              </a:rPr>
              <a:t>Malvino</a:t>
            </a:r>
            <a:r>
              <a:rPr lang="en-US" dirty="0">
                <a:latin typeface="Cambria Math" panose="02040503050406030204" pitchFamily="18" charset="0"/>
                <a:ea typeface="Cambria Math" panose="02040503050406030204" pitchFamily="18" charset="0"/>
              </a:rPr>
              <a:t>, Bates and Hoppe, is required for this course. </a:t>
            </a:r>
          </a:p>
          <a:p>
            <a:r>
              <a:rPr lang="en-US" dirty="0">
                <a:latin typeface="Cambria Math" panose="02040503050406030204" pitchFamily="18" charset="0"/>
                <a:ea typeface="Cambria Math" panose="02040503050406030204" pitchFamily="18" charset="0"/>
              </a:rPr>
              <a:t> </a:t>
            </a: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Through a company named </a:t>
            </a:r>
            <a:r>
              <a:rPr lang="en-US" dirty="0" err="1">
                <a:latin typeface="Cambria Math" panose="02040503050406030204" pitchFamily="18" charset="0"/>
                <a:ea typeface="Cambria Math" panose="02040503050406030204" pitchFamily="18" charset="0"/>
              </a:rPr>
              <a:t>Vitalsource</a:t>
            </a:r>
            <a:r>
              <a:rPr lang="en-US" dirty="0">
                <a:latin typeface="Cambria Math" panose="02040503050406030204" pitchFamily="18" charset="0"/>
                <a:ea typeface="Cambria Math" panose="02040503050406030204" pitchFamily="18" charset="0"/>
              </a:rPr>
              <a:t>, BYU-Idaho provides Automatic Access to an </a:t>
            </a:r>
            <a:r>
              <a:rPr lang="en-US" dirty="0" err="1">
                <a:latin typeface="Cambria Math" panose="02040503050406030204" pitchFamily="18" charset="0"/>
                <a:ea typeface="Cambria Math" panose="02040503050406030204" pitchFamily="18" charset="0"/>
              </a:rPr>
              <a:t>ebook</a:t>
            </a:r>
            <a:r>
              <a:rPr lang="en-US" dirty="0">
                <a:latin typeface="Cambria Math" panose="02040503050406030204" pitchFamily="18" charset="0"/>
                <a:ea typeface="Cambria Math" panose="02040503050406030204" pitchFamily="18" charset="0"/>
              </a:rPr>
              <a:t> version of this text through I-Learn for all enrolled in the class, for a 5 year time period. You will automatically be billed a cost of approximately $46 for </a:t>
            </a:r>
            <a:r>
              <a:rPr lang="en-US" dirty="0" err="1">
                <a:latin typeface="Cambria Math" panose="02040503050406030204" pitchFamily="18" charset="0"/>
                <a:ea typeface="Cambria Math" panose="02040503050406030204" pitchFamily="18" charset="0"/>
              </a:rPr>
              <a:t>ebook</a:t>
            </a:r>
            <a:r>
              <a:rPr lang="en-US" dirty="0">
                <a:latin typeface="Cambria Math" panose="02040503050406030204" pitchFamily="18" charset="0"/>
                <a:ea typeface="Cambria Math" panose="02040503050406030204" pitchFamily="18" charset="0"/>
              </a:rPr>
              <a:t> access, with payment due after the semester drop deadline. If you have made other arrangements for a text, such as purchasing a hardcopy version, then you can opt out of the $46 charge on your account. In addition to the </a:t>
            </a:r>
            <a:r>
              <a:rPr lang="en-US" dirty="0" err="1">
                <a:latin typeface="Cambria Math" panose="02040503050406030204" pitchFamily="18" charset="0"/>
                <a:ea typeface="Cambria Math" panose="02040503050406030204" pitchFamily="18" charset="0"/>
              </a:rPr>
              <a:t>ebook</a:t>
            </a:r>
            <a:r>
              <a:rPr lang="en-US" dirty="0">
                <a:latin typeface="Cambria Math" panose="02040503050406030204" pitchFamily="18" charset="0"/>
                <a:ea typeface="Cambria Math" panose="02040503050406030204" pitchFamily="18" charset="0"/>
              </a:rPr>
              <a:t>, you can pick up a loose leaf hardcopy version of the text at the Bookstore for an additional $35. You will need to either have your loose leaf copy spiral bound (&lt; $10.00 at the copy center) or purchase a binder, with three-ring binders available at the Bookstore.</a:t>
            </a:r>
          </a:p>
          <a:p>
            <a:endParaRPr lang="en-US"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To access the </a:t>
            </a:r>
            <a:r>
              <a:rPr lang="en-US" dirty="0" err="1">
                <a:latin typeface="Cambria Math" panose="02040503050406030204" pitchFamily="18" charset="0"/>
                <a:ea typeface="Cambria Math" panose="02040503050406030204" pitchFamily="18" charset="0"/>
              </a:rPr>
              <a:t>ebook</a:t>
            </a:r>
            <a:r>
              <a:rPr lang="en-US" dirty="0">
                <a:latin typeface="Cambria Math" panose="02040503050406030204" pitchFamily="18" charset="0"/>
                <a:ea typeface="Cambria Math" panose="02040503050406030204" pitchFamily="18" charset="0"/>
              </a:rPr>
              <a:t> text go to the </a:t>
            </a:r>
            <a:r>
              <a:rPr lang="en-US" b="1" dirty="0">
                <a:latin typeface="Cambria Math" panose="02040503050406030204" pitchFamily="18" charset="0"/>
                <a:ea typeface="Cambria Math" panose="02040503050406030204" pitchFamily="18" charset="0"/>
              </a:rPr>
              <a:t>Course Materials</a:t>
            </a:r>
            <a:r>
              <a:rPr lang="en-US" dirty="0">
                <a:latin typeface="Cambria Math" panose="02040503050406030204" pitchFamily="18" charset="0"/>
                <a:ea typeface="Cambria Math" panose="02040503050406030204" pitchFamily="18" charset="0"/>
              </a:rPr>
              <a:t> link found amongst the many links located on left-hand side of the Canvas course Home page</a:t>
            </a:r>
            <a:r>
              <a:rPr lang="en-US" sz="1600"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Note: You must create a </a:t>
            </a:r>
            <a:r>
              <a:rPr lang="en-US" dirty="0" err="1">
                <a:latin typeface="Cambria Math" panose="02040503050406030204" pitchFamily="18" charset="0"/>
                <a:ea typeface="Cambria Math" panose="02040503050406030204" pitchFamily="18" charset="0"/>
              </a:rPr>
              <a:t>Vitalsource</a:t>
            </a:r>
            <a:r>
              <a:rPr lang="en-US" dirty="0">
                <a:latin typeface="Cambria Math" panose="02040503050406030204" pitchFamily="18" charset="0"/>
                <a:ea typeface="Cambria Math" panose="02040503050406030204" pitchFamily="18" charset="0"/>
              </a:rPr>
              <a:t> account (Username and password) to access the </a:t>
            </a:r>
            <a:r>
              <a:rPr lang="en-US" dirty="0" err="1">
                <a:latin typeface="Cambria Math" panose="02040503050406030204" pitchFamily="18" charset="0"/>
                <a:ea typeface="Cambria Math" panose="02040503050406030204" pitchFamily="18" charset="0"/>
              </a:rPr>
              <a:t>ebook</a:t>
            </a:r>
            <a:r>
              <a:rPr lang="en-US" dirty="0">
                <a:latin typeface="Cambria Math" panose="02040503050406030204" pitchFamily="18" charset="0"/>
                <a:ea typeface="Cambria Math" panose="02040503050406030204" pitchFamily="18" charset="0"/>
              </a:rPr>
              <a:t>.</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FF0000"/>
                </a:solidFill>
                <a:latin typeface="Cambria Math" panose="02040503050406030204" pitchFamily="18" charset="0"/>
                <a:ea typeface="Cambria Math" panose="02040503050406030204" pitchFamily="18" charset="0"/>
              </a:rPr>
              <a:t>After you have created an account, it is best to access the </a:t>
            </a:r>
            <a:r>
              <a:rPr lang="en-US" dirty="0" err="1">
                <a:solidFill>
                  <a:srgbClr val="FF0000"/>
                </a:solidFill>
                <a:latin typeface="Cambria Math" panose="02040503050406030204" pitchFamily="18" charset="0"/>
                <a:ea typeface="Cambria Math" panose="02040503050406030204" pitchFamily="18" charset="0"/>
              </a:rPr>
              <a:t>ebook</a:t>
            </a:r>
            <a:r>
              <a:rPr lang="en-US" dirty="0">
                <a:solidFill>
                  <a:srgbClr val="FF0000"/>
                </a:solidFill>
                <a:latin typeface="Cambria Math" panose="02040503050406030204" pitchFamily="18" charset="0"/>
                <a:ea typeface="Cambria Math" panose="02040503050406030204" pitchFamily="18" charset="0"/>
              </a:rPr>
              <a:t> through </a:t>
            </a:r>
            <a:r>
              <a:rPr lang="en-US" dirty="0" err="1">
                <a:solidFill>
                  <a:srgbClr val="FF0000"/>
                </a:solidFill>
                <a:latin typeface="Cambria Math" panose="02040503050406030204" pitchFamily="18" charset="0"/>
                <a:ea typeface="Cambria Math" panose="02040503050406030204" pitchFamily="18" charset="0"/>
              </a:rPr>
              <a:t>Vitalsource</a:t>
            </a:r>
            <a:r>
              <a:rPr lang="en-US" dirty="0">
                <a:solidFill>
                  <a:srgbClr val="FF0000"/>
                </a:solidFill>
                <a:latin typeface="Cambria Math" panose="02040503050406030204" pitchFamily="18" charset="0"/>
                <a:ea typeface="Cambria Math" panose="02040503050406030204" pitchFamily="18" charset="0"/>
              </a:rPr>
              <a:t> rather than Canvas.</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endParaRPr>
          </a:p>
          <a:p>
            <a:pPr algn="ctr"/>
            <a:r>
              <a:rPr lang="en-US" dirty="0"/>
              <a:t> </a:t>
            </a:r>
            <a:r>
              <a:rPr lang="en-US" b="1" u="sng" dirty="0" err="1">
                <a:latin typeface="Cambria Math" panose="02040503050406030204" pitchFamily="18" charset="0"/>
                <a:ea typeface="Cambria Math" panose="02040503050406030204" pitchFamily="18" charset="0"/>
              </a:rPr>
              <a:t>LTspice</a:t>
            </a:r>
            <a:r>
              <a:rPr lang="en-US" b="1" u="sng" dirty="0">
                <a:latin typeface="Cambria Math" panose="02040503050406030204" pitchFamily="18" charset="0"/>
                <a:ea typeface="Cambria Math" panose="02040503050406030204" pitchFamily="18" charset="0"/>
              </a:rPr>
              <a:t> &amp; MATLAB</a:t>
            </a:r>
          </a:p>
          <a:p>
            <a:endParaRPr lang="en-US"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dirty="0">
                <a:ea typeface="Cambria Math" panose="02040503050406030204" pitchFamily="18" charset="0"/>
              </a:rPr>
              <a:t>Also </a:t>
            </a:r>
            <a:r>
              <a:rPr lang="en-US" dirty="0"/>
              <a:t>download and install </a:t>
            </a:r>
            <a:r>
              <a:rPr lang="en-US" b="1" dirty="0" err="1"/>
              <a:t>LTspice</a:t>
            </a:r>
            <a:r>
              <a:rPr lang="en-US" dirty="0"/>
              <a:t> from the Analog Devices web site using the following link: </a:t>
            </a:r>
            <a:r>
              <a:rPr lang="en-US" u="sng" dirty="0" err="1">
                <a:hlinkClick r:id="rId3"/>
              </a:rPr>
              <a:t>LTspice</a:t>
            </a:r>
            <a:r>
              <a:rPr lang="en-US" u="sng" dirty="0"/>
              <a:t>. </a:t>
            </a:r>
            <a:r>
              <a:rPr lang="en-US" dirty="0">
                <a:latin typeface="Cambria Math" panose="02040503050406030204" pitchFamily="18" charset="0"/>
                <a:ea typeface="Cambria Math" panose="02040503050406030204" pitchFamily="18" charset="0"/>
              </a:rPr>
              <a:t>While not required for ECEN 350, MATLAB is another helpful resource. See the following link for instructions: </a:t>
            </a:r>
            <a:r>
              <a:rPr lang="en-US" u="sng" dirty="0">
                <a:hlinkClick r:id="rId4"/>
              </a:rPr>
              <a:t>MATLAB Installation Instructions</a:t>
            </a:r>
            <a:r>
              <a:rPr lang="en-US" dirty="0"/>
              <a:t>.</a:t>
            </a:r>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866917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anim calcmode="lin" valueType="num">
                                      <p:cBhvr additive="base">
                                        <p:cTn id="7"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anim calcmode="lin" valueType="num">
                                      <p:cBhvr additive="base">
                                        <p:cTn id="13"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8" end="8"/>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xEl>
                                              <p:pRg st="10" end="10"/>
                                            </p:txEl>
                                          </p:spTgt>
                                        </p:tgtEl>
                                        <p:attrNameLst>
                                          <p:attrName>style.visibility</p:attrName>
                                        </p:attrNameLst>
                                      </p:cBhvr>
                                      <p:to>
                                        <p:strVal val="visible"/>
                                      </p:to>
                                    </p:set>
                                    <p:anim calcmode="lin" valueType="num">
                                      <p:cBhvr additive="base">
                                        <p:cTn id="17" dur="500" fill="hold"/>
                                        <p:tgtEl>
                                          <p:spTgt spid="6">
                                            <p:txEl>
                                              <p:pRg st="10" end="1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937161" y="9237"/>
            <a:ext cx="5703365" cy="422433"/>
          </a:xfrm>
        </p:spPr>
        <p:txBody>
          <a:bodyPr/>
          <a:lstStyle/>
          <a:p>
            <a:r>
              <a:rPr lang="en-US" sz="4000" dirty="0" err="1"/>
              <a:t>iClicker</a:t>
            </a:r>
            <a:r>
              <a:rPr lang="en-US" sz="4000" dirty="0"/>
              <a:t> for In-Class Quizzes</a:t>
            </a:r>
          </a:p>
        </p:txBody>
      </p:sp>
      <p:sp>
        <p:nvSpPr>
          <p:cNvPr id="6" name="Rectangle 5"/>
          <p:cNvSpPr/>
          <p:nvPr/>
        </p:nvSpPr>
        <p:spPr>
          <a:xfrm>
            <a:off x="258618" y="753315"/>
            <a:ext cx="11674763" cy="470898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base" latinLnBrk="0" hangingPunct="1">
              <a:lnSpc>
                <a:spcPct val="100000"/>
              </a:lnSpc>
              <a:spcBef>
                <a:spcPct val="0"/>
              </a:spcBef>
              <a:spcAft>
                <a:spcPts val="120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We will be using the </a:t>
            </a:r>
            <a:r>
              <a:rPr kumimoji="0" lang="en-US" sz="1800" b="0" i="0" u="none" strike="noStrike" kern="1200" cap="none" spc="0" normalizeH="0" baseline="0" noProof="0" dirty="0" err="1">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iClicker</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 Student Mobile app for phones or laptops for in-class quizzes.</a:t>
            </a:r>
          </a:p>
          <a:p>
            <a:pPr marL="285750" marR="0" lvl="0" indent="-285750" algn="l" defTabSz="914400" rtl="0" eaLnBrk="1" fontAlgn="base" latinLnBrk="0" hangingPunct="1">
              <a:lnSpc>
                <a:spcPct val="100000"/>
              </a:lnSpc>
              <a:spcBef>
                <a:spcPct val="0"/>
              </a:spcBef>
              <a:spcAft>
                <a:spcPts val="120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If you already have an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iClicker</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account using your BYU-I email then you will automatically be enrolled.</a:t>
            </a:r>
          </a:p>
          <a:p>
            <a:pPr marL="285750" marR="0" lvl="0" indent="-285750" algn="l" defTabSz="914400" rtl="0" eaLnBrk="1" fontAlgn="base" latinLnBrk="0" hangingPunct="1">
              <a:lnSpc>
                <a:spcPct val="100000"/>
              </a:lnSpc>
              <a:spcBef>
                <a:spcPct val="0"/>
              </a:spcBef>
              <a:spcAft>
                <a:spcPts val="120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If you are new to </a:t>
            </a:r>
            <a:r>
              <a:rPr kumimoji="0" lang="en-US" sz="1800" b="0" i="0" u="none" strike="noStrike" kern="1200" cap="none" spc="0" normalizeH="0" baseline="0" noProof="0" dirty="0" err="1">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iClicker</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 at BYU-I, then you need to create an account</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by visiting </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hlinkClick r:id="rId3"/>
              </a:rPr>
              <a:t>student.iclicker.com</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Click on </a:t>
            </a:r>
            <a:r>
              <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rPr>
              <a:t>Sign Up</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Create account with </a:t>
            </a:r>
            <a:r>
              <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rPr>
              <a:t>Brigham Young University-Idaho</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as your Institution.</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Use your </a:t>
            </a:r>
            <a:r>
              <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rPr>
              <a:t>BYU-I email</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else your account won’t work for Grade Syncing at BYU-I.</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If y</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ou</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have the wrong email on existing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iClicker</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account, you can update your account at </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hlinkClick r:id="rId3"/>
              </a:rPr>
              <a:t>student.iclicker.com</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sym typeface="Wingdings" panose="05000000000000000000" pitchFamily="2" charset="2"/>
              </a:rPr>
              <a:t> Profile.</a:t>
            </a: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r>
              <a:rPr kumimoji="0" lang="en-US" sz="1800" b="1" i="0" u="sng" strike="noStrike" kern="1200" cap="none" spc="0" normalizeH="0" baseline="0" noProof="0" dirty="0">
                <a:ln>
                  <a:noFill/>
                </a:ln>
                <a:solidFill>
                  <a:srgbClr val="000000"/>
                </a:solidFill>
                <a:effectLst/>
                <a:uLnTx/>
                <a:uFillTx/>
                <a:latin typeface="Cambria" panose="02040503050406030204"/>
                <a:ea typeface="+mn-ea"/>
                <a:cs typeface="+mn-cs"/>
              </a:rPr>
              <a:t>For Phones and/or Laptops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Install the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iClicker</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Student Mobile App on your mobile Device as follows:</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srgbClr val="000000"/>
                </a:solidFill>
                <a:effectLst/>
                <a:uLnTx/>
                <a:uFillTx/>
                <a:latin typeface="Cambria" panose="02040503050406030204"/>
                <a:ea typeface="+mn-ea"/>
                <a:cs typeface="+mn-cs"/>
              </a:rPr>
              <a:t>	Download</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the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iClicker</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Student Mobile app from your native app store or go to </a:t>
            </a:r>
            <a:r>
              <a:rPr kumimoji="0" lang="en-US" sz="1800" b="0" i="0" u="sng" strike="noStrike" kern="1200" cap="none" spc="0" normalizeH="0" baseline="0" noProof="0" dirty="0">
                <a:ln>
                  <a:noFill/>
                </a:ln>
                <a:solidFill>
                  <a:srgbClr val="000000"/>
                </a:solidFill>
                <a:effectLst/>
                <a:uLnTx/>
                <a:uFillTx/>
                <a:latin typeface="Cambria" panose="02040503050406030204"/>
                <a:ea typeface="+mn-ea"/>
                <a:cs typeface="+mn-cs"/>
                <a:hlinkClick r:id="rId4"/>
              </a:rPr>
              <a:t>iclicker.com</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3990101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915754" y="-33488"/>
            <a:ext cx="7108159" cy="422433"/>
          </a:xfrm>
        </p:spPr>
        <p:txBody>
          <a:bodyPr/>
          <a:lstStyle/>
          <a:p>
            <a:r>
              <a:rPr lang="en-US" sz="4000" dirty="0"/>
              <a:t>ECEN 350 Format and Suggestions</a:t>
            </a:r>
          </a:p>
        </p:txBody>
      </p:sp>
      <p:sp>
        <p:nvSpPr>
          <p:cNvPr id="5" name="Rectangle 4">
            <a:extLst>
              <a:ext uri="{FF2B5EF4-FFF2-40B4-BE49-F238E27FC236}">
                <a16:creationId xmlns:a16="http://schemas.microsoft.com/office/drawing/2014/main" id="{84C3CFAE-5E0B-4609-AC57-116B1758379A}"/>
              </a:ext>
            </a:extLst>
          </p:cNvPr>
          <p:cNvSpPr/>
          <p:nvPr/>
        </p:nvSpPr>
        <p:spPr>
          <a:xfrm>
            <a:off x="92360" y="557629"/>
            <a:ext cx="11998035" cy="614014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Prepare reading  quizzes covering prepare reading material due before class with no make-ups.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Post discussion quizzes near the end of class with no make-ups. Notes taken during class can be used on these quizzes. (6 lowest quiz scores for the semester automatically dropped by Canvas.)</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Download and use the class slides presented in class, all of which are available on Canvas. These slides include worked examples similar to many homework problems.</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Tu</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esday</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and Thursdays </a:t>
            </a: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(5:</a:t>
            </a:r>
            <a:r>
              <a:rPr lang="en-US" noProof="0" dirty="0">
                <a:solidFill>
                  <a:srgbClr val="000000"/>
                </a:solidFill>
                <a:latin typeface="Cambria Math" panose="02040503050406030204" pitchFamily="18" charset="0"/>
                <a:ea typeface="Cambria Math" panose="02040503050406030204" pitchFamily="18" charset="0"/>
                <a:cs typeface="Arial" panose="020B0604020202020204" pitchFamily="34" charset="0"/>
              </a:rPr>
              <a:t>0</a:t>
            </a: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0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to 7:30 pm)</a:t>
            </a:r>
            <a:r>
              <a:rPr kumimoji="0" lang="en-US" sz="1800" b="0" i="0" u="none" strike="noStrike" kern="1200" cap="none" spc="0" normalizeH="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in-person in STC-215 </a:t>
            </a: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or</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 Zoom help sessions for HW and Labs.</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5% per day with a maximum of 50% late penalty for homework and lab assignments, unless extenuating circumstances as determined by the instructor.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342900" indent="-342900" fontAlgn="base">
              <a:spcBef>
                <a:spcPct val="0"/>
              </a:spcBef>
              <a:spcAft>
                <a:spcPct val="0"/>
              </a:spcAft>
              <a:buFont typeface="Wingdings" panose="05000000000000000000" pitchFamily="2" charset="2"/>
              <a:buChar char="Ø"/>
              <a:defRPr/>
            </a:pPr>
            <a:r>
              <a:rPr lang="en-US" dirty="0">
                <a:solidFill>
                  <a:srgbClr val="000000"/>
                </a:solidFill>
                <a:latin typeface="Cambria" panose="02040503050406030204"/>
                <a:ea typeface="Calibri" panose="020F0502020204030204" pitchFamily="34" charset="0"/>
                <a:cs typeface="Times New Roman" panose="02020603050405020304" pitchFamily="18" charset="0"/>
              </a:rPr>
              <a:t>Midterm and Final</a:t>
            </a: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 </a:t>
            </a:r>
            <a:r>
              <a:rPr lang="en-US" noProof="0" dirty="0">
                <a:latin typeface="Cambria Math" panose="02040503050406030204" pitchFamily="18" charset="0"/>
                <a:ea typeface="Cambria Math" panose="02040503050406030204" pitchFamily="18" charset="0"/>
                <a:cs typeface="Arial" panose="020B0604020202020204" pitchFamily="34" charset="0"/>
              </a:rPr>
              <a:t>e</a:t>
            </a:r>
            <a:r>
              <a:rPr lang="en-US" dirty="0" err="1">
                <a:latin typeface="Cambria Math" panose="02040503050406030204" pitchFamily="18" charset="0"/>
                <a:ea typeface="Cambria Math" panose="02040503050406030204" pitchFamily="18" charset="0"/>
                <a:cs typeface="Arial" panose="020B0604020202020204" pitchFamily="34" charset="0"/>
              </a:rPr>
              <a:t>xams</a:t>
            </a:r>
            <a:r>
              <a:rPr lang="en-US" dirty="0">
                <a:latin typeface="Cambria Math" panose="02040503050406030204" pitchFamily="18" charset="0"/>
                <a:ea typeface="Cambria Math" panose="02040503050406030204" pitchFamily="18" charset="0"/>
                <a:cs typeface="Arial" panose="020B0604020202020204" pitchFamily="34" charset="0"/>
              </a:rPr>
              <a:t> similar to homework problems in the Testing Center with access to an Equation Sheet, along with your personal calculator and 3 X 5 note card.</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1800"/>
              </a:spcAft>
              <a:buClrTx/>
              <a:buSzTx/>
              <a:buFont typeface="Wingdings" panose="05000000000000000000" pitchFamily="2" charset="2"/>
              <a:buChar char="Ø"/>
              <a:tabLst/>
              <a:defRPr/>
            </a:pPr>
            <a:r>
              <a:rPr kumimoji="0" lang="en-US" sz="1800" b="0" i="0" u="none" strike="noStrike" kern="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Work in groups on homework to teach one another, although turn in your own work. Identical homework submissions are considered plagiarism and assigned a grade of 0.</a:t>
            </a:r>
          </a:p>
          <a:p>
            <a:pPr marL="285750" indent="-285750">
              <a:buFont typeface="Wingdings" panose="05000000000000000000" pitchFamily="2" charset="2"/>
              <a:buChar char="Ø"/>
              <a:defRPr/>
            </a:pPr>
            <a:r>
              <a:rPr lang="en-US" b="1" dirty="0"/>
              <a:t>AI Policy:</a:t>
            </a:r>
            <a:r>
              <a:rPr lang="en-US" dirty="0"/>
              <a:t> Use of AI is encouraged, although be wise, realizing that submitting AI authored text is plagiarism and at times AI confidently provides incorrect responses. Also, keep in mind that AI is not available for the midterm and final examinations. </a:t>
            </a:r>
          </a:p>
        </p:txBody>
      </p:sp>
    </p:spTree>
    <p:extLst>
      <p:ext uri="{BB962C8B-B14F-4D97-AF65-F5344CB8AC3E}">
        <p14:creationId xmlns:p14="http://schemas.microsoft.com/office/powerpoint/2010/main" val="2034082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anim calcmode="lin" valueType="num">
                                      <p:cBhvr additive="base">
                                        <p:cTn id="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anim calcmode="lin" valueType="num">
                                      <p:cBhvr additive="base">
                                        <p:cTn id="1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10" end="10"/>
                                            </p:txEl>
                                          </p:spTgt>
                                        </p:tgtEl>
                                        <p:attrNameLst>
                                          <p:attrName>style.visibility</p:attrName>
                                        </p:attrNameLst>
                                      </p:cBhvr>
                                      <p:to>
                                        <p:strVal val="visible"/>
                                      </p:to>
                                    </p:set>
                                    <p:anim calcmode="lin" valueType="num">
                                      <p:cBhvr additive="base">
                                        <p:cTn id="19"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12" end="12"/>
                                            </p:txEl>
                                          </p:spTgt>
                                        </p:tgtEl>
                                        <p:attrNameLst>
                                          <p:attrName>style.visibility</p:attrName>
                                        </p:attrNameLst>
                                      </p:cBhvr>
                                      <p:to>
                                        <p:strVal val="visible"/>
                                      </p:to>
                                    </p:set>
                                    <p:anim calcmode="lin" valueType="num">
                                      <p:cBhvr additive="base">
                                        <p:cTn id="25"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13" end="13"/>
                                            </p:txEl>
                                          </p:spTgt>
                                        </p:tgtEl>
                                        <p:attrNameLst>
                                          <p:attrName>style.visibility</p:attrName>
                                        </p:attrNameLst>
                                      </p:cBhvr>
                                      <p:to>
                                        <p:strVal val="visible"/>
                                      </p:to>
                                    </p:set>
                                    <p:anim calcmode="lin" valueType="num">
                                      <p:cBhvr additive="base">
                                        <p:cTn id="31"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40573" y="-7767"/>
            <a:ext cx="11238722" cy="422433"/>
          </a:xfrm>
        </p:spPr>
        <p:txBody>
          <a:bodyPr/>
          <a:lstStyle/>
          <a:p>
            <a:r>
              <a:rPr lang="en-US" sz="3000" dirty="0"/>
              <a:t> </a:t>
            </a:r>
            <a:r>
              <a:rPr lang="en-US" sz="4000" dirty="0"/>
              <a:t>ECEN 350 – Electronic Devices and Circuits  Relevance</a:t>
            </a:r>
          </a:p>
        </p:txBody>
      </p:sp>
      <p:sp>
        <p:nvSpPr>
          <p:cNvPr id="5" name="Rectangle 4"/>
          <p:cNvSpPr/>
          <p:nvPr/>
        </p:nvSpPr>
        <p:spPr>
          <a:xfrm>
            <a:off x="228601" y="653148"/>
            <a:ext cx="11777472" cy="5632311"/>
          </a:xfrm>
          <a:prstGeom prst="rect">
            <a:avLst/>
          </a:prstGeom>
          <a:solidFill>
            <a:srgbClr val="FFFFFF"/>
          </a:solidFill>
          <a:ln w="55000" cap="flat" cmpd="thickThin" algn="ctr">
            <a:solidFill>
              <a:srgbClr val="FFC000"/>
            </a:solidFill>
            <a:prstDash val="solid"/>
          </a:ln>
          <a:effectLst/>
        </p:spPr>
        <p:txBody>
          <a:bodyPr wrap="square">
            <a:spAutoFit/>
          </a:bodyPr>
          <a:lstStyle/>
          <a:p>
            <a:pPr marL="285750" indent="-285750" fontAlgn="base">
              <a:spcBef>
                <a:spcPct val="0"/>
              </a:spcBef>
              <a:spcAft>
                <a:spcPct val="0"/>
              </a:spcAft>
              <a:buFont typeface="Arial" panose="020B0604020202020204" pitchFamily="34" charset="0"/>
              <a:buChar char="•"/>
              <a:defRPr/>
            </a:pPr>
            <a:r>
              <a:rPr kumimoji="0" lang="en-US" sz="1800" b="0" i="0" u="none" strike="noStrike" kern="1200" cap="none" spc="0" normalizeH="0" baseline="0" noProof="0" dirty="0">
                <a:ln>
                  <a:noFill/>
                </a:ln>
                <a:solidFill>
                  <a:prstClr val="black"/>
                </a:solidFill>
                <a:effectLst/>
                <a:uLnTx/>
                <a:uFillTx/>
                <a:latin typeface="Cambria" panose="02040503050406030204"/>
                <a:ea typeface="Cambria Math" panose="02040503050406030204" pitchFamily="18" charset="0"/>
                <a:cs typeface="Arial" panose="020B0604020202020204" pitchFamily="34" charset="0"/>
              </a:rPr>
              <a:t>If you do not know the answers to the following questions, </a:t>
            </a:r>
            <a:r>
              <a:rPr lang="en-US" dirty="0">
                <a:solidFill>
                  <a:prstClr val="black"/>
                </a:solidFill>
                <a:ea typeface="Cambria Math" panose="02040503050406030204" pitchFamily="18" charset="0"/>
                <a:cs typeface="Arial" panose="020B0604020202020204" pitchFamily="34" charset="0"/>
              </a:rPr>
              <a:t>hopefully you will at the completing this course.</a:t>
            </a:r>
          </a:p>
          <a:p>
            <a:pPr marR="0" lvl="0" algn="l" defTabSz="914400" rtl="0" eaLnBrk="1" fontAlgn="base" latinLnBrk="0" hangingPunct="1">
              <a:lnSpc>
                <a:spcPct val="100000"/>
              </a:lnSpc>
              <a:spcBef>
                <a:spcPct val="0"/>
              </a:spcBef>
              <a:spcAft>
                <a:spcPct val="0"/>
              </a:spcAft>
              <a:buClrTx/>
              <a:buSzTx/>
              <a:tabLst/>
              <a:defRPr/>
            </a:pPr>
            <a:endParaRPr kumimoji="0" lang="en-US" sz="1800" b="0" i="0" u="none" strike="noStrike" kern="1200" cap="none" spc="0" normalizeH="0" baseline="0" noProof="0" dirty="0">
              <a:ln>
                <a:noFill/>
              </a:ln>
              <a:solidFill>
                <a:prstClr val="black"/>
              </a:solidFill>
              <a:effectLst/>
              <a:uLnTx/>
              <a:uFillTx/>
              <a:latin typeface="Cambria" panose="02040503050406030204"/>
              <a:ea typeface="Cambria Math" panose="02040503050406030204" pitchFamily="18" charset="0"/>
              <a:cs typeface="Arial" panose="020B0604020202020204" pitchFamily="34" charset="0"/>
            </a:endParaRP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panose="02040503050406030204"/>
                <a:ea typeface="Cambria Math" panose="02040503050406030204" pitchFamily="18" charset="0"/>
                <a:cs typeface="Arial" panose="020B0604020202020204" pitchFamily="34" charset="0"/>
              </a:rPr>
              <a:t>What is a</a:t>
            </a:r>
            <a:r>
              <a:rPr kumimoji="0" lang="en-US" sz="1800" b="0" i="0" u="none" strike="noStrike" kern="1200" cap="none" spc="0" normalizeH="0" noProof="0" dirty="0">
                <a:ln>
                  <a:noFill/>
                </a:ln>
                <a:solidFill>
                  <a:prstClr val="black"/>
                </a:solidFill>
                <a:effectLst/>
                <a:uLnTx/>
                <a:uFillTx/>
                <a:latin typeface="Cambria" panose="02040503050406030204"/>
                <a:ea typeface="Cambria Math" panose="02040503050406030204" pitchFamily="18" charset="0"/>
                <a:cs typeface="Arial" panose="020B0604020202020204" pitchFamily="34" charset="0"/>
              </a:rPr>
              <a:t> semiconductor and why are they so important to modern day electronics</a:t>
            </a:r>
            <a:r>
              <a:rPr kumimoji="0" lang="en-US" sz="1800" b="0" i="0" u="none" strike="noStrike" kern="1200" cap="none" spc="0" normalizeH="0" baseline="0" noProof="0" dirty="0">
                <a:ln>
                  <a:noFill/>
                </a:ln>
                <a:solidFill>
                  <a:prstClr val="black"/>
                </a:solidFill>
                <a:effectLst/>
                <a:uLnTx/>
                <a:uFillTx/>
                <a:latin typeface="Cambria" panose="02040503050406030204"/>
                <a:ea typeface="Cambria Math" panose="02040503050406030204" pitchFamily="18" charset="0"/>
                <a:cs typeface="Arial" panose="020B0604020202020204" pitchFamily="34" charset="0"/>
              </a:rPr>
              <a:t>?</a:t>
            </a: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panose="02040503050406030204"/>
              <a:ea typeface="Cambria Math" panose="02040503050406030204" pitchFamily="18" charset="0"/>
              <a:cs typeface="Arial" panose="020B0604020202020204" pitchFamily="34" charset="0"/>
            </a:endParaRPr>
          </a:p>
          <a:p>
            <a:pPr marL="214313" lvl="0" indent="-214313" fontAlgn="base">
              <a:spcBef>
                <a:spcPct val="0"/>
              </a:spcBef>
              <a:spcAft>
                <a:spcPct val="0"/>
              </a:spcAft>
              <a:buFont typeface="Wingdings" panose="05000000000000000000" pitchFamily="2" charset="2"/>
              <a:buChar char="Ø"/>
              <a:defRPr/>
            </a:pPr>
            <a:r>
              <a:rPr lang="en-US" dirty="0">
                <a:solidFill>
                  <a:srgbClr val="000000"/>
                </a:solidFill>
                <a:ea typeface="Cambria Math" panose="02040503050406030204" pitchFamily="18" charset="0"/>
                <a:cs typeface="Arial" panose="020B0604020202020204" pitchFamily="34" charset="0"/>
              </a:rPr>
              <a:t>How do solar panels produce electricity from light and LEDs produce light from electricity?</a:t>
            </a:r>
          </a:p>
          <a:p>
            <a:pPr marL="214313" lvl="0" indent="-214313" fontAlgn="base">
              <a:spcBef>
                <a:spcPct val="0"/>
              </a:spcBef>
              <a:spcAft>
                <a:spcPct val="0"/>
              </a:spcAft>
              <a:buFont typeface="Wingdings" panose="05000000000000000000" pitchFamily="2" charset="2"/>
              <a:buChar char="Ø"/>
              <a:defRPr/>
            </a:pPr>
            <a:endParaRPr lang="en-US" dirty="0">
              <a:solidFill>
                <a:srgbClr val="000000"/>
              </a:solidFill>
              <a:ea typeface="Cambria Math" panose="02040503050406030204" pitchFamily="18" charset="0"/>
              <a:cs typeface="Arial" panose="020B0604020202020204" pitchFamily="34" charset="0"/>
            </a:endParaRP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lang="en-US" dirty="0">
                <a:solidFill>
                  <a:prstClr val="black"/>
                </a:solidFill>
                <a:latin typeface="Cambria" panose="02040503050406030204"/>
                <a:ea typeface="Cambria Math" panose="02040503050406030204" pitchFamily="18" charset="0"/>
                <a:cs typeface="Arial" panose="020B0604020202020204" pitchFamily="34" charset="0"/>
              </a:rPr>
              <a:t>How does a semiconductor diode work and what are some common diode applications?</a:t>
            </a:r>
            <a:endParaRPr kumimoji="0" lang="en-US" sz="1800" b="0" i="0" u="none" strike="noStrike" kern="1200" cap="none" spc="0" normalizeH="0" baseline="0" noProof="0" dirty="0">
              <a:ln>
                <a:noFill/>
              </a:ln>
              <a:solidFill>
                <a:prstClr val="black"/>
              </a:solidFill>
              <a:effectLst/>
              <a:uLnTx/>
              <a:uFillTx/>
              <a:latin typeface="Cambria" panose="02040503050406030204"/>
              <a:ea typeface="Cambria Math" panose="02040503050406030204" pitchFamily="18" charset="0"/>
              <a:cs typeface="Arial" panose="020B0604020202020204" pitchFamily="34" charset="0"/>
            </a:endParaRP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14313" indent="-214313" fontAlgn="base">
              <a:spcBef>
                <a:spcPct val="0"/>
              </a:spcBef>
              <a:spcAft>
                <a:spcPct val="0"/>
              </a:spcAft>
              <a:buFont typeface="Wingdings" panose="05000000000000000000" pitchFamily="2" charset="2"/>
              <a:buChar char="Ø"/>
              <a:defRPr/>
            </a:pPr>
            <a:r>
              <a:rPr lang="en-US" dirty="0">
                <a:solidFill>
                  <a:prstClr val="black"/>
                </a:solidFill>
                <a:ea typeface="Cambria Math" panose="02040503050406030204" pitchFamily="18" charset="0"/>
                <a:cs typeface="Arial" panose="020B0604020202020204" pitchFamily="34" charset="0"/>
              </a:rPr>
              <a:t>How does a semiconductor transistor work and what are some common applications?</a:t>
            </a: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lang="en-US" dirty="0">
                <a:solidFill>
                  <a:srgbClr val="000000"/>
                </a:solidFill>
                <a:latin typeface="Cambria" panose="02040503050406030204"/>
                <a:ea typeface="Cambria Math" panose="02040503050406030204" pitchFamily="18" charset="0"/>
                <a:cs typeface="Arial" panose="020B0604020202020204" pitchFamily="34" charset="0"/>
              </a:rPr>
              <a:t>How do op-amps keep </a:t>
            </a:r>
            <a:r>
              <a:rPr lang="en-US" dirty="0" err="1">
                <a:solidFill>
                  <a:srgbClr val="000000"/>
                </a:solidFill>
                <a:latin typeface="Cambria" panose="02040503050406030204"/>
                <a:ea typeface="Cambria Math" panose="02040503050406030204" pitchFamily="18" charset="0"/>
                <a:cs typeface="Arial" panose="020B0604020202020204" pitchFamily="34" charset="0"/>
              </a:rPr>
              <a:t>V</a:t>
            </a:r>
            <a:r>
              <a:rPr lang="en-US" baseline="-25000" dirty="0" err="1">
                <a:solidFill>
                  <a:srgbClr val="000000"/>
                </a:solidFill>
                <a:latin typeface="Cambria" panose="02040503050406030204"/>
                <a:ea typeface="Cambria Math" panose="02040503050406030204" pitchFamily="18" charset="0"/>
                <a:cs typeface="Arial" panose="020B0604020202020204" pitchFamily="34" charset="0"/>
              </a:rPr>
              <a:t>minus</a:t>
            </a:r>
            <a:r>
              <a:rPr lang="en-US" dirty="0">
                <a:solidFill>
                  <a:srgbClr val="000000"/>
                </a:solidFill>
                <a:latin typeface="Cambria" panose="02040503050406030204"/>
                <a:ea typeface="Cambria Math" panose="02040503050406030204" pitchFamily="18" charset="0"/>
                <a:cs typeface="Arial" panose="020B0604020202020204" pitchFamily="34" charset="0"/>
              </a:rPr>
              <a:t> = </a:t>
            </a:r>
            <a:r>
              <a:rPr lang="en-US" dirty="0" err="1">
                <a:solidFill>
                  <a:srgbClr val="000000"/>
                </a:solidFill>
                <a:latin typeface="Cambria" panose="02040503050406030204"/>
                <a:ea typeface="Cambria Math" panose="02040503050406030204" pitchFamily="18" charset="0"/>
                <a:cs typeface="Arial" panose="020B0604020202020204" pitchFamily="34" charset="0"/>
              </a:rPr>
              <a:t>V</a:t>
            </a:r>
            <a:r>
              <a:rPr lang="en-US" baseline="-25000" dirty="0" err="1">
                <a:solidFill>
                  <a:srgbClr val="000000"/>
                </a:solidFill>
                <a:latin typeface="Cambria" panose="02040503050406030204"/>
                <a:ea typeface="Cambria Math" panose="02040503050406030204" pitchFamily="18" charset="0"/>
                <a:cs typeface="Arial" panose="020B0604020202020204" pitchFamily="34" charset="0"/>
              </a:rPr>
              <a:t>plus</a:t>
            </a:r>
            <a:r>
              <a:rPr lang="en-US" dirty="0">
                <a:solidFill>
                  <a:srgbClr val="000000"/>
                </a:solidFill>
                <a:latin typeface="Cambria" panose="02040503050406030204"/>
                <a:ea typeface="Cambria Math" panose="02040503050406030204" pitchFamily="18" charset="0"/>
                <a:cs typeface="Arial" panose="020B0604020202020204" pitchFamily="34" charset="0"/>
              </a:rPr>
              <a:t> when negative feedback is incorporated?</a:t>
            </a: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14313" indent="-214313" fontAlgn="base">
              <a:spcBef>
                <a:spcPct val="0"/>
              </a:spcBef>
              <a:spcAft>
                <a:spcPct val="0"/>
              </a:spcAft>
              <a:buFont typeface="Wingdings" panose="05000000000000000000" pitchFamily="2" charset="2"/>
              <a:buChar char="Ø"/>
              <a:defRPr/>
            </a:pPr>
            <a:r>
              <a:rPr lang="en-US" dirty="0">
                <a:solidFill>
                  <a:srgbClr val="000000"/>
                </a:solidFill>
                <a:ea typeface="Cambria Math" panose="02040503050406030204" pitchFamily="18" charset="0"/>
                <a:cs typeface="Arial" panose="020B0604020202020204" pitchFamily="34" charset="0"/>
              </a:rPr>
              <a:t>How are common CMOS digital logic gates implemented at the transistor level?</a:t>
            </a:r>
          </a:p>
          <a:p>
            <a:pPr marL="214313" indent="-214313" fontAlgn="base">
              <a:spcBef>
                <a:spcPct val="0"/>
              </a:spcBef>
              <a:spcAft>
                <a:spcPct val="0"/>
              </a:spcAft>
              <a:buFont typeface="Wingdings" panose="05000000000000000000" pitchFamily="2" charset="2"/>
              <a:buChar char="Ø"/>
              <a:defRPr/>
            </a:pPr>
            <a:endParaRPr lang="en-US" dirty="0">
              <a:solidFill>
                <a:srgbClr val="000000"/>
              </a:solidFill>
              <a:ea typeface="Cambria Math" panose="02040503050406030204" pitchFamily="18" charset="0"/>
              <a:cs typeface="Arial" panose="020B0604020202020204" pitchFamily="34" charset="0"/>
            </a:endParaRPr>
          </a:p>
          <a:p>
            <a:pPr marL="214313" indent="-214313" fontAlgn="base">
              <a:spcBef>
                <a:spcPct val="0"/>
              </a:spcBef>
              <a:spcAft>
                <a:spcPct val="0"/>
              </a:spcAft>
              <a:buFont typeface="Wingdings" panose="05000000000000000000" pitchFamily="2" charset="2"/>
              <a:buChar char="Ø"/>
              <a:defRPr/>
            </a:pPr>
            <a:r>
              <a:rPr lang="en-US" dirty="0">
                <a:solidFill>
                  <a:srgbClr val="000000"/>
                </a:solidFill>
                <a:ea typeface="Cambria Math" panose="02040503050406030204" pitchFamily="18" charset="0"/>
                <a:cs typeface="Arial" panose="020B0604020202020204" pitchFamily="34" charset="0"/>
              </a:rPr>
              <a:t>Do I need to understand diodes, transistors and op-amps if I am a Computer Engineer?</a:t>
            </a: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Only if you want to be a good Computer </a:t>
            </a:r>
            <a:r>
              <a:rPr lang="en-US" dirty="0">
                <a:solidFill>
                  <a:srgbClr val="000000"/>
                </a:solidFill>
                <a:latin typeface="Cambria" panose="02040503050406030204"/>
                <a:ea typeface="Cambria Math" panose="02040503050406030204" pitchFamily="18" charset="0"/>
                <a:cs typeface="Arial" panose="020B0604020202020204" pitchFamily="34" charset="0"/>
              </a:rPr>
              <a:t>E</a:t>
            </a:r>
            <a:r>
              <a:rPr kumimoji="0" lang="en-US" sz="1800" b="0" i="0" u="none" strike="noStrike" kern="1200" cap="none" spc="0" normalizeH="0" baseline="0" noProof="0" dirty="0" err="1">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ngineer</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a:t>
            </a: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14313" marR="0" lvl="0" indent="-214313"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A basic understanding o</a:t>
            </a:r>
            <a:r>
              <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rPr>
              <a:t>f</a:t>
            </a:r>
            <a:r>
              <a:rPr kumimoji="0" lang="en-US" sz="1800" b="0" i="0"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semiconductor diodes,</a:t>
            </a:r>
            <a:r>
              <a:rPr kumimoji="0" lang="en-US" sz="1800" b="0" i="0" u="none" strike="noStrike" kern="0" cap="none" spc="0" normalizeH="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transistors and op-amps</a:t>
            </a:r>
            <a:r>
              <a:rPr kumimoji="0" lang="en-US" sz="1800" b="0" i="0"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is </a:t>
            </a:r>
            <a:r>
              <a:rPr lang="en-US" kern="0" dirty="0">
                <a:solidFill>
                  <a:prstClr val="black"/>
                </a:solidFill>
                <a:latin typeface="Cambria Math" panose="02040503050406030204" pitchFamily="18" charset="0"/>
                <a:ea typeface="Cambria Math" panose="02040503050406030204" pitchFamily="18" charset="0"/>
                <a:cs typeface="Arial" panose="020B0604020202020204" pitchFamily="34" charset="0"/>
              </a:rPr>
              <a:t>valuable</a:t>
            </a:r>
            <a:r>
              <a:rPr kumimoji="0" lang="en-US" sz="1800" b="0" i="0"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today, and in the foreseeable future.</a:t>
            </a:r>
          </a:p>
        </p:txBody>
      </p:sp>
    </p:spTree>
    <p:extLst>
      <p:ext uri="{BB962C8B-B14F-4D97-AF65-F5344CB8AC3E}">
        <p14:creationId xmlns:p14="http://schemas.microsoft.com/office/powerpoint/2010/main" val="562510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 calcmode="lin" valueType="num">
                                      <p:cBhvr additive="base">
                                        <p:cTn id="1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anim calcmode="lin" valueType="num">
                                      <p:cBhvr additive="base">
                                        <p:cTn id="2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anim calcmode="lin" valueType="num">
                                      <p:cBhvr additive="base">
                                        <p:cTn id="31"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12" end="12"/>
                                            </p:txEl>
                                          </p:spTgt>
                                        </p:tgtEl>
                                        <p:attrNameLst>
                                          <p:attrName>style.visibility</p:attrName>
                                        </p:attrNameLst>
                                      </p:cBhvr>
                                      <p:to>
                                        <p:strVal val="visible"/>
                                      </p:to>
                                    </p:set>
                                    <p:anim calcmode="lin" valueType="num">
                                      <p:cBhvr additive="base">
                                        <p:cTn id="37"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14" end="14"/>
                                            </p:txEl>
                                          </p:spTgt>
                                        </p:tgtEl>
                                        <p:attrNameLst>
                                          <p:attrName>style.visibility</p:attrName>
                                        </p:attrNameLst>
                                      </p:cBhvr>
                                      <p:to>
                                        <p:strVal val="visible"/>
                                      </p:to>
                                    </p:set>
                                    <p:anim calcmode="lin" valueType="num">
                                      <p:cBhvr additive="base">
                                        <p:cTn id="43"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16" end="16"/>
                                            </p:txEl>
                                          </p:spTgt>
                                        </p:tgtEl>
                                        <p:attrNameLst>
                                          <p:attrName>style.visibility</p:attrName>
                                        </p:attrNameLst>
                                      </p:cBhvr>
                                      <p:to>
                                        <p:strVal val="visible"/>
                                      </p:to>
                                    </p:set>
                                    <p:anim calcmode="lin" valueType="num">
                                      <p:cBhvr additive="base">
                                        <p:cTn id="49" dur="500" fill="hold"/>
                                        <p:tgtEl>
                                          <p:spTgt spid="5">
                                            <p:txEl>
                                              <p:pRg st="16" end="1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18" end="18"/>
                                            </p:txEl>
                                          </p:spTgt>
                                        </p:tgtEl>
                                        <p:attrNameLst>
                                          <p:attrName>style.visibility</p:attrName>
                                        </p:attrNameLst>
                                      </p:cBhvr>
                                      <p:to>
                                        <p:strVal val="visible"/>
                                      </p:to>
                                    </p:set>
                                    <p:anim calcmode="lin" valueType="num">
                                      <p:cBhvr additive="base">
                                        <p:cTn id="55" dur="500" fill="hold"/>
                                        <p:tgtEl>
                                          <p:spTgt spid="5">
                                            <p:txEl>
                                              <p:pRg st="18" end="1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1653" y="213339"/>
            <a:ext cx="9215577" cy="533400"/>
          </a:xfrm>
        </p:spPr>
        <p:txBody>
          <a:bodyPr>
            <a:noAutofit/>
          </a:bodyPr>
          <a:lstStyle/>
          <a:p>
            <a:pPr algn="ctr"/>
            <a:r>
              <a:rPr lang="en-US" sz="4000" dirty="0">
                <a:gradFill>
                  <a:gsLst>
                    <a:gs pos="14000">
                      <a:schemeClr val="accent5"/>
                    </a:gs>
                    <a:gs pos="64000">
                      <a:schemeClr val="tx2"/>
                    </a:gs>
                    <a:gs pos="100000">
                      <a:schemeClr val="tx2"/>
                    </a:gs>
                  </a:gsLst>
                  <a:lin ang="16200000" scaled="1"/>
                </a:gradFill>
                <a:cs typeface="Arial" panose="020B0604020202020204" pitchFamily="34" charset="0"/>
              </a:rPr>
              <a:t>ECEN 350 - DC Power Supply Project</a:t>
            </a:r>
          </a:p>
        </p:txBody>
      </p:sp>
      <p:pic>
        <p:nvPicPr>
          <p:cNvPr id="4" name="Picture 3" descr="A diagram of a circuit&#10;&#10;Description automatically generated">
            <a:extLst>
              <a:ext uri="{FF2B5EF4-FFF2-40B4-BE49-F238E27FC236}">
                <a16:creationId xmlns:a16="http://schemas.microsoft.com/office/drawing/2014/main" id="{8CBFF990-461D-2A2F-5F69-4DF47C6A5097}"/>
              </a:ext>
            </a:extLst>
          </p:cNvPr>
          <p:cNvPicPr>
            <a:picLocks noChangeAspect="1"/>
          </p:cNvPicPr>
          <p:nvPr/>
        </p:nvPicPr>
        <p:blipFill>
          <a:blip r:embed="rId2"/>
          <a:stretch>
            <a:fillRect/>
          </a:stretch>
        </p:blipFill>
        <p:spPr>
          <a:xfrm>
            <a:off x="966444" y="1261809"/>
            <a:ext cx="10536444" cy="4971040"/>
          </a:xfrm>
          <a:prstGeom prst="rect">
            <a:avLst/>
          </a:prstGeom>
        </p:spPr>
      </p:pic>
    </p:spTree>
    <p:extLst>
      <p:ext uri="{BB962C8B-B14F-4D97-AF65-F5344CB8AC3E}">
        <p14:creationId xmlns:p14="http://schemas.microsoft.com/office/powerpoint/2010/main" val="2718303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670823" y="-7767"/>
            <a:ext cx="6266704" cy="422433"/>
          </a:xfrm>
        </p:spPr>
        <p:txBody>
          <a:bodyPr/>
          <a:lstStyle/>
          <a:p>
            <a:r>
              <a:rPr lang="en-US" sz="4000" dirty="0"/>
              <a:t>Internship and Job Preparation</a:t>
            </a:r>
          </a:p>
        </p:txBody>
      </p:sp>
      <p:sp>
        <p:nvSpPr>
          <p:cNvPr id="5" name="Rectangle 4"/>
          <p:cNvSpPr/>
          <p:nvPr/>
        </p:nvSpPr>
        <p:spPr>
          <a:xfrm>
            <a:off x="207264" y="793806"/>
            <a:ext cx="11777472" cy="4801314"/>
          </a:xfrm>
          <a:prstGeom prst="rect">
            <a:avLst/>
          </a:prstGeom>
          <a:solidFill>
            <a:srgbClr val="FFFFFF"/>
          </a:solidFill>
          <a:ln w="55000" cap="flat" cmpd="thickThin" algn="ctr">
            <a:solidFill>
              <a:srgbClr val="FFC000"/>
            </a:solidFill>
            <a:prstDash val="solid"/>
          </a:ln>
          <a:effectLst/>
        </p:spPr>
        <p:txBody>
          <a:bodyPr wrap="square">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To aid in your landing an internship and a job, the following Canvas course titled 'CSE Majors’ has been developed to help your progress through various levels of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rediness</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r>
              <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rPr>
              <a:t>at: </a:t>
            </a:r>
            <a:r>
              <a:rPr kumimoji="0" lang="en-US" sz="1800" b="0" i="0" u="sng" strike="noStrike" kern="1200" cap="none" spc="0" normalizeH="0" baseline="0" noProof="0" dirty="0">
                <a:ln>
                  <a:noFill/>
                </a:ln>
                <a:solidFill>
                  <a:srgbClr val="FFFFFF"/>
                </a:solidFill>
                <a:effectLst/>
                <a:uLnTx/>
                <a:uFillTx/>
                <a:latin typeface="Cambria" panose="02040503050406030204"/>
                <a:ea typeface="+mn-ea"/>
                <a:cs typeface="+mn-cs"/>
                <a:hlinkClick r:id="rId3" tooltip="https://byui.instructure.com/courses/48558/modules"/>
              </a:rPr>
              <a:t>https://byui.instructure.com/courses/48558/modules</a:t>
            </a:r>
            <a:r>
              <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The levels correspond to where you should be based on your year in school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(i.e., you should be at Level 1 your freshman year, Level 2 your sophomore year,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and so forth). You will not be graded on the completion of levels and tasks in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this course, but it is in your best interest to make steady progress.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This course encourages the development of a Portfolio, in addition to a Resume.</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Portfolios include Presentations and Projects that you have completed that distinguishes you from other applicants.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Your Power Supply Project Report to be submitted at the end of this semester for this course would be a good item to add to your Portfolio, assuming you do good quality work on that project and the accompanying report.</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p:txBody>
      </p:sp>
      <p:pic>
        <p:nvPicPr>
          <p:cNvPr id="2" name="Picture 1" descr="A screenshot of a job search&#10;&#10;Description automatically generated">
            <a:extLst>
              <a:ext uri="{FF2B5EF4-FFF2-40B4-BE49-F238E27FC236}">
                <a16:creationId xmlns:a16="http://schemas.microsoft.com/office/drawing/2014/main" id="{80D8E277-CFA6-3113-13BB-3BFF78596C2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045682" y="1262880"/>
            <a:ext cx="2255520" cy="2712720"/>
          </a:xfrm>
          <a:prstGeom prst="rect">
            <a:avLst/>
          </a:prstGeom>
          <a:noFill/>
          <a:ln>
            <a:noFill/>
          </a:ln>
        </p:spPr>
      </p:pic>
    </p:spTree>
    <p:extLst>
      <p:ext uri="{BB962C8B-B14F-4D97-AF65-F5344CB8AC3E}">
        <p14:creationId xmlns:p14="http://schemas.microsoft.com/office/powerpoint/2010/main" val="1572005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9" end="9"/>
                                            </p:txEl>
                                          </p:spTgt>
                                        </p:tgtEl>
                                        <p:attrNameLst>
                                          <p:attrName>style.visibility</p:attrName>
                                        </p:attrNameLst>
                                      </p:cBhvr>
                                      <p:to>
                                        <p:strVal val="visible"/>
                                      </p:to>
                                    </p:set>
                                    <p:anim calcmode="lin" valueType="num">
                                      <p:cBhvr additive="base">
                                        <p:cTn id="7"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1" end="11"/>
                                            </p:txEl>
                                          </p:spTgt>
                                        </p:tgtEl>
                                        <p:attrNameLst>
                                          <p:attrName>style.visibility</p:attrName>
                                        </p:attrNameLst>
                                      </p:cBhvr>
                                      <p:to>
                                        <p:strVal val="visible"/>
                                      </p:to>
                                    </p:set>
                                    <p:anim calcmode="lin" valueType="num">
                                      <p:cBhvr additive="base">
                                        <p:cTn id="11"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1" end="1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13" end="13"/>
                                            </p:txEl>
                                          </p:spTgt>
                                        </p:tgtEl>
                                        <p:attrNameLst>
                                          <p:attrName>style.visibility</p:attrName>
                                        </p:attrNameLst>
                                      </p:cBhvr>
                                      <p:to>
                                        <p:strVal val="visible"/>
                                      </p:to>
                                    </p:set>
                                    <p:anim calcmode="lin" valueType="num">
                                      <p:cBhvr additive="base">
                                        <p:cTn id="15"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6612" y="-37010"/>
            <a:ext cx="8384219" cy="533400"/>
          </a:xfrm>
        </p:spPr>
        <p:txBody>
          <a:bodyPr>
            <a:noAutofit/>
          </a:bodyPr>
          <a:lstStyle/>
          <a:p>
            <a:pPr algn="ctr"/>
            <a:r>
              <a:rPr lang="en-US" sz="4000" dirty="0"/>
              <a:t>Voltage Divider </a:t>
            </a:r>
            <a:r>
              <a:rPr lang="en-US" sz="2800" dirty="0">
                <a:sym typeface="Wingdings" panose="05000000000000000000" pitchFamily="2" charset="2"/>
              </a:rPr>
              <a:t></a:t>
            </a:r>
            <a:r>
              <a:rPr lang="en-US" sz="4000" dirty="0"/>
              <a:t> General Case</a:t>
            </a:r>
          </a:p>
        </p:txBody>
      </p:sp>
      <mc:AlternateContent xmlns:mc="http://schemas.openxmlformats.org/markup-compatibility/2006" xmlns:a14="http://schemas.microsoft.com/office/drawing/2010/main">
        <mc:Choice Requires="a14">
          <p:sp>
            <p:nvSpPr>
              <p:cNvPr id="8" name="Rectangle 7"/>
              <p:cNvSpPr/>
              <p:nvPr/>
            </p:nvSpPr>
            <p:spPr>
              <a:xfrm>
                <a:off x="259976" y="564836"/>
                <a:ext cx="11672047" cy="6227089"/>
              </a:xfrm>
              <a:prstGeom prst="rect">
                <a:avLst/>
              </a:prstGeom>
              <a:solidFill>
                <a:schemeClr val="tx1">
                  <a:lumMod val="95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base" latinLnBrk="0" hangingPunct="1">
                  <a:lnSpc>
                    <a:spcPct val="100000"/>
                  </a:lnSpc>
                  <a:spcBef>
                    <a:spcPct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t>
                </a:r>
                <a:r>
                  <a:rPr lang="en-US" dirty="0">
                    <a:solidFill>
                      <a:srgbClr val="000000"/>
                    </a:solidFill>
                    <a:latin typeface="Cambria Math" panose="02040503050406030204" pitchFamily="18" charset="0"/>
                    <a:ea typeface="Cambria Math" panose="02040503050406030204" pitchFamily="18" charset="0"/>
                  </a:rPr>
                  <a:t>a</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series circuit all elements have the same current:</a:t>
                </a:r>
              </a:p>
              <a:p>
                <a:pPr marL="0" marR="0" lvl="0" indent="0" algn="l" defTabSz="914400" rtl="0" eaLnBrk="1" fontAlgn="base" latinLnBrk="0" hangingPunct="1">
                  <a:lnSpc>
                    <a:spcPct val="100000"/>
                  </a:lnSpc>
                  <a:spcBef>
                    <a:spcPct val="0"/>
                  </a:spcBef>
                  <a:spcAft>
                    <a:spcPts val="1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 =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/Req, where Req = R1 + R2 + R3 + R4 + R5 + R6 + R7.  </a:t>
                </a:r>
              </a:p>
              <a:p>
                <a:pPr marL="0" marR="0" lvl="0" indent="0" algn="l" defTabSz="914400" rtl="0" eaLnBrk="1" fontAlgn="base" latinLnBrk="0" hangingPunct="1">
                  <a:lnSpc>
                    <a:spcPct val="100000"/>
                  </a:lnSpc>
                  <a:spcBef>
                    <a:spcPct val="0"/>
                  </a:spcBef>
                  <a:spcAft>
                    <a:spcPts val="1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KVL - Algebraic sum of voltages around a closed path or loop equals zero.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KVL says that the sum of the voltage drops across the series r</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esistors</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 the adjacent series c</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ircuit</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equals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lvl="0" indent="-285750" fontAlgn="base">
                  <a:spcBef>
                    <a:spcPct val="0"/>
                  </a:spcBef>
                  <a:spcAft>
                    <a:spcPct val="0"/>
                  </a:spcAft>
                  <a:buFont typeface="Arial" panose="020B0604020202020204" pitchFamily="34" charset="0"/>
                  <a:buChar char="•"/>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 +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I(</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N</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for </a:t>
                </a:r>
                <a:r>
                  <a:rPr lang="en-US" dirty="0">
                    <a:solidFill>
                      <a:srgbClr val="000000"/>
                    </a:solidFill>
                    <a:latin typeface="Cambria Math" panose="02040503050406030204" pitchFamily="18" charset="0"/>
                    <a:ea typeface="Cambria Math" panose="02040503050406030204" pitchFamily="18" charset="0"/>
                  </a:rPr>
                  <a:t>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series resistors.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lvl="0" indent="-285750" fontAlgn="base">
                  <a:spcBef>
                    <a:spcPct val="0"/>
                  </a:spcBef>
                  <a:spcAft>
                    <a:spcPct val="0"/>
                  </a:spcAft>
                  <a:buFont typeface="Arial" panose="020B0604020202020204" pitchFamily="34" charset="0"/>
                  <a:buChar char="•"/>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voltage drop across any </a:t>
                </a:r>
                <a:r>
                  <a:rPr lang="en-US" dirty="0">
                    <a:solidFill>
                      <a:srgbClr val="000000"/>
                    </a:solidFill>
                    <a:latin typeface="Cambria Math" panose="02040503050406030204" pitchFamily="18" charset="0"/>
                    <a:ea typeface="Cambria Math" panose="02040503050406030204" pitchFamily="18" charset="0"/>
                  </a:rPr>
                  <a:t>individual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resistor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n</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in a series circuit equals the following: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I</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n</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lvl="0" fontAlgn="base">
                  <a:spcBef>
                    <a:spcPct val="0"/>
                  </a:spcBef>
                  <a:spcAft>
                    <a:spcPct val="0"/>
                  </a:spcAft>
                  <a:defRPr/>
                </a:pPr>
                <a14:m>
                  <m:oMathPara xmlns:m="http://schemas.openxmlformats.org/officeDocument/2006/math">
                    <m:oMathParaPr>
                      <m:jc m:val="center"/>
                    </m:oMathParaPr>
                    <m:oMath xmlns:m="http://schemas.openxmlformats.org/officeDocument/2006/math">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Rn</m:t>
                              </m:r>
                            </m:sub>
                          </m:sSub>
                        </m:num>
                        <m:den>
                          <m:r>
                            <m:rPr>
                              <m:nor/>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r>
                            <m:rPr>
                              <m:nor/>
                            </m:rPr>
                            <a:rPr kumimoji="0" lang="en-US" sz="1800" b="0" i="0" u="none" strike="noStrike" kern="1200" cap="none" spc="0" normalizeH="0" baseline="-2500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n</m:t>
                              </m:r>
                            </m:sub>
                          </m:sSub>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 …+</m:t>
                          </m:r>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i="0">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N</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n</m:t>
                              </m:r>
                            </m:sub>
                          </m:sSub>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N</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Rn</m:t>
                              </m:r>
                            </m:sub>
                          </m:sSub>
                        </m:num>
                        <m:den>
                          <m:r>
                            <m:rPr>
                              <m:nor/>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m:rPr>
                              <m:nor/>
                            </m:rP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m:t>in</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n</m:t>
                              </m:r>
                            </m:sub>
                          </m:sSub>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N</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lvl="0" fontAlgn="base">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Voltage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Divider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General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Case</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Rn</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nor/>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r>
                        <m:rPr>
                          <m:nor/>
                        </m:rP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m:t>in</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n</m:t>
                              </m:r>
                            </m:sub>
                          </m:sSub>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N</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lvl="0" indent="-285750" fontAlgn="base">
                  <a:spcBef>
                    <a:spcPct val="0"/>
                  </a:spcBef>
                  <a:spcAft>
                    <a:spcPct val="0"/>
                  </a:spcAft>
                  <a:buFont typeface="Arial" panose="020B0604020202020204" pitchFamily="34" charset="0"/>
                  <a:buChar char="•"/>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 given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value, we can generate the desired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value by choosing the appropriate </a:t>
                </a:r>
                <a14:m>
                  <m:oMath xmlns:m="http://schemas.openxmlformats.org/officeDocument/2006/math">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i="0">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n</m:t>
                            </m:r>
                          </m:sub>
                        </m:sSub>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 +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 + …+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N</m:t>
                            </m:r>
                          </m:sub>
                        </m:sSub>
                      </m:den>
                    </m:f>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ratio.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Hand held Digital Multimeters (DMMs) use a 5 element voltage divider to generate 5 input voltage ranges.</a:t>
                </a:r>
              </a:p>
            </p:txBody>
          </p:sp>
        </mc:Choice>
        <mc:Fallback xmlns="">
          <p:sp>
            <p:nvSpPr>
              <p:cNvPr id="8" name="Rectangle 7"/>
              <p:cNvSpPr>
                <a:spLocks noRot="1" noChangeAspect="1" noMove="1" noResize="1" noEditPoints="1" noAdjustHandles="1" noChangeArrowheads="1" noChangeShapeType="1" noTextEdit="1"/>
              </p:cNvSpPr>
              <p:nvPr/>
            </p:nvSpPr>
            <p:spPr>
              <a:xfrm>
                <a:off x="259976" y="564836"/>
                <a:ext cx="11672047" cy="6227089"/>
              </a:xfrm>
              <a:prstGeom prst="rect">
                <a:avLst/>
              </a:prstGeom>
              <a:blipFill>
                <a:blip r:embed="rId3"/>
                <a:stretch>
                  <a:fillRect l="-260" t="-291" b="-97"/>
                </a:stretch>
              </a:blipFill>
            </p:spPr>
            <p:txBody>
              <a:bodyPr/>
              <a:lstStyle/>
              <a:p>
                <a:r>
                  <a:rPr lang="en-US">
                    <a:noFill/>
                  </a:rPr>
                  <a:t> </a:t>
                </a:r>
              </a:p>
            </p:txBody>
          </p:sp>
        </mc:Fallback>
      </mc:AlternateContent>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00516" y="629073"/>
            <a:ext cx="4141863" cy="2022770"/>
          </a:xfrm>
          <a:prstGeom prst="rect">
            <a:avLst/>
          </a:prstGeom>
        </p:spPr>
      </p:pic>
    </p:spTree>
    <p:extLst>
      <p:ext uri="{BB962C8B-B14F-4D97-AF65-F5344CB8AC3E}">
        <p14:creationId xmlns:p14="http://schemas.microsoft.com/office/powerpoint/2010/main" val="2025862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anim calcmode="lin" valueType="num">
                                      <p:cBhvr additive="base">
                                        <p:cTn id="11"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anim calcmode="lin" valueType="num">
                                      <p:cBhvr additive="base">
                                        <p:cTn id="1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anim calcmode="lin" valueType="num">
                                      <p:cBhvr additive="base">
                                        <p:cTn id="19"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8" end="8"/>
                                            </p:txEl>
                                          </p:spTgt>
                                        </p:tgtEl>
                                        <p:attrNameLst>
                                          <p:attrName>style.visibility</p:attrName>
                                        </p:attrNameLst>
                                      </p:cBhvr>
                                      <p:to>
                                        <p:strVal val="visible"/>
                                      </p:to>
                                    </p:set>
                                    <p:anim calcmode="lin" valueType="num">
                                      <p:cBhvr additive="base">
                                        <p:cTn id="25"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8">
                                            <p:txEl>
                                              <p:pRg st="10" end="10"/>
                                            </p:txEl>
                                          </p:spTgt>
                                        </p:tgtEl>
                                        <p:attrNameLst>
                                          <p:attrName>style.visibility</p:attrName>
                                        </p:attrNameLst>
                                      </p:cBhvr>
                                      <p:to>
                                        <p:strVal val="visible"/>
                                      </p:to>
                                    </p:set>
                                    <p:anim calcmode="lin" valueType="num">
                                      <p:cBhvr additive="base">
                                        <p:cTn id="29"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8">
                                            <p:txEl>
                                              <p:pRg st="12" end="12"/>
                                            </p:txEl>
                                          </p:spTgt>
                                        </p:tgtEl>
                                        <p:attrNameLst>
                                          <p:attrName>style.visibility</p:attrName>
                                        </p:attrNameLst>
                                      </p:cBhvr>
                                      <p:to>
                                        <p:strVal val="visible"/>
                                      </p:to>
                                    </p:set>
                                    <p:anim calcmode="lin" valueType="num">
                                      <p:cBhvr additive="base">
                                        <p:cTn id="35"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8">
                                            <p:txEl>
                                              <p:pRg st="14" end="14"/>
                                            </p:txEl>
                                          </p:spTgt>
                                        </p:tgtEl>
                                        <p:attrNameLst>
                                          <p:attrName>style.visibility</p:attrName>
                                        </p:attrNameLst>
                                      </p:cBhvr>
                                      <p:to>
                                        <p:strVal val="visible"/>
                                      </p:to>
                                    </p:set>
                                    <p:anim calcmode="lin" valueType="num">
                                      <p:cBhvr additive="base">
                                        <p:cTn id="39" dur="500" fill="hold"/>
                                        <p:tgtEl>
                                          <p:spTgt spid="8">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8">
                                            <p:txEl>
                                              <p:pRg st="16" end="16"/>
                                            </p:txEl>
                                          </p:spTgt>
                                        </p:tgtEl>
                                        <p:attrNameLst>
                                          <p:attrName>style.visibility</p:attrName>
                                        </p:attrNameLst>
                                      </p:cBhvr>
                                      <p:to>
                                        <p:strVal val="visible"/>
                                      </p:to>
                                    </p:set>
                                    <p:anim calcmode="lin" valueType="num">
                                      <p:cBhvr additive="base">
                                        <p:cTn id="45" dur="500" fill="hold"/>
                                        <p:tgtEl>
                                          <p:spTgt spid="8">
                                            <p:txEl>
                                              <p:pRg st="16" end="1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8">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6612" y="-37010"/>
            <a:ext cx="8384219" cy="533400"/>
          </a:xfrm>
        </p:spPr>
        <p:txBody>
          <a:bodyPr>
            <a:noAutofit/>
          </a:bodyPr>
          <a:lstStyle/>
          <a:p>
            <a:pPr algn="ctr"/>
            <a:r>
              <a:rPr lang="en-US" sz="4000" dirty="0"/>
              <a:t>Voltage Divider </a:t>
            </a:r>
            <a:r>
              <a:rPr lang="en-US" sz="2800" dirty="0">
                <a:sym typeface="Wingdings" panose="05000000000000000000" pitchFamily="2" charset="2"/>
              </a:rPr>
              <a:t></a:t>
            </a:r>
            <a:r>
              <a:rPr lang="en-US" sz="4000" dirty="0"/>
              <a:t> Two Resistors</a:t>
            </a:r>
          </a:p>
        </p:txBody>
      </p:sp>
      <mc:AlternateContent xmlns:mc="http://schemas.openxmlformats.org/markup-compatibility/2006" xmlns:a14="http://schemas.microsoft.com/office/drawing/2010/main">
        <mc:Choice Requires="a14">
          <p:sp>
            <p:nvSpPr>
              <p:cNvPr id="8" name="Rectangle 7"/>
              <p:cNvSpPr/>
              <p:nvPr/>
            </p:nvSpPr>
            <p:spPr>
              <a:xfrm>
                <a:off x="259976" y="636553"/>
                <a:ext cx="11672047" cy="5706562"/>
              </a:xfrm>
              <a:prstGeom prst="rect">
                <a:avLst/>
              </a:prstGeom>
              <a:solidFill>
                <a:schemeClr val="tx1">
                  <a:lumMod val="95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pPr lvl="1" fontAlgn="base">
                  <a:spcBef>
                    <a:spcPct val="0"/>
                  </a:spcBef>
                  <a:spcAft>
                    <a:spcPct val="0"/>
                  </a:spcAf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Voltage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Divider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General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Case</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Rn</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nor/>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r>
                        <m:rPr>
                          <m:nor/>
                        </m:rP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m:t>in</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n</m:t>
                              </m:r>
                            </m:sub>
                          </m:sSub>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N</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dirty="0">
                    <a:solidFill>
                      <a:srgbClr val="000000"/>
                    </a:solidFill>
                    <a:latin typeface="Cambria Math" panose="02040503050406030204" pitchFamily="18" charset="0"/>
                    <a:ea typeface="Cambria Math" panose="02040503050406030204" pitchFamily="18" charset="0"/>
                  </a:rPr>
                  <a:t>We can view</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the above formula for series resistor circuits in terms of </a:t>
                </a:r>
              </a:p>
              <a:p>
                <a:pPr marR="0" lvl="0" algn="l" defTabSz="914400" rtl="0" eaLnBrk="1" fontAlgn="base" latinLnBrk="0" hangingPunct="1">
                  <a:lnSpc>
                    <a:spcPct val="100000"/>
                  </a:lnSpc>
                  <a:spcBef>
                    <a:spcPct val="0"/>
                  </a:spcBef>
                  <a:spcAft>
                    <a:spcPct val="0"/>
                  </a:spcAft>
                  <a:buClrTx/>
                  <a:buSzTx/>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percentages, with the total voltage drop across all of the resistors having to add </a:t>
                </a:r>
              </a:p>
              <a:p>
                <a:pPr marR="0" lvl="0" algn="l" defTabSz="914400" rtl="0" eaLnBrk="1" fontAlgn="base" latinLnBrk="0" hangingPunct="1">
                  <a:lnSpc>
                    <a:spcPct val="100000"/>
                  </a:lnSpc>
                  <a:spcBef>
                    <a:spcPct val="0"/>
                  </a:spcBef>
                  <a:spcAft>
                    <a:spcPct val="0"/>
                  </a:spcAft>
                  <a:buClrTx/>
                  <a:buSzTx/>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up to 100% of </a:t>
                </a:r>
                <a:r>
                  <a:rPr kumimoji="0" lang="en-US" sz="1800" b="0" i="0" u="none" strike="noStrike" kern="1200" cap="none" spc="0" normalizeH="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applied voltage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457200" marR="0" lvl="1"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Two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Resistor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Voltage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Divider</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out</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nor/>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r>
                        <m:rPr>
                          <m:nor/>
                        </m:rP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m:t>in</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3200400" marR="0" lvl="7"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nor/>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m:t>
                          </m:r>
                          <m:r>
                            <m:rPr>
                              <m:nor/>
                            </m:rP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m:t>out</m:t>
                          </m:r>
                        </m:num>
                        <m:den>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V</m:t>
                          </m:r>
                          <m:r>
                            <m:rPr>
                              <m:nor/>
                            </m:rP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m:t>in</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Voltage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Divider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Ratio</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 given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value, we can generate the desired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out</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value by choosing the appropriate </a:t>
                </a:r>
                <a14:m>
                  <m:oMath xmlns:m="http://schemas.openxmlformats.org/officeDocument/2006/math">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den>
                    </m:f>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ratio.</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Voltage dividers are commonly used to generate precision voltages from a reference voltage.</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voltage divider formulas only applies for series circuits, which for the above circuit implies that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I</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out</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equals 0 A.</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lang="en-US" dirty="0">
                  <a:solidFill>
                    <a:srgbClr val="000000"/>
                  </a:solidFill>
                  <a:latin typeface="Cambria Math" panose="02040503050406030204" pitchFamily="18" charset="0"/>
                  <a:ea typeface="Cambria Math" panose="02040503050406030204" pitchFamily="18"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a:t>
                </a:r>
                <a:r>
                  <a:rPr kumimoji="0" lang="en-US" sz="1800" b="0" i="0" u="none" strike="noStrike" kern="1200" cap="none" spc="0" normalizeH="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Two Resistor Voltage Divider formula is used throughout this course.</a:t>
                </a: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8" name="Rectangle 7"/>
              <p:cNvSpPr>
                <a:spLocks noRot="1" noChangeAspect="1" noMove="1" noResize="1" noEditPoints="1" noAdjustHandles="1" noChangeArrowheads="1" noChangeShapeType="1" noTextEdit="1"/>
              </p:cNvSpPr>
              <p:nvPr/>
            </p:nvSpPr>
            <p:spPr>
              <a:xfrm>
                <a:off x="259976" y="636553"/>
                <a:ext cx="11672047" cy="5706562"/>
              </a:xfrm>
              <a:prstGeom prst="rect">
                <a:avLst/>
              </a:prstGeom>
              <a:blipFill>
                <a:blip r:embed="rId3"/>
                <a:stretch>
                  <a:fillRect l="-260" b="-10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1DA5DDC-A16E-4F81-9280-5F0A3B8544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46689" y="705285"/>
            <a:ext cx="3406316" cy="2315819"/>
          </a:xfrm>
          <a:prstGeom prst="rect">
            <a:avLst/>
          </a:prstGeom>
        </p:spPr>
      </p:pic>
    </p:spTree>
    <p:extLst>
      <p:ext uri="{BB962C8B-B14F-4D97-AF65-F5344CB8AC3E}">
        <p14:creationId xmlns:p14="http://schemas.microsoft.com/office/powerpoint/2010/main" val="61009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anim calcmode="lin" valueType="num">
                                      <p:cBhvr additive="base">
                                        <p:cTn id="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8" end="8"/>
                                            </p:txEl>
                                          </p:spTgt>
                                        </p:tgtEl>
                                        <p:attrNameLst>
                                          <p:attrName>style.visibility</p:attrName>
                                        </p:attrNameLst>
                                      </p:cBhvr>
                                      <p:to>
                                        <p:strVal val="visible"/>
                                      </p:to>
                                    </p:set>
                                    <p:anim calcmode="lin" valueType="num">
                                      <p:cBhvr additive="base">
                                        <p:cTn id="11"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10" end="10"/>
                                            </p:txEl>
                                          </p:spTgt>
                                        </p:tgtEl>
                                        <p:attrNameLst>
                                          <p:attrName>style.visibility</p:attrName>
                                        </p:attrNameLst>
                                      </p:cBhvr>
                                      <p:to>
                                        <p:strVal val="visible"/>
                                      </p:to>
                                    </p:set>
                                    <p:anim calcmode="lin" valueType="num">
                                      <p:cBhvr additive="base">
                                        <p:cTn id="15"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12" end="12"/>
                                            </p:txEl>
                                          </p:spTgt>
                                        </p:tgtEl>
                                        <p:attrNameLst>
                                          <p:attrName>style.visibility</p:attrName>
                                        </p:attrNameLst>
                                      </p:cBhvr>
                                      <p:to>
                                        <p:strVal val="visible"/>
                                      </p:to>
                                    </p:set>
                                    <p:anim calcmode="lin" valueType="num">
                                      <p:cBhvr additive="base">
                                        <p:cTn id="21"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xEl>
                                              <p:pRg st="14" end="14"/>
                                            </p:txEl>
                                          </p:spTgt>
                                        </p:tgtEl>
                                        <p:attrNameLst>
                                          <p:attrName>style.visibility</p:attrName>
                                        </p:attrNameLst>
                                      </p:cBhvr>
                                      <p:to>
                                        <p:strVal val="visible"/>
                                      </p:to>
                                    </p:set>
                                    <p:anim calcmode="lin" valueType="num">
                                      <p:cBhvr additive="base">
                                        <p:cTn id="27" dur="500" fill="hold"/>
                                        <p:tgtEl>
                                          <p:spTgt spid="8">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
                                            <p:txEl>
                                              <p:pRg st="16" end="16"/>
                                            </p:txEl>
                                          </p:spTgt>
                                        </p:tgtEl>
                                        <p:attrNameLst>
                                          <p:attrName>style.visibility</p:attrName>
                                        </p:attrNameLst>
                                      </p:cBhvr>
                                      <p:to>
                                        <p:strVal val="visible"/>
                                      </p:to>
                                    </p:set>
                                    <p:anim calcmode="lin" valueType="num">
                                      <p:cBhvr additive="base">
                                        <p:cTn id="33" dur="500" fill="hold"/>
                                        <p:tgtEl>
                                          <p:spTgt spid="8">
                                            <p:txEl>
                                              <p:pRg st="16" end="1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1927" y="0"/>
            <a:ext cx="8558051" cy="533400"/>
          </a:xfrm>
        </p:spPr>
        <p:txBody>
          <a:bodyPr>
            <a:noAutofit/>
          </a:bodyPr>
          <a:lstStyle/>
          <a:p>
            <a:pPr algn="ctr"/>
            <a:r>
              <a:rPr lang="en-US" sz="4000" dirty="0"/>
              <a:t>Voltage Divider and Follower Application</a:t>
            </a:r>
          </a:p>
        </p:txBody>
      </p:sp>
      <mc:AlternateContent xmlns:mc="http://schemas.openxmlformats.org/markup-compatibility/2006" xmlns:a14="http://schemas.microsoft.com/office/drawing/2010/main">
        <mc:Choice Requires="a14">
          <p:sp>
            <p:nvSpPr>
              <p:cNvPr id="8" name="Rectangle 7"/>
              <p:cNvSpPr/>
              <p:nvPr/>
            </p:nvSpPr>
            <p:spPr>
              <a:xfrm>
                <a:off x="172015" y="677935"/>
                <a:ext cx="11869093" cy="6100966"/>
              </a:xfrm>
              <a:prstGeom prst="rect">
                <a:avLst/>
              </a:prstGeom>
              <a:solidFill>
                <a:schemeClr val="tx1">
                  <a:lumMod val="95000"/>
                </a:schemeClr>
              </a:solidFill>
              <a:ln w="38100" cmpd="thickThin">
                <a:solidFill>
                  <a:schemeClr val="accent1"/>
                </a:solidFill>
              </a:ln>
            </p:spPr>
            <p:txBody>
              <a:bodyPr wrap="square">
                <a:spAutoFit/>
              </a:bodyPr>
              <a:lstStyle/>
              <a:p>
                <a:pPr marL="514350" marR="0" lvl="0" indent="-2857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Monitor</a:t>
                </a:r>
                <a:r>
                  <a:rPr kumimoji="0" lang="en-US" sz="1800" b="0" i="0" u="none" strike="noStrike" kern="1200" cap="none" spc="0" normalizeH="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the voltage of</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a 12 V battery with a microcontroller </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having</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0 to 5 V ADC input range.</a:t>
                </a:r>
              </a:p>
              <a:p>
                <a:pPr marL="228600" marR="0" lvl="0" indent="0" algn="l" defTabSz="914400" rtl="0" eaLnBrk="1" fontAlgn="auto" latinLnBrk="0" hangingPunct="1">
                  <a:lnSpc>
                    <a:spcPct val="107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514350" marR="0" lvl="0" indent="-2857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The voltage divider relationship applies when the current </a:t>
                </a:r>
              </a:p>
              <a:p>
                <a:pPr marL="228600" marR="0" lvl="0" indent="0" algn="l" defTabSz="914400" rtl="0" eaLnBrk="1" fontAlgn="auto"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in the top resistor equals the current in the bottom resistor,</a:t>
                </a:r>
              </a:p>
              <a:p>
                <a:pPr marL="228600" marR="0" lvl="0" indent="0" algn="l" defTabSz="914400" rtl="0" eaLnBrk="1" fontAlgn="auto"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meaning that it applies only for series circuits. Hence, we want</a:t>
                </a:r>
              </a:p>
              <a:p>
                <a:pPr marL="228600" marR="0" lvl="0" indent="0" algn="l" defTabSz="914400" rtl="0" eaLnBrk="1" fontAlgn="auto"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to sense voltage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a</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without taking any current from node V</a:t>
                </a:r>
                <a:r>
                  <a:rPr kumimoji="0" lang="en-US" sz="1800" b="0" i="0" u="none" strike="noStrike" kern="120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a</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p>
              <a:p>
                <a:pPr marL="228600" marR="0" lvl="0" indent="0" algn="l" defTabSz="914400" rtl="0" eaLnBrk="1" fontAlgn="auto"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The adjacent voltage follower amplifier does just that, sensing </a:t>
                </a:r>
              </a:p>
              <a:p>
                <a:pPr marL="228600" marR="0" lvl="0" indent="0" algn="l" defTabSz="914400" rtl="0" eaLnBrk="1" fontAlgn="auto"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the voltage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a</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without requiring any input current, so I</a:t>
                </a:r>
                <a:r>
                  <a:rPr kumimoji="0" lang="en-US" sz="1800" b="0" i="0" u="none" strike="noStrike" kern="120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R1</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 I</a:t>
                </a:r>
                <a:r>
                  <a:rPr kumimoji="0" lang="en-US" sz="1800" b="0" i="0" u="none" strike="noStrike" kern="120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R2</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p>
              <a:p>
                <a:pPr marL="228600" marR="0" lvl="0" indent="0" algn="l" defTabSz="914400" rtl="0" eaLnBrk="1" fontAlgn="auto"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The voltage follower is said to buffer the voltage d</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ivider</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output. </a:t>
                </a:r>
              </a:p>
              <a:p>
                <a:pPr marL="228600" marR="0" lvl="0" indent="0" algn="l" defTabSz="914400" rtl="0" eaLnBrk="1" fontAlgn="auto"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For the adjacent circuit assuming an ideal op-amp, calculate the </a:t>
                </a:r>
              </a:p>
              <a:p>
                <a:pPr marL="228600" marR="0" lvl="0" indent="0" algn="l" defTabSz="914400" rtl="0" eaLnBrk="1" fontAlgn="auto" latinLnBrk="0" hangingPunct="1">
                  <a:lnSpc>
                    <a:spcPct val="107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output voltage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out</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For</m:t>
                    </m:r>
                    <m: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voltage</m:t>
                    </m:r>
                    <m: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follower</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V</m:t>
                        </m:r>
                      </m:e>
                      <m:sub>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out</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V</m:t>
                        </m:r>
                      </m:e>
                      <m:sub>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a</m:t>
                        </m:r>
                      </m:sub>
                    </m:sSub>
                    <m:r>
                      <a:rPr kumimoji="0" lang="en-US" sz="1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f>
                      <m:f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14 </m:t>
                            </m:r>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V</m:t>
                            </m:r>
                          </m:e>
                        </m:d>
                        <m:r>
                          <m:rPr>
                            <m:sty m:val="p"/>
                          </m:rPr>
                          <a:rPr kumimoji="0" lang="en-US" sz="1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R</m:t>
                        </m:r>
                        <m: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2</m:t>
                        </m:r>
                      </m:num>
                      <m:den>
                        <m:r>
                          <m:rPr>
                            <m:sty m:val="p"/>
                          </m:rPr>
                          <a:rPr kumimoji="0" lang="en-US" sz="1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R</m:t>
                        </m:r>
                        <m:r>
                          <a:rPr kumimoji="0" lang="en-US" sz="1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m:t>
                        </m:r>
                        <m:r>
                          <m:rPr>
                            <m:sty m:val="p"/>
                          </m:rPr>
                          <a:rPr kumimoji="0" lang="en-US" sz="1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R</m:t>
                        </m:r>
                        <m: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2</m:t>
                        </m:r>
                      </m:den>
                    </m:f>
                    <m: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14</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 </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V</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)(10 </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k</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Ω)</m:t>
                        </m:r>
                      </m:num>
                      <m:den>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28</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 </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k</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Ω</m:t>
                        </m:r>
                      </m:den>
                    </m:f>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=5.00 </m:t>
                    </m:r>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V</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V</m:t>
                        </m:r>
                      </m:e>
                      <m:sub>
                        <m:r>
                          <m:rPr>
                            <m:sty m:val="p"/>
                          </m:rPr>
                          <a:rPr kumimoji="0" lang="en-US" sz="1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out</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=5.00 </m:t>
                    </m:r>
                    <m:r>
                      <m:rPr>
                        <m:sty m:val="p"/>
                      </m:rPr>
                      <a:rPr kumimoji="0" lang="en-US" sz="1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V</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The voltage follower op-amp buffers the voltage divider output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a</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 providing an output voltage equal to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a</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 even when driving a modest load resistor.</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Ideal op-amps have zero output resistance, i.e., are ideal voltage sources.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Practical op-amps with negative feedback have small (&lt;10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Ω</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 output resistance, but can only provide up to 10 to 20 mA output current.</a:t>
                </a:r>
                <a:r>
                  <a:rPr kumimoji="0" lang="en-US" sz="1800" b="0" i="0" u="none" strike="noStrike" kern="1200" cap="none" spc="0" normalizeH="0" baseline="0" noProof="0" dirty="0">
                    <a:ln>
                      <a:noFill/>
                    </a:ln>
                    <a:solidFill>
                      <a:srgbClr val="2E74B5"/>
                    </a:solidFill>
                    <a:effectLst/>
                    <a:uLnTx/>
                    <a:uFillTx/>
                    <a:latin typeface="Cambria Math" panose="02040503050406030204" pitchFamily="18" charset="0"/>
                    <a:ea typeface="Calibri" panose="020F0502020204030204" pitchFamily="34" charset="0"/>
                    <a:cs typeface="Arial" panose="020B0604020202020204" pitchFamily="34" charset="0"/>
                  </a:rPr>
                  <a:t>	</a:t>
                </a: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172015" y="677935"/>
                <a:ext cx="11869093" cy="6100966"/>
              </a:xfrm>
              <a:prstGeom prst="rect">
                <a:avLst/>
              </a:prstGeom>
              <a:blipFill>
                <a:blip r:embed="rId2"/>
                <a:stretch>
                  <a:fillRect l="-154" t="-298" r="-358" b="-298"/>
                </a:stretch>
              </a:blipFill>
              <a:ln w="38100" cmpd="thickThin">
                <a:solidFill>
                  <a:schemeClr val="accent1"/>
                </a:solidFill>
              </a:ln>
            </p:spPr>
            <p:txBody>
              <a:bodyPr/>
              <a:lstStyle/>
              <a:p>
                <a:r>
                  <a:rPr lang="en-US">
                    <a:noFill/>
                  </a:rPr>
                  <a:t> </a:t>
                </a:r>
              </a:p>
            </p:txBody>
          </p:sp>
        </mc:Fallback>
      </mc:AlternateContent>
      <p:grpSp>
        <p:nvGrpSpPr>
          <p:cNvPr id="7" name="Group 6">
            <a:extLst>
              <a:ext uri="{FF2B5EF4-FFF2-40B4-BE49-F238E27FC236}">
                <a16:creationId xmlns:a16="http://schemas.microsoft.com/office/drawing/2014/main" id="{59339541-E116-4ACF-BC5A-5EA6FE5F6811}"/>
              </a:ext>
            </a:extLst>
          </p:cNvPr>
          <p:cNvGrpSpPr/>
          <p:nvPr/>
        </p:nvGrpSpPr>
        <p:grpSpPr>
          <a:xfrm>
            <a:off x="7109011" y="1086382"/>
            <a:ext cx="4755709" cy="2876019"/>
            <a:chOff x="6977456" y="754687"/>
            <a:chExt cx="4950017" cy="3113561"/>
          </a:xfrm>
        </p:grpSpPr>
        <p:pic>
          <p:nvPicPr>
            <p:cNvPr id="5" name="Picture 4">
              <a:extLst>
                <a:ext uri="{FF2B5EF4-FFF2-40B4-BE49-F238E27FC236}">
                  <a16:creationId xmlns:a16="http://schemas.microsoft.com/office/drawing/2014/main" id="{09EEC6CF-9331-48D1-835A-8DD765ED2DEB}"/>
                </a:ext>
              </a:extLst>
            </p:cNvPr>
            <p:cNvPicPr>
              <a:picLocks noChangeAspect="1"/>
            </p:cNvPicPr>
            <p:nvPr/>
          </p:nvPicPr>
          <p:blipFill>
            <a:blip r:embed="rId3"/>
            <a:stretch>
              <a:fillRect/>
            </a:stretch>
          </p:blipFill>
          <p:spPr>
            <a:xfrm>
              <a:off x="6977456" y="754687"/>
              <a:ext cx="4950017" cy="3113561"/>
            </a:xfrm>
            <a:prstGeom prst="rect">
              <a:avLst/>
            </a:prstGeom>
          </p:spPr>
        </p:pic>
        <p:cxnSp>
          <p:nvCxnSpPr>
            <p:cNvPr id="6" name="Straight Arrow Connector 5">
              <a:extLst>
                <a:ext uri="{FF2B5EF4-FFF2-40B4-BE49-F238E27FC236}">
                  <a16:creationId xmlns:a16="http://schemas.microsoft.com/office/drawing/2014/main" id="{DF703E1B-0013-4060-9A07-64ACCC0E75CE}"/>
                </a:ext>
              </a:extLst>
            </p:cNvPr>
            <p:cNvCxnSpPr/>
            <p:nvPr/>
          </p:nvCxnSpPr>
          <p:spPr>
            <a:xfrm flipV="1">
              <a:off x="10779853" y="2793534"/>
              <a:ext cx="369116" cy="520117"/>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81654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1" end="11"/>
                                            </p:txEl>
                                          </p:spTgt>
                                        </p:tgtEl>
                                        <p:attrNameLst>
                                          <p:attrName>style.visibility</p:attrName>
                                        </p:attrNameLst>
                                      </p:cBhvr>
                                      <p:to>
                                        <p:strVal val="visible"/>
                                      </p:to>
                                    </p:set>
                                    <p:anim calcmode="lin" valueType="num">
                                      <p:cBhvr additive="base">
                                        <p:cTn id="7" dur="500" fill="hold"/>
                                        <p:tgtEl>
                                          <p:spTgt spid="8">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3" end="13"/>
                                            </p:txEl>
                                          </p:spTgt>
                                        </p:tgtEl>
                                        <p:attrNameLst>
                                          <p:attrName>style.visibility</p:attrName>
                                        </p:attrNameLst>
                                      </p:cBhvr>
                                      <p:to>
                                        <p:strVal val="visible"/>
                                      </p:to>
                                    </p:set>
                                    <p:anim calcmode="lin" valueType="num">
                                      <p:cBhvr additive="base">
                                        <p:cTn id="13" dur="500" fill="hold"/>
                                        <p:tgtEl>
                                          <p:spTgt spid="8">
                                            <p:txEl>
                                              <p:pRg st="13" end="1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3" end="1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xEl>
                                              <p:pRg st="15" end="15"/>
                                            </p:txEl>
                                          </p:spTgt>
                                        </p:tgtEl>
                                        <p:attrNameLst>
                                          <p:attrName>style.visibility</p:attrName>
                                        </p:attrNameLst>
                                      </p:cBhvr>
                                      <p:to>
                                        <p:strVal val="visible"/>
                                      </p:to>
                                    </p:set>
                                    <p:anim calcmode="lin" valueType="num">
                                      <p:cBhvr additive="base">
                                        <p:cTn id="17" dur="500" fill="hold"/>
                                        <p:tgtEl>
                                          <p:spTgt spid="8">
                                            <p:txEl>
                                              <p:pRg st="15" end="1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15" end="1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xEl>
                                              <p:pRg st="17" end="17"/>
                                            </p:txEl>
                                          </p:spTgt>
                                        </p:tgtEl>
                                        <p:attrNameLst>
                                          <p:attrName>style.visibility</p:attrName>
                                        </p:attrNameLst>
                                      </p:cBhvr>
                                      <p:to>
                                        <p:strVal val="visible"/>
                                      </p:to>
                                    </p:set>
                                    <p:anim calcmode="lin" valueType="num">
                                      <p:cBhvr additive="base">
                                        <p:cTn id="21" dur="500" fill="hold"/>
                                        <p:tgtEl>
                                          <p:spTgt spid="8">
                                            <p:txEl>
                                              <p:pRg st="17" end="1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2" y="7309"/>
            <a:ext cx="9143999" cy="533400"/>
          </a:xfrm>
        </p:spPr>
        <p:txBody>
          <a:bodyPr>
            <a:noAutofit/>
          </a:bodyPr>
          <a:lstStyle/>
          <a:p>
            <a:pPr algn="ctr"/>
            <a:r>
              <a:rPr lang="en-US" sz="4000" dirty="0"/>
              <a:t>Potentiometer – Adjustable Voltage Divider</a:t>
            </a:r>
          </a:p>
        </p:txBody>
      </p:sp>
      <p:pic>
        <p:nvPicPr>
          <p:cNvPr id="8" name="Picture 7" title="Image of a single-turn potentiometer with internals expos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56859" y="3851679"/>
            <a:ext cx="3349387" cy="2678855"/>
          </a:xfrm>
          <a:prstGeom prst="rect">
            <a:avLst/>
          </a:prstGeom>
        </p:spPr>
      </p:pic>
      <p:pic>
        <p:nvPicPr>
          <p:cNvPr id="9" name="Picture 8" title="Image of a potentiometer "/>
          <p:cNvPicPr>
            <a:picLocks noChangeAspect="1"/>
          </p:cNvPicPr>
          <p:nvPr/>
        </p:nvPicPr>
        <p:blipFill rotWithShape="1">
          <a:blip r:embed="rId4">
            <a:extLst>
              <a:ext uri="{28A0092B-C50C-407E-A947-70E740481C1C}">
                <a14:useLocalDpi xmlns:a14="http://schemas.microsoft.com/office/drawing/2010/main" val="0"/>
              </a:ext>
            </a:extLst>
          </a:blip>
          <a:srcRect t="4280" b="15699"/>
          <a:stretch/>
        </p:blipFill>
        <p:spPr>
          <a:xfrm>
            <a:off x="1755126" y="739433"/>
            <a:ext cx="3349386" cy="3140906"/>
          </a:xfrm>
          <a:prstGeom prst="rect">
            <a:avLst/>
          </a:prstGeom>
        </p:spPr>
      </p:pic>
      <p:grpSp>
        <p:nvGrpSpPr>
          <p:cNvPr id="69" name="Group 68"/>
          <p:cNvGrpSpPr/>
          <p:nvPr/>
        </p:nvGrpSpPr>
        <p:grpSpPr>
          <a:xfrm>
            <a:off x="8067508" y="3049321"/>
            <a:ext cx="816483" cy="1435742"/>
            <a:chOff x="4579975" y="4559852"/>
            <a:chExt cx="816483" cy="1435742"/>
          </a:xfrm>
        </p:grpSpPr>
        <p:cxnSp>
          <p:nvCxnSpPr>
            <p:cNvPr id="70" name="Straight Connector 69"/>
            <p:cNvCxnSpPr/>
            <p:nvPr/>
          </p:nvCxnSpPr>
          <p:spPr>
            <a:xfrm flipH="1" flipV="1">
              <a:off x="4714377" y="4559852"/>
              <a:ext cx="4762" cy="3095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V="1">
              <a:off x="4599493" y="5425784"/>
              <a:ext cx="283578" cy="8937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H="1" flipV="1">
              <a:off x="4718553" y="5686031"/>
              <a:ext cx="4762" cy="3095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V="1">
              <a:off x="4716758" y="5596985"/>
              <a:ext cx="166274" cy="876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4" name="Group 73"/>
            <p:cNvGrpSpPr/>
            <p:nvPr/>
          </p:nvGrpSpPr>
          <p:grpSpPr>
            <a:xfrm>
              <a:off x="4877343" y="5198174"/>
              <a:ext cx="519115" cy="101415"/>
              <a:chOff x="5224454" y="5556099"/>
              <a:chExt cx="519115" cy="101415"/>
            </a:xfrm>
          </p:grpSpPr>
          <p:cxnSp>
            <p:nvCxnSpPr>
              <p:cNvPr id="83" name="Straight Connector 82"/>
              <p:cNvCxnSpPr/>
              <p:nvPr/>
            </p:nvCxnSpPr>
            <p:spPr>
              <a:xfrm flipH="1">
                <a:off x="5224454" y="5603653"/>
                <a:ext cx="519115" cy="630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V="1">
                <a:off x="5225774" y="5556099"/>
                <a:ext cx="67325" cy="5239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5225773" y="5608488"/>
                <a:ext cx="67326" cy="4902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75" name="Straight Connector 74"/>
            <p:cNvCxnSpPr/>
            <p:nvPr/>
          </p:nvCxnSpPr>
          <p:spPr>
            <a:xfrm>
              <a:off x="4597331" y="5339031"/>
              <a:ext cx="289420" cy="8093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V="1">
              <a:off x="4597184" y="5246746"/>
              <a:ext cx="283578" cy="8937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4592894" y="5165947"/>
              <a:ext cx="289420" cy="8093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4598375" y="5515630"/>
              <a:ext cx="289420" cy="8093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4592421" y="5075106"/>
              <a:ext cx="283578" cy="8937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4726284" y="4860428"/>
              <a:ext cx="133286" cy="420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flipV="1">
              <a:off x="4582982" y="4907672"/>
              <a:ext cx="283578" cy="8937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4579975" y="4994647"/>
              <a:ext cx="289420" cy="8093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4" name="Left-Right Arrow 23"/>
          <p:cNvSpPr/>
          <p:nvPr/>
        </p:nvSpPr>
        <p:spPr bwMode="auto">
          <a:xfrm>
            <a:off x="5589776" y="3272690"/>
            <a:ext cx="1847150" cy="882296"/>
          </a:xfrm>
          <a:prstGeom prst="leftRightArrow">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86" name="TextBox 85"/>
          <p:cNvSpPr txBox="1"/>
          <p:nvPr/>
        </p:nvSpPr>
        <p:spPr>
          <a:xfrm>
            <a:off x="8850998" y="3523538"/>
            <a:ext cx="1959254" cy="40011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Wiper Terminal </a:t>
            </a:r>
          </a:p>
        </p:txBody>
      </p:sp>
      <p:sp>
        <p:nvSpPr>
          <p:cNvPr id="87" name="TextBox 86"/>
          <p:cNvSpPr txBox="1"/>
          <p:nvPr/>
        </p:nvSpPr>
        <p:spPr>
          <a:xfrm>
            <a:off x="7431439" y="2575074"/>
            <a:ext cx="1836593" cy="40011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Circuit Symbol </a:t>
            </a:r>
          </a:p>
        </p:txBody>
      </p:sp>
      <p:sp>
        <p:nvSpPr>
          <p:cNvPr id="3" name="TextBox 2">
            <a:extLst>
              <a:ext uri="{FF2B5EF4-FFF2-40B4-BE49-F238E27FC236}">
                <a16:creationId xmlns:a16="http://schemas.microsoft.com/office/drawing/2014/main" id="{F81DE0B6-44B3-4E7E-AFC5-F5C68215D563}"/>
              </a:ext>
            </a:extLst>
          </p:cNvPr>
          <p:cNvSpPr txBox="1"/>
          <p:nvPr/>
        </p:nvSpPr>
        <p:spPr>
          <a:xfrm>
            <a:off x="6380385" y="4835218"/>
            <a:ext cx="4429867" cy="707886"/>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This device is referred to as a Trim Pot,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i.e., Trim Potentiometer. </a:t>
            </a:r>
          </a:p>
        </p:txBody>
      </p:sp>
    </p:spTree>
    <p:extLst>
      <p:ext uri="{BB962C8B-B14F-4D97-AF65-F5344CB8AC3E}">
        <p14:creationId xmlns:p14="http://schemas.microsoft.com/office/powerpoint/2010/main" val="320756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0191" y="729467"/>
            <a:ext cx="11363418" cy="5909310"/>
          </a:xfrm>
          <a:prstGeom prst="rect">
            <a:avLst/>
          </a:prstGeom>
          <a:solidFill>
            <a:schemeClr val="tx1">
              <a:lumMod val="95000"/>
            </a:schemeClr>
          </a:solidFill>
          <a:ln w="6350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p:sp>
        <p:nvSpPr>
          <p:cNvPr id="2" name="Title 1"/>
          <p:cNvSpPr>
            <a:spLocks noGrp="1"/>
          </p:cNvSpPr>
          <p:nvPr>
            <p:ph type="title"/>
          </p:nvPr>
        </p:nvSpPr>
        <p:spPr>
          <a:xfrm>
            <a:off x="1625600" y="90481"/>
            <a:ext cx="8932332" cy="533400"/>
          </a:xfrm>
        </p:spPr>
        <p:txBody>
          <a:bodyPr>
            <a:noAutofit/>
          </a:bodyPr>
          <a:lstStyle/>
          <a:p>
            <a:pPr algn="ctr"/>
            <a:r>
              <a:rPr lang="en-US" sz="4000" dirty="0"/>
              <a:t>Potentiometer – Adjustable Voltage Divider</a:t>
            </a:r>
          </a:p>
        </p:txBody>
      </p:sp>
      <mc:AlternateContent xmlns:mc="http://schemas.openxmlformats.org/markup-compatibility/2006" xmlns:a14="http://schemas.microsoft.com/office/drawing/2010/main">
        <mc:Choice Requires="a14">
          <p:sp>
            <p:nvSpPr>
              <p:cNvPr id="79" name="TextBox 78"/>
              <p:cNvSpPr txBox="1"/>
              <p:nvPr/>
            </p:nvSpPr>
            <p:spPr>
              <a:xfrm>
                <a:off x="2535138" y="1898996"/>
                <a:ext cx="8069517" cy="51398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6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wiper</a:t>
                </a: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14:m>
                  <m:oMath xmlns:m="http://schemas.openxmlformats.org/officeDocument/2006/math">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5 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d>
                        <m:sSub>
                          <m:sSub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bot</m:t>
                            </m:r>
                          </m:sub>
                        </m:sSub>
                      </m:num>
                      <m:den>
                        <m:sSub>
                          <m:sSub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top</m:t>
                            </m:r>
                          </m:sub>
                        </m:sSub>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bot</m:t>
                            </m:r>
                          </m:sub>
                        </m:sSub>
                      </m:den>
                    </m:f>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sSub>
                      <m:sSub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top</m:t>
                        </m:r>
                      </m:sub>
                    </m:sSub>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bot</m:t>
                        </m:r>
                      </m:sub>
                    </m:sSub>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r>
                  <a:rPr kumimoji="0" lang="en-US" sz="16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6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pot</a:t>
                </a: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r>
                  <a:rPr kumimoji="0" lang="en-US" sz="16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6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wiper</a:t>
                </a: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14:m>
                  <m:oMath xmlns:m="http://schemas.openxmlformats.org/officeDocument/2006/math">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5 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d>
                        <m:sSub>
                          <m:sSub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bot</m:t>
                            </m:r>
                          </m:sub>
                        </m:sSub>
                      </m:num>
                      <m:den>
                        <m:sSub>
                          <m:sSub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m:t>
                            </m:r>
                            <m:r>
                              <m:rPr>
                                <m:sty m:val="p"/>
                              </m:rP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ot</m:t>
                            </m:r>
                          </m:sub>
                        </m:sSub>
                      </m:den>
                    </m:f>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If </a:t>
                </a:r>
                <a:r>
                  <a:rPr kumimoji="0" lang="en-US" sz="16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6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bot</a:t>
                </a: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r>
                  <a:rPr kumimoji="0" lang="en-US" sz="16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6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top</a:t>
                </a: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then </a:t>
                </a:r>
                <a:r>
                  <a:rPr kumimoji="0" lang="en-US" sz="16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6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wiper</a:t>
                </a:r>
                <a:r>
                  <a:rPr kumimoji="0" lang="en-US" sz="16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2.5 V.</a:t>
                </a:r>
              </a:p>
            </p:txBody>
          </p:sp>
        </mc:Choice>
        <mc:Fallback xmlns="">
          <p:sp>
            <p:nvSpPr>
              <p:cNvPr id="79" name="TextBox 78"/>
              <p:cNvSpPr txBox="1">
                <a:spLocks noRot="1" noChangeAspect="1" noMove="1" noResize="1" noEditPoints="1" noAdjustHandles="1" noChangeArrowheads="1" noChangeShapeType="1" noTextEdit="1"/>
              </p:cNvSpPr>
              <p:nvPr/>
            </p:nvSpPr>
            <p:spPr>
              <a:xfrm>
                <a:off x="2535138" y="1898996"/>
                <a:ext cx="8069517" cy="513987"/>
              </a:xfrm>
              <a:prstGeom prst="rect">
                <a:avLst/>
              </a:prstGeom>
              <a:blipFill>
                <a:blip r:embed="rId2"/>
                <a:stretch>
                  <a:fillRect l="-453" b="-1190"/>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18B2F9A8-3D73-4E16-B94D-A8FD3270606A}"/>
              </a:ext>
            </a:extLst>
          </p:cNvPr>
          <p:cNvGrpSpPr/>
          <p:nvPr/>
        </p:nvGrpSpPr>
        <p:grpSpPr>
          <a:xfrm>
            <a:off x="2144346" y="1692431"/>
            <a:ext cx="668440" cy="445352"/>
            <a:chOff x="1310252" y="1666097"/>
            <a:chExt cx="668440" cy="445352"/>
          </a:xfrm>
        </p:grpSpPr>
        <p:sp>
          <p:nvSpPr>
            <p:cNvPr id="5" name="Right Brace 4">
              <a:extLst>
                <a:ext uri="{FF2B5EF4-FFF2-40B4-BE49-F238E27FC236}">
                  <a16:creationId xmlns:a16="http://schemas.microsoft.com/office/drawing/2014/main" id="{E287CCB3-A73D-4E99-B84C-25923B12F54F}"/>
                </a:ext>
              </a:extLst>
            </p:cNvPr>
            <p:cNvSpPr/>
            <p:nvPr/>
          </p:nvSpPr>
          <p:spPr>
            <a:xfrm>
              <a:off x="1310252" y="1666097"/>
              <a:ext cx="248256" cy="445352"/>
            </a:xfrm>
            <a:prstGeom prst="rightBrace">
              <a:avLst>
                <a:gd name="adj1" fmla="val 8333"/>
                <a:gd name="adj2" fmla="val 48269"/>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6" name="TextBox 5">
              <a:extLst>
                <a:ext uri="{FF2B5EF4-FFF2-40B4-BE49-F238E27FC236}">
                  <a16:creationId xmlns:a16="http://schemas.microsoft.com/office/drawing/2014/main" id="{284FAFC7-72B0-453B-93C5-5DED7C20D14A}"/>
                </a:ext>
              </a:extLst>
            </p:cNvPr>
            <p:cNvSpPr txBox="1"/>
            <p:nvPr/>
          </p:nvSpPr>
          <p:spPr>
            <a:xfrm>
              <a:off x="1514141" y="1733581"/>
              <a:ext cx="46455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50595">
                      <a:lumMod val="60000"/>
                      <a:lumOff val="40000"/>
                    </a:srgbClr>
                  </a:solidFill>
                  <a:effectLst/>
                  <a:uLnTx/>
                  <a:uFillTx/>
                  <a:latin typeface="Cambria" panose="02040503050406030204"/>
                  <a:ea typeface="+mn-ea"/>
                  <a:cs typeface="+mn-cs"/>
                </a:rPr>
                <a:t>R</a:t>
              </a:r>
              <a:r>
                <a:rPr kumimoji="0" lang="en-US" sz="1400" b="0" i="0" u="none" strike="noStrike" kern="1200" cap="none" spc="0" normalizeH="0" baseline="-25000" noProof="0" dirty="0" err="1">
                  <a:ln>
                    <a:noFill/>
                  </a:ln>
                  <a:solidFill>
                    <a:srgbClr val="050595">
                      <a:lumMod val="60000"/>
                      <a:lumOff val="40000"/>
                    </a:srgbClr>
                  </a:solidFill>
                  <a:effectLst/>
                  <a:uLnTx/>
                  <a:uFillTx/>
                  <a:latin typeface="Cambria" panose="02040503050406030204"/>
                  <a:ea typeface="+mn-ea"/>
                  <a:cs typeface="+mn-cs"/>
                </a:rPr>
                <a:t>top</a:t>
              </a:r>
              <a:endParaRPr kumimoji="0" lang="en-US" sz="1400" b="0" i="0" u="none" strike="noStrike" kern="1200" cap="none" spc="0" normalizeH="0" baseline="0" noProof="0" dirty="0">
                <a:ln>
                  <a:noFill/>
                </a:ln>
                <a:solidFill>
                  <a:srgbClr val="050595">
                    <a:lumMod val="60000"/>
                    <a:lumOff val="40000"/>
                  </a:srgbClr>
                </a:solidFill>
                <a:effectLst/>
                <a:uLnTx/>
                <a:uFillTx/>
                <a:latin typeface="Cambria" panose="02040503050406030204"/>
                <a:ea typeface="+mn-ea"/>
                <a:cs typeface="+mn-cs"/>
              </a:endParaRPr>
            </a:p>
          </p:txBody>
        </p:sp>
      </p:grpSp>
      <p:grpSp>
        <p:nvGrpSpPr>
          <p:cNvPr id="72" name="Group 71">
            <a:extLst>
              <a:ext uri="{FF2B5EF4-FFF2-40B4-BE49-F238E27FC236}">
                <a16:creationId xmlns:a16="http://schemas.microsoft.com/office/drawing/2014/main" id="{425C7473-E08F-4D57-BF80-25B4DC255459}"/>
              </a:ext>
            </a:extLst>
          </p:cNvPr>
          <p:cNvGrpSpPr/>
          <p:nvPr/>
        </p:nvGrpSpPr>
        <p:grpSpPr>
          <a:xfrm>
            <a:off x="2153055" y="2193524"/>
            <a:ext cx="670683" cy="445352"/>
            <a:chOff x="1310252" y="1666097"/>
            <a:chExt cx="670683" cy="445352"/>
          </a:xfrm>
        </p:grpSpPr>
        <p:sp>
          <p:nvSpPr>
            <p:cNvPr id="73" name="Right Brace 72">
              <a:extLst>
                <a:ext uri="{FF2B5EF4-FFF2-40B4-BE49-F238E27FC236}">
                  <a16:creationId xmlns:a16="http://schemas.microsoft.com/office/drawing/2014/main" id="{D93D3B9E-CAF0-41B5-8A3F-65420C4A0D7A}"/>
                </a:ext>
              </a:extLst>
            </p:cNvPr>
            <p:cNvSpPr/>
            <p:nvPr/>
          </p:nvSpPr>
          <p:spPr>
            <a:xfrm>
              <a:off x="1310252" y="1666097"/>
              <a:ext cx="248256" cy="445352"/>
            </a:xfrm>
            <a:prstGeom prst="rightBrace">
              <a:avLst>
                <a:gd name="adj1" fmla="val 8333"/>
                <a:gd name="adj2" fmla="val 48269"/>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74" name="TextBox 73">
              <a:extLst>
                <a:ext uri="{FF2B5EF4-FFF2-40B4-BE49-F238E27FC236}">
                  <a16:creationId xmlns:a16="http://schemas.microsoft.com/office/drawing/2014/main" id="{182ABBF1-A8D7-43F2-8B98-C941C03D15B0}"/>
                </a:ext>
              </a:extLst>
            </p:cNvPr>
            <p:cNvSpPr txBox="1"/>
            <p:nvPr/>
          </p:nvSpPr>
          <p:spPr>
            <a:xfrm>
              <a:off x="1514141" y="1733581"/>
              <a:ext cx="46679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50595">
                      <a:lumMod val="60000"/>
                      <a:lumOff val="40000"/>
                    </a:srgbClr>
                  </a:solidFill>
                  <a:effectLst/>
                  <a:uLnTx/>
                  <a:uFillTx/>
                  <a:latin typeface="Cambria" panose="02040503050406030204"/>
                  <a:ea typeface="+mn-ea"/>
                  <a:cs typeface="+mn-cs"/>
                </a:rPr>
                <a:t>R</a:t>
              </a:r>
              <a:r>
                <a:rPr kumimoji="0" lang="en-US" sz="1400" b="0" i="0" u="none" strike="noStrike" kern="1200" cap="none" spc="0" normalizeH="0" baseline="-25000" noProof="0" dirty="0" err="1">
                  <a:ln>
                    <a:noFill/>
                  </a:ln>
                  <a:solidFill>
                    <a:srgbClr val="050595">
                      <a:lumMod val="60000"/>
                      <a:lumOff val="40000"/>
                    </a:srgbClr>
                  </a:solidFill>
                  <a:effectLst/>
                  <a:uLnTx/>
                  <a:uFillTx/>
                  <a:latin typeface="Cambria" panose="02040503050406030204"/>
                  <a:ea typeface="+mn-ea"/>
                  <a:cs typeface="+mn-cs"/>
                </a:rPr>
                <a:t>bot</a:t>
              </a:r>
              <a:endParaRPr kumimoji="0" lang="en-US" sz="1400" b="0" i="0" u="none" strike="noStrike" kern="1200" cap="none" spc="0" normalizeH="0" baseline="0" noProof="0" dirty="0">
                <a:ln>
                  <a:noFill/>
                </a:ln>
                <a:solidFill>
                  <a:srgbClr val="050595">
                    <a:lumMod val="60000"/>
                    <a:lumOff val="40000"/>
                  </a:srgbClr>
                </a:solidFill>
                <a:effectLst/>
                <a:uLnTx/>
                <a:uFillTx/>
                <a:latin typeface="Cambria" panose="02040503050406030204"/>
                <a:ea typeface="+mn-ea"/>
                <a:cs typeface="+mn-cs"/>
              </a:endParaRPr>
            </a:p>
          </p:txBody>
        </p:sp>
      </p:grpSp>
      <p:pic>
        <p:nvPicPr>
          <p:cNvPr id="13" name="Picture 12" descr="Shape&#10;&#10;Description automatically generated with low confidence">
            <a:extLst>
              <a:ext uri="{FF2B5EF4-FFF2-40B4-BE49-F238E27FC236}">
                <a16:creationId xmlns:a16="http://schemas.microsoft.com/office/drawing/2014/main" id="{1A757411-5233-4293-955B-FC32E4FA03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5259" y="997604"/>
            <a:ext cx="908383" cy="2072820"/>
          </a:xfrm>
          <a:prstGeom prst="rect">
            <a:avLst/>
          </a:prstGeom>
        </p:spPr>
      </p:pic>
      <p:grpSp>
        <p:nvGrpSpPr>
          <p:cNvPr id="15" name="Group 14">
            <a:extLst>
              <a:ext uri="{FF2B5EF4-FFF2-40B4-BE49-F238E27FC236}">
                <a16:creationId xmlns:a16="http://schemas.microsoft.com/office/drawing/2014/main" id="{88D2D3D1-EC87-428D-8C08-C3C346E50D3E}"/>
              </a:ext>
            </a:extLst>
          </p:cNvPr>
          <p:cNvGrpSpPr/>
          <p:nvPr/>
        </p:nvGrpSpPr>
        <p:grpSpPr>
          <a:xfrm>
            <a:off x="3671877" y="2747733"/>
            <a:ext cx="5355985" cy="2072820"/>
            <a:chOff x="3780186" y="2686772"/>
            <a:chExt cx="5355985" cy="2072820"/>
          </a:xfrm>
        </p:grpSpPr>
        <p:pic>
          <p:nvPicPr>
            <p:cNvPr id="9" name="Picture 8" descr="Shape&#10;&#10;Description automatically generated with low confidence">
              <a:extLst>
                <a:ext uri="{FF2B5EF4-FFF2-40B4-BE49-F238E27FC236}">
                  <a16:creationId xmlns:a16="http://schemas.microsoft.com/office/drawing/2014/main" id="{0F3049F2-3A2D-4F3B-95F6-B9819E4D47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80186" y="2686772"/>
              <a:ext cx="762066" cy="2072820"/>
            </a:xfrm>
            <a:prstGeom prst="rect">
              <a:avLst/>
            </a:prstGeom>
          </p:spPr>
        </p:pic>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3BB3C889-2DDD-479A-9688-DAEC2B68FF9F}"/>
                    </a:ext>
                  </a:extLst>
                </p:cNvPr>
                <p:cNvSpPr txBox="1"/>
                <p:nvPr/>
              </p:nvSpPr>
              <p:spPr>
                <a:xfrm>
                  <a:off x="4489514" y="3209195"/>
                  <a:ext cx="4646657" cy="528478"/>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sSub>
                        <m:sSub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r>
                            <m:rPr>
                              <m:sty m:val="p"/>
                            </m:rP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op</m:t>
                          </m:r>
                        </m:sub>
                      </m:sSub>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0 </m:t>
                      </m:r>
                      <m:r>
                        <a:rPr kumimoji="0" lang="el-GR"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16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6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wiper_max</a:t>
                  </a: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14:m>
                    <m:oMath xmlns:m="http://schemas.openxmlformats.org/officeDocument/2006/math">
                      <m:f>
                        <m:f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5 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d>
                          <m:sSub>
                            <m:sSub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bot</m:t>
                              </m:r>
                              <m: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max</m:t>
                              </m:r>
                            </m:sub>
                          </m:sSub>
                        </m:num>
                        <m:den>
                          <m:sSub>
                            <m:sSub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m:t>
                              </m:r>
                              <m:r>
                                <m:rPr>
                                  <m:sty m:val="p"/>
                                </m:rP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ot</m:t>
                              </m:r>
                            </m:sub>
                          </m:sSub>
                        </m:den>
                      </m:f>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14:m>
                    <m:oMath xmlns:m="http://schemas.openxmlformats.org/officeDocument/2006/math">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5 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d>
                          <m:sSub>
                            <m:sSub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m:t>
                              </m:r>
                              <m:r>
                                <m:rPr>
                                  <m:sty m:val="p"/>
                                </m:rP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ot</m:t>
                              </m:r>
                            </m:sub>
                          </m:sSub>
                        </m:num>
                        <m:den>
                          <m:sSub>
                            <m:sSub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m:t>
                              </m:r>
                              <m:r>
                                <m:rPr>
                                  <m:sty m:val="p"/>
                                </m:rP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ot</m:t>
                              </m:r>
                            </m:sub>
                          </m:sSub>
                        </m:den>
                      </m:f>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5 V.</a:t>
                  </a:r>
                </a:p>
              </p:txBody>
            </p:sp>
          </mc:Choice>
          <mc:Fallback xmlns="">
            <p:sp>
              <p:nvSpPr>
                <p:cNvPr id="141" name="TextBox 140">
                  <a:extLst>
                    <a:ext uri="{FF2B5EF4-FFF2-40B4-BE49-F238E27FC236}">
                      <a16:creationId xmlns:a16="http://schemas.microsoft.com/office/drawing/2014/main" id="{3BB3C889-2DDD-479A-9688-DAEC2B68FF9F}"/>
                    </a:ext>
                  </a:extLst>
                </p:cNvPr>
                <p:cNvSpPr txBox="1">
                  <a:spLocks noRot="1" noChangeAspect="1" noMove="1" noResize="1" noEditPoints="1" noAdjustHandles="1" noChangeArrowheads="1" noChangeShapeType="1" noTextEdit="1"/>
                </p:cNvSpPr>
                <p:nvPr/>
              </p:nvSpPr>
              <p:spPr>
                <a:xfrm>
                  <a:off x="4489514" y="3209195"/>
                  <a:ext cx="4646657" cy="528478"/>
                </a:xfrm>
                <a:prstGeom prst="rect">
                  <a:avLst/>
                </a:prstGeom>
                <a:blipFill>
                  <a:blip r:embed="rId5"/>
                  <a:stretch>
                    <a:fillRect/>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6C20E58A-42D5-440B-8099-744DE9273C08}"/>
              </a:ext>
            </a:extLst>
          </p:cNvPr>
          <p:cNvGrpSpPr/>
          <p:nvPr/>
        </p:nvGrpSpPr>
        <p:grpSpPr>
          <a:xfrm>
            <a:off x="6513632" y="4310627"/>
            <a:ext cx="5316787" cy="2072820"/>
            <a:chOff x="4975614" y="4197410"/>
            <a:chExt cx="5316787" cy="2072820"/>
          </a:xfrm>
        </p:grpSpPr>
        <p:pic>
          <p:nvPicPr>
            <p:cNvPr id="11" name="Picture 10" descr="Shape&#10;&#10;Description automatically generated with low confidence">
              <a:extLst>
                <a:ext uri="{FF2B5EF4-FFF2-40B4-BE49-F238E27FC236}">
                  <a16:creationId xmlns:a16="http://schemas.microsoft.com/office/drawing/2014/main" id="{E0FB06B6-AF28-4C31-9575-499083B785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75614" y="4197410"/>
              <a:ext cx="749873" cy="2072820"/>
            </a:xfrm>
            <a:prstGeom prst="rect">
              <a:avLst/>
            </a:prstGeom>
          </p:spPr>
        </p:pic>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37EB6A75-D59D-42A7-B7AB-FB0DB2443092}"/>
                    </a:ext>
                  </a:extLst>
                </p:cNvPr>
                <p:cNvSpPr txBox="1"/>
                <p:nvPr/>
              </p:nvSpPr>
              <p:spPr>
                <a:xfrm>
                  <a:off x="5708069" y="5526476"/>
                  <a:ext cx="4584332" cy="519566"/>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sSub>
                        <m:sSub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m:t>
                          </m:r>
                          <m:r>
                            <m:rPr>
                              <m:sty m:val="p"/>
                            </m:rP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m:t>
                          </m:r>
                        </m:sub>
                      </m:sSub>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0 </m:t>
                      </m:r>
                      <m:r>
                        <a:rPr kumimoji="0" lang="el-GR"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16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6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wiper_min</a:t>
                  </a: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14:m>
                    <m:oMath xmlns:m="http://schemas.openxmlformats.org/officeDocument/2006/math">
                      <m:f>
                        <m:f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5 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d>
                          <m:sSub>
                            <m:sSub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bot</m:t>
                              </m:r>
                              <m: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min</m:t>
                              </m:r>
                            </m:sub>
                          </m:sSub>
                        </m:num>
                        <m:den>
                          <m:sSub>
                            <m:sSub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m:t>
                              </m:r>
                              <m:r>
                                <m:rPr>
                                  <m:sty m:val="p"/>
                                </m:rP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ot</m:t>
                              </m:r>
                            </m:sub>
                          </m:sSub>
                        </m:den>
                      </m:f>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14:m>
                    <m:oMath xmlns:m="http://schemas.openxmlformats.org/officeDocument/2006/math">
                      <m:f>
                        <m:f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5 </m:t>
                              </m:r>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d>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(0 </m:t>
                          </m:r>
                          <m:r>
                            <a:rPr kumimoji="0" lang="el-GR"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Ω</m:t>
                          </m:r>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num>
                        <m:den>
                          <m:sSub>
                            <m:sSub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m:t>
                              </m:r>
                              <m:r>
                                <m:rPr>
                                  <m:sty m:val="p"/>
                                </m:rPr>
                                <a:rPr kumimoji="0" lang="en-US" sz="16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ot</m:t>
                              </m:r>
                            </m:sub>
                          </m:sSub>
                        </m:den>
                      </m:f>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0 V.</a:t>
                  </a:r>
                </a:p>
              </p:txBody>
            </p:sp>
          </mc:Choice>
          <mc:Fallback xmlns="">
            <p:sp>
              <p:nvSpPr>
                <p:cNvPr id="142" name="TextBox 141">
                  <a:extLst>
                    <a:ext uri="{FF2B5EF4-FFF2-40B4-BE49-F238E27FC236}">
                      <a16:creationId xmlns:a16="http://schemas.microsoft.com/office/drawing/2014/main" id="{37EB6A75-D59D-42A7-B7AB-FB0DB2443092}"/>
                    </a:ext>
                  </a:extLst>
                </p:cNvPr>
                <p:cNvSpPr txBox="1">
                  <a:spLocks noRot="1" noChangeAspect="1" noMove="1" noResize="1" noEditPoints="1" noAdjustHandles="1" noChangeArrowheads="1" noChangeShapeType="1" noTextEdit="1"/>
                </p:cNvSpPr>
                <p:nvPr/>
              </p:nvSpPr>
              <p:spPr>
                <a:xfrm>
                  <a:off x="5708069" y="5526476"/>
                  <a:ext cx="4584332" cy="519566"/>
                </a:xfrm>
                <a:prstGeom prst="rect">
                  <a:avLst/>
                </a:prstGeom>
                <a:blipFill>
                  <a:blip r:embed="rId7"/>
                  <a:stretch>
                    <a:fillRect b="-1176"/>
                  </a:stretch>
                </a:blipFill>
              </p:spPr>
              <p:txBody>
                <a:bodyPr/>
                <a:lstStyle/>
                <a:p>
                  <a:r>
                    <a:rPr lang="en-US">
                      <a:noFill/>
                    </a:rPr>
                    <a:t> </a:t>
                  </a:r>
                </a:p>
              </p:txBody>
            </p:sp>
          </mc:Fallback>
        </mc:AlternateContent>
      </p:grpSp>
      <p:grpSp>
        <p:nvGrpSpPr>
          <p:cNvPr id="12" name="Group 11">
            <a:extLst>
              <a:ext uri="{FF2B5EF4-FFF2-40B4-BE49-F238E27FC236}">
                <a16:creationId xmlns:a16="http://schemas.microsoft.com/office/drawing/2014/main" id="{C12689E4-148F-4B7E-9899-28C6A14D9596}"/>
              </a:ext>
            </a:extLst>
          </p:cNvPr>
          <p:cNvGrpSpPr/>
          <p:nvPr/>
        </p:nvGrpSpPr>
        <p:grpSpPr>
          <a:xfrm>
            <a:off x="1072498" y="1723579"/>
            <a:ext cx="675617" cy="878961"/>
            <a:chOff x="1436485" y="1723579"/>
            <a:chExt cx="675617" cy="878961"/>
          </a:xfrm>
        </p:grpSpPr>
        <p:sp>
          <p:nvSpPr>
            <p:cNvPr id="20" name="Right Brace 19">
              <a:extLst>
                <a:ext uri="{FF2B5EF4-FFF2-40B4-BE49-F238E27FC236}">
                  <a16:creationId xmlns:a16="http://schemas.microsoft.com/office/drawing/2014/main" id="{723ECE44-8D0C-4753-B78A-65CEC1421B98}"/>
                </a:ext>
              </a:extLst>
            </p:cNvPr>
            <p:cNvSpPr/>
            <p:nvPr/>
          </p:nvSpPr>
          <p:spPr>
            <a:xfrm rot="10800000">
              <a:off x="1863846" y="1723579"/>
              <a:ext cx="248256" cy="878961"/>
            </a:xfrm>
            <a:prstGeom prst="rightBrace">
              <a:avLst>
                <a:gd name="adj1" fmla="val 8333"/>
                <a:gd name="adj2" fmla="val 48269"/>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21" name="TextBox 20">
              <a:extLst>
                <a:ext uri="{FF2B5EF4-FFF2-40B4-BE49-F238E27FC236}">
                  <a16:creationId xmlns:a16="http://schemas.microsoft.com/office/drawing/2014/main" id="{3A9D3D99-367B-4B44-8FE3-761D1A509AB4}"/>
                </a:ext>
              </a:extLst>
            </p:cNvPr>
            <p:cNvSpPr txBox="1"/>
            <p:nvPr/>
          </p:nvSpPr>
          <p:spPr>
            <a:xfrm>
              <a:off x="1436485" y="1983894"/>
              <a:ext cx="46839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50595">
                      <a:lumMod val="60000"/>
                      <a:lumOff val="40000"/>
                    </a:srgbClr>
                  </a:solidFill>
                  <a:effectLst/>
                  <a:uLnTx/>
                  <a:uFillTx/>
                  <a:latin typeface="Cambria" panose="02040503050406030204"/>
                  <a:ea typeface="+mn-ea"/>
                  <a:cs typeface="+mn-cs"/>
                </a:rPr>
                <a:t>R</a:t>
              </a:r>
              <a:r>
                <a:rPr kumimoji="0" lang="en-US" sz="1400" b="0" i="0" u="none" strike="noStrike" kern="1200" cap="none" spc="0" normalizeH="0" baseline="-25000" noProof="0" dirty="0" err="1">
                  <a:ln>
                    <a:noFill/>
                  </a:ln>
                  <a:solidFill>
                    <a:srgbClr val="050595">
                      <a:lumMod val="60000"/>
                      <a:lumOff val="40000"/>
                    </a:srgbClr>
                  </a:solidFill>
                  <a:effectLst/>
                  <a:uLnTx/>
                  <a:uFillTx/>
                  <a:latin typeface="Cambria" panose="02040503050406030204"/>
                  <a:ea typeface="+mn-ea"/>
                  <a:cs typeface="+mn-cs"/>
                </a:rPr>
                <a:t>pot</a:t>
              </a:r>
              <a:endParaRPr kumimoji="0" lang="en-US" sz="1400" b="0" i="0" u="none" strike="noStrike" kern="1200" cap="none" spc="0" normalizeH="0" baseline="0" noProof="0" dirty="0">
                <a:ln>
                  <a:noFill/>
                </a:ln>
                <a:solidFill>
                  <a:srgbClr val="050595">
                    <a:lumMod val="60000"/>
                    <a:lumOff val="40000"/>
                  </a:srgbClr>
                </a:solidFill>
                <a:effectLst/>
                <a:uLnTx/>
                <a:uFillTx/>
                <a:latin typeface="Cambria" panose="02040503050406030204"/>
                <a:ea typeface="+mn-ea"/>
                <a:cs typeface="+mn-cs"/>
              </a:endParaRPr>
            </a:p>
          </p:txBody>
        </p:sp>
      </p:grpSp>
      <p:grpSp>
        <p:nvGrpSpPr>
          <p:cNvPr id="25" name="Group 24">
            <a:extLst>
              <a:ext uri="{FF2B5EF4-FFF2-40B4-BE49-F238E27FC236}">
                <a16:creationId xmlns:a16="http://schemas.microsoft.com/office/drawing/2014/main" id="{E02A0F23-5394-4509-A1D0-1A8B194C878A}"/>
              </a:ext>
            </a:extLst>
          </p:cNvPr>
          <p:cNvGrpSpPr/>
          <p:nvPr/>
        </p:nvGrpSpPr>
        <p:grpSpPr>
          <a:xfrm>
            <a:off x="3125768" y="3455698"/>
            <a:ext cx="675617" cy="878961"/>
            <a:chOff x="1436485" y="1723579"/>
            <a:chExt cx="675617" cy="878961"/>
          </a:xfrm>
        </p:grpSpPr>
        <p:sp>
          <p:nvSpPr>
            <p:cNvPr id="26" name="Right Brace 25">
              <a:extLst>
                <a:ext uri="{FF2B5EF4-FFF2-40B4-BE49-F238E27FC236}">
                  <a16:creationId xmlns:a16="http://schemas.microsoft.com/office/drawing/2014/main" id="{CF4F3BF3-F615-4B57-AAC8-31B6B279735D}"/>
                </a:ext>
              </a:extLst>
            </p:cNvPr>
            <p:cNvSpPr/>
            <p:nvPr/>
          </p:nvSpPr>
          <p:spPr>
            <a:xfrm rot="10800000">
              <a:off x="1863846" y="1723579"/>
              <a:ext cx="248256" cy="878961"/>
            </a:xfrm>
            <a:prstGeom prst="rightBrace">
              <a:avLst>
                <a:gd name="adj1" fmla="val 8333"/>
                <a:gd name="adj2" fmla="val 48269"/>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27" name="TextBox 26">
              <a:extLst>
                <a:ext uri="{FF2B5EF4-FFF2-40B4-BE49-F238E27FC236}">
                  <a16:creationId xmlns:a16="http://schemas.microsoft.com/office/drawing/2014/main" id="{F4E36830-18F4-4A2A-A6E6-E9381EC8F624}"/>
                </a:ext>
              </a:extLst>
            </p:cNvPr>
            <p:cNvSpPr txBox="1"/>
            <p:nvPr/>
          </p:nvSpPr>
          <p:spPr>
            <a:xfrm>
              <a:off x="1436485" y="1983894"/>
              <a:ext cx="46839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50595">
                      <a:lumMod val="60000"/>
                      <a:lumOff val="40000"/>
                    </a:srgbClr>
                  </a:solidFill>
                  <a:effectLst/>
                  <a:uLnTx/>
                  <a:uFillTx/>
                  <a:latin typeface="Cambria" panose="02040503050406030204"/>
                  <a:ea typeface="+mn-ea"/>
                  <a:cs typeface="+mn-cs"/>
                </a:rPr>
                <a:t>R</a:t>
              </a:r>
              <a:r>
                <a:rPr kumimoji="0" lang="en-US" sz="1400" b="0" i="0" u="none" strike="noStrike" kern="1200" cap="none" spc="0" normalizeH="0" baseline="-25000" noProof="0" dirty="0" err="1">
                  <a:ln>
                    <a:noFill/>
                  </a:ln>
                  <a:solidFill>
                    <a:srgbClr val="050595">
                      <a:lumMod val="60000"/>
                      <a:lumOff val="40000"/>
                    </a:srgbClr>
                  </a:solidFill>
                  <a:effectLst/>
                  <a:uLnTx/>
                  <a:uFillTx/>
                  <a:latin typeface="Cambria" panose="02040503050406030204"/>
                  <a:ea typeface="+mn-ea"/>
                  <a:cs typeface="+mn-cs"/>
                </a:rPr>
                <a:t>pot</a:t>
              </a:r>
              <a:endParaRPr kumimoji="0" lang="en-US" sz="1400" b="0" i="0" u="none" strike="noStrike" kern="1200" cap="none" spc="0" normalizeH="0" baseline="0" noProof="0" dirty="0">
                <a:ln>
                  <a:noFill/>
                </a:ln>
                <a:solidFill>
                  <a:srgbClr val="050595">
                    <a:lumMod val="60000"/>
                    <a:lumOff val="40000"/>
                  </a:srgbClr>
                </a:solidFill>
                <a:effectLst/>
                <a:uLnTx/>
                <a:uFillTx/>
                <a:latin typeface="Cambria" panose="02040503050406030204"/>
                <a:ea typeface="+mn-ea"/>
                <a:cs typeface="+mn-cs"/>
              </a:endParaRPr>
            </a:p>
          </p:txBody>
        </p:sp>
      </p:grpSp>
      <p:grpSp>
        <p:nvGrpSpPr>
          <p:cNvPr id="28" name="Group 27">
            <a:extLst>
              <a:ext uri="{FF2B5EF4-FFF2-40B4-BE49-F238E27FC236}">
                <a16:creationId xmlns:a16="http://schemas.microsoft.com/office/drawing/2014/main" id="{B7052767-66E4-440C-9E68-5A276B81919C}"/>
              </a:ext>
            </a:extLst>
          </p:cNvPr>
          <p:cNvGrpSpPr/>
          <p:nvPr/>
        </p:nvGrpSpPr>
        <p:grpSpPr>
          <a:xfrm>
            <a:off x="5938943" y="5020515"/>
            <a:ext cx="675617" cy="878961"/>
            <a:chOff x="1436485" y="1723579"/>
            <a:chExt cx="675617" cy="878961"/>
          </a:xfrm>
        </p:grpSpPr>
        <p:sp>
          <p:nvSpPr>
            <p:cNvPr id="29" name="Right Brace 28">
              <a:extLst>
                <a:ext uri="{FF2B5EF4-FFF2-40B4-BE49-F238E27FC236}">
                  <a16:creationId xmlns:a16="http://schemas.microsoft.com/office/drawing/2014/main" id="{357B6677-C874-4089-A80A-65FEB9117BB6}"/>
                </a:ext>
              </a:extLst>
            </p:cNvPr>
            <p:cNvSpPr/>
            <p:nvPr/>
          </p:nvSpPr>
          <p:spPr>
            <a:xfrm rot="10800000">
              <a:off x="1863846" y="1723579"/>
              <a:ext cx="248256" cy="878961"/>
            </a:xfrm>
            <a:prstGeom prst="rightBrace">
              <a:avLst>
                <a:gd name="adj1" fmla="val 8333"/>
                <a:gd name="adj2" fmla="val 48269"/>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30" name="TextBox 29">
              <a:extLst>
                <a:ext uri="{FF2B5EF4-FFF2-40B4-BE49-F238E27FC236}">
                  <a16:creationId xmlns:a16="http://schemas.microsoft.com/office/drawing/2014/main" id="{337E181A-AF6E-4FC0-AA71-CC1915D46492}"/>
                </a:ext>
              </a:extLst>
            </p:cNvPr>
            <p:cNvSpPr txBox="1"/>
            <p:nvPr/>
          </p:nvSpPr>
          <p:spPr>
            <a:xfrm>
              <a:off x="1436485" y="1983894"/>
              <a:ext cx="46839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50595">
                      <a:lumMod val="60000"/>
                      <a:lumOff val="40000"/>
                    </a:srgbClr>
                  </a:solidFill>
                  <a:effectLst/>
                  <a:uLnTx/>
                  <a:uFillTx/>
                  <a:latin typeface="Cambria" panose="02040503050406030204"/>
                  <a:ea typeface="+mn-ea"/>
                  <a:cs typeface="+mn-cs"/>
                </a:rPr>
                <a:t>R</a:t>
              </a:r>
              <a:r>
                <a:rPr kumimoji="0" lang="en-US" sz="1400" b="0" i="0" u="none" strike="noStrike" kern="1200" cap="none" spc="0" normalizeH="0" baseline="-25000" noProof="0" dirty="0" err="1">
                  <a:ln>
                    <a:noFill/>
                  </a:ln>
                  <a:solidFill>
                    <a:srgbClr val="050595">
                      <a:lumMod val="60000"/>
                      <a:lumOff val="40000"/>
                    </a:srgbClr>
                  </a:solidFill>
                  <a:effectLst/>
                  <a:uLnTx/>
                  <a:uFillTx/>
                  <a:latin typeface="Cambria" panose="02040503050406030204"/>
                  <a:ea typeface="+mn-ea"/>
                  <a:cs typeface="+mn-cs"/>
                </a:rPr>
                <a:t>pot</a:t>
              </a:r>
              <a:endParaRPr kumimoji="0" lang="en-US" sz="1400" b="0" i="0" u="none" strike="noStrike" kern="1200" cap="none" spc="0" normalizeH="0" baseline="0" noProof="0" dirty="0">
                <a:ln>
                  <a:noFill/>
                </a:ln>
                <a:solidFill>
                  <a:srgbClr val="050595">
                    <a:lumMod val="60000"/>
                    <a:lumOff val="40000"/>
                  </a:srgbClr>
                </a:solidFill>
                <a:effectLst/>
                <a:uLnTx/>
                <a:uFillTx/>
                <a:latin typeface="Cambria" panose="02040503050406030204"/>
                <a:ea typeface="+mn-ea"/>
                <a:cs typeface="+mn-cs"/>
              </a:endParaRPr>
            </a:p>
          </p:txBody>
        </p:sp>
      </p:grpSp>
    </p:spTree>
    <p:extLst>
      <p:ext uri="{BB962C8B-B14F-4D97-AF65-F5344CB8AC3E}">
        <p14:creationId xmlns:p14="http://schemas.microsoft.com/office/powerpoint/2010/main" val="2102732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2"/>
                                        </p:tgtEl>
                                        <p:attrNameLst>
                                          <p:attrName>style.visibility</p:attrName>
                                        </p:attrNameLst>
                                      </p:cBhvr>
                                      <p:to>
                                        <p:strVal val="visible"/>
                                      </p:to>
                                    </p:set>
                                    <p:anim calcmode="lin" valueType="num">
                                      <p:cBhvr additive="base">
                                        <p:cTn id="11" dur="500" fill="hold"/>
                                        <p:tgtEl>
                                          <p:spTgt spid="72"/>
                                        </p:tgtEl>
                                        <p:attrNameLst>
                                          <p:attrName>ppt_x</p:attrName>
                                        </p:attrNameLst>
                                      </p:cBhvr>
                                      <p:tavLst>
                                        <p:tav tm="0">
                                          <p:val>
                                            <p:strVal val="#ppt_x"/>
                                          </p:val>
                                        </p:tav>
                                        <p:tav tm="100000">
                                          <p:val>
                                            <p:strVal val="#ppt_x"/>
                                          </p:val>
                                        </p:tav>
                                      </p:tavLst>
                                    </p:anim>
                                    <p:anim calcmode="lin" valueType="num">
                                      <p:cBhvr additive="base">
                                        <p:cTn id="12"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additive="base">
                                        <p:cTn id="35" dur="500" fill="hold"/>
                                        <p:tgtEl>
                                          <p:spTgt spid="28"/>
                                        </p:tgtEl>
                                        <p:attrNameLst>
                                          <p:attrName>ppt_x</p:attrName>
                                        </p:attrNameLst>
                                      </p:cBhvr>
                                      <p:tavLst>
                                        <p:tav tm="0">
                                          <p:val>
                                            <p:strVal val="#ppt_x"/>
                                          </p:val>
                                        </p:tav>
                                        <p:tav tm="100000">
                                          <p:val>
                                            <p:strVal val="#ppt_x"/>
                                          </p:val>
                                        </p:tav>
                                      </p:tavLst>
                                    </p:anim>
                                    <p:anim calcmode="lin" valueType="num">
                                      <p:cBhvr additive="base">
                                        <p:cTn id="3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3621" y="0"/>
            <a:ext cx="6046321" cy="533400"/>
          </a:xfrm>
        </p:spPr>
        <p:txBody>
          <a:bodyPr>
            <a:noAutofit/>
          </a:bodyPr>
          <a:lstStyle/>
          <a:p>
            <a:pPr algn="ctr"/>
            <a:r>
              <a:rPr lang="en-US" dirty="0"/>
              <a:t>Potentiometer Example</a:t>
            </a:r>
          </a:p>
        </p:txBody>
      </p:sp>
      <mc:AlternateContent xmlns:mc="http://schemas.openxmlformats.org/markup-compatibility/2006" xmlns:a14="http://schemas.microsoft.com/office/drawing/2010/main">
        <mc:Choice Requires="a14">
          <p:sp>
            <p:nvSpPr>
              <p:cNvPr id="8" name="Rectangle 7"/>
              <p:cNvSpPr/>
              <p:nvPr/>
            </p:nvSpPr>
            <p:spPr>
              <a:xfrm>
                <a:off x="230628" y="533400"/>
                <a:ext cx="11772306" cy="6225807"/>
              </a:xfrm>
              <a:prstGeom prst="rect">
                <a:avLst/>
              </a:prstGeom>
              <a:solidFill>
                <a:schemeClr val="tx1">
                  <a:lumMod val="95000"/>
                </a:schemeClr>
              </a:solidFill>
              <a:ln w="38100" cmpd="thickThin">
                <a:solidFill>
                  <a:schemeClr val="accent1"/>
                </a:solidFill>
              </a:ln>
            </p:spPr>
            <p:txBody>
              <a:bodyPr wrap="square">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For the adjacent schematic,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R</a:t>
                </a:r>
                <a:r>
                  <a:rPr kumimoji="0" lang="en-US" sz="1800" b="0" i="0" u="none" strike="noStrike" kern="1200" cap="none" spc="0" normalizeH="0" baseline="-25000" noProof="0" dirty="0" err="1">
                    <a:ln>
                      <a:noFill/>
                    </a:ln>
                    <a:solidFill>
                      <a:srgbClr val="000000"/>
                    </a:solidFill>
                    <a:effectLst/>
                    <a:uLnTx/>
                    <a:uFillTx/>
                    <a:latin typeface="Cambria" panose="02040503050406030204"/>
                    <a:ea typeface="+mn-ea"/>
                    <a:cs typeface="+mn-cs"/>
                  </a:rPr>
                  <a:t>pot</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represents a potentiometer with total resistance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of 500 Ω. The potentiometer wiper can be adjusted so that at one adjustment limit all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500 Ω of resistance are below the wiper, and at the other adjustment limit all 500 Ω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of resistance are above the wiper. Solve for the wiper voltage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v</a:t>
                </a:r>
                <a:r>
                  <a:rPr kumimoji="0" lang="en-US" sz="1800" b="0" i="0" u="none" strike="noStrike" kern="1200" cap="none" spc="0" normalizeH="0" baseline="-25000" noProof="0" dirty="0" err="1">
                    <a:ln>
                      <a:noFill/>
                    </a:ln>
                    <a:solidFill>
                      <a:srgbClr val="000000"/>
                    </a:solidFill>
                    <a:effectLst/>
                    <a:uLnTx/>
                    <a:uFillTx/>
                    <a:latin typeface="Cambria" panose="02040503050406030204"/>
                    <a:ea typeface="+mn-ea"/>
                    <a:cs typeface="+mn-cs"/>
                  </a:rPr>
                  <a:t>wiper</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the two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adjustment limits, i.e.,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V</a:t>
                </a:r>
                <a:r>
                  <a:rPr kumimoji="0" lang="en-US" sz="1800" b="0" i="0" u="none" strike="noStrike" kern="1200" cap="none" spc="0" normalizeH="0" baseline="-25000" noProof="0" dirty="0" err="1">
                    <a:ln>
                      <a:noFill/>
                    </a:ln>
                    <a:solidFill>
                      <a:srgbClr val="000000"/>
                    </a:solidFill>
                    <a:effectLst/>
                    <a:uLnTx/>
                    <a:uFillTx/>
                    <a:latin typeface="Cambria" panose="02040503050406030204"/>
                    <a:ea typeface="+mn-ea"/>
                    <a:cs typeface="+mn-cs"/>
                  </a:rPr>
                  <a:t>wiper_max</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and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V</a:t>
                </a:r>
                <a:r>
                  <a:rPr kumimoji="0" lang="en-US" sz="1800" b="0" i="0" u="none" strike="noStrike" kern="1200" cap="none" spc="0" normalizeH="0" baseline="-25000" noProof="0" dirty="0" err="1">
                    <a:ln>
                      <a:noFill/>
                    </a:ln>
                    <a:solidFill>
                      <a:srgbClr val="000000"/>
                    </a:solidFill>
                    <a:effectLst/>
                    <a:uLnTx/>
                    <a:uFillTx/>
                    <a:latin typeface="Cambria" panose="02040503050406030204"/>
                    <a:ea typeface="+mn-ea"/>
                    <a:cs typeface="+mn-cs"/>
                  </a:rPr>
                  <a:t>wiper_min</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using the voltage divider relationship.</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top</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bot</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pot</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2=2.5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k</m:t>
                      </m:r>
                      <m:r>
                        <a:rPr kumimoji="0" lang="el-GR"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Ω</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p>
              <a:p>
                <a:pPr lvl="0" fontAlgn="base">
                  <a:spcBef>
                    <a:spcPct val="0"/>
                  </a:spcBef>
                  <a:spcAft>
                    <a:spcPct val="0"/>
                  </a:spcAf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wiper</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sub>
                              </m:sSub>
                            </m:e>
                          </m:d>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bot</m:t>
                              </m:r>
                            </m:sub>
                          </m:sSub>
                        </m:num>
                        <m:den>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top</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bot</m:t>
                              </m:r>
                            </m:sub>
                          </m:sSub>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lang="en-US" i="1">
                              <a:solidFill>
                                <a:srgbClr val="000000"/>
                              </a:solidFill>
                              <a:latin typeface="Cambria Math" panose="02040503050406030204" pitchFamily="18" charset="0"/>
                            </a:rPr>
                          </m:ctrlPr>
                        </m:fPr>
                        <m:num>
                          <m:d>
                            <m:dPr>
                              <m:ctrlPr>
                                <a:rPr lang="en-US" i="1">
                                  <a:solidFill>
                                    <a:srgbClr val="000000"/>
                                  </a:solidFill>
                                  <a:latin typeface="Cambria Math" panose="02040503050406030204" pitchFamily="18" charset="0"/>
                                </a:rPr>
                              </m:ctrlPr>
                            </m:dPr>
                            <m:e>
                              <m:r>
                                <a:rPr lang="en-US">
                                  <a:solidFill>
                                    <a:srgbClr val="000000"/>
                                  </a:solidFill>
                                  <a:latin typeface="Cambria Math" panose="02040503050406030204" pitchFamily="18" charset="0"/>
                                </a:rPr>
                                <m:t>10 </m:t>
                              </m:r>
                              <m:r>
                                <m:rPr>
                                  <m:sty m:val="p"/>
                                </m:rPr>
                                <a:rPr lang="en-US">
                                  <a:solidFill>
                                    <a:srgbClr val="000000"/>
                                  </a:solidFill>
                                  <a:latin typeface="Cambria Math" panose="02040503050406030204" pitchFamily="18" charset="0"/>
                                </a:rPr>
                                <m:t>V</m:t>
                              </m:r>
                            </m:e>
                          </m:d>
                          <m:sSub>
                            <m:sSubPr>
                              <m:ctrlPr>
                                <a:rPr lang="en-US" i="1">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R</m:t>
                              </m:r>
                            </m:e>
                            <m:sub>
                              <m:r>
                                <m:rPr>
                                  <m:sty m:val="p"/>
                                </m:rPr>
                                <a:rPr lang="en-US">
                                  <a:solidFill>
                                    <a:srgbClr val="000000"/>
                                  </a:solidFill>
                                  <a:latin typeface="Cambria Math" panose="02040503050406030204" pitchFamily="18" charset="0"/>
                                </a:rPr>
                                <m:t>bot</m:t>
                              </m:r>
                            </m:sub>
                          </m:sSub>
                        </m:num>
                        <m:den>
                          <m:r>
                            <a:rPr lang="en-US">
                              <a:solidFill>
                                <a:srgbClr val="000000"/>
                              </a:solidFill>
                              <a:latin typeface="Cambria Math" panose="02040503050406030204" pitchFamily="18" charset="0"/>
                            </a:rPr>
                            <m:t>2.5 </m:t>
                          </m:r>
                          <m:r>
                            <m:rPr>
                              <m:sty m:val="p"/>
                            </m:rPr>
                            <a:rPr lang="en-US">
                              <a:solidFill>
                                <a:srgbClr val="000000"/>
                              </a:solidFill>
                              <a:latin typeface="Cambria Math" panose="02040503050406030204" pitchFamily="18" charset="0"/>
                            </a:rPr>
                            <m:t>k</m:t>
                          </m:r>
                          <m:r>
                            <a:rPr lang="el-GR">
                              <a:solidFill>
                                <a:srgbClr val="000000"/>
                              </a:solidFill>
                              <a:latin typeface="Cambria Math" panose="02040503050406030204" pitchFamily="18" charset="0"/>
                            </a:rPr>
                            <m:t>Ω</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wiper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10 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d>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bot</m:t>
                              </m:r>
                            </m:sub>
                          </m:sSub>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2.5 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wiper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max</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d>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bot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max</m:t>
                              </m:r>
                            </m:sub>
                          </m:sSub>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2.5 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d>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.5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l-GR"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Ω</m:t>
                              </m:r>
                            </m:e>
                          </m:d>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2.5 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=6.00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wiper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max</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6.00 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wiper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min</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d>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bot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min</m:t>
                              </m:r>
                            </m:sub>
                          </m:sSub>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2.5 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d>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e>
                          </m:d>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2.5 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wiper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min</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For the wiper set so that there is 250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Ω</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 above the wiper and 250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Ω</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 i.e., in exact middle of the trim pot, the wiper the output voltage would be as follows: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wiper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d>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bot</m:t>
                              </m:r>
                            </m:sub>
                          </m:sSub>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2.5 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d>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5 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e>
                          </m:d>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2.5 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k</m:t>
                          </m:r>
                          <m: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wiper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5.00 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V</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230628" y="533400"/>
                <a:ext cx="11772306" cy="6225807"/>
              </a:xfrm>
              <a:prstGeom prst="rect">
                <a:avLst/>
              </a:prstGeom>
              <a:blipFill>
                <a:blip r:embed="rId2"/>
                <a:stretch>
                  <a:fillRect l="-310" t="-389" r="-465"/>
                </a:stretch>
              </a:blipFill>
              <a:ln w="38100" cmpd="thickThin">
                <a:solidFill>
                  <a:schemeClr val="accent1"/>
                </a:solidFill>
              </a:ln>
            </p:spPr>
            <p:txBody>
              <a:bodyPr/>
              <a:lstStyle/>
              <a:p>
                <a:r>
                  <a:rPr lang="en-US">
                    <a:noFill/>
                  </a:rPr>
                  <a:t> </a:t>
                </a:r>
              </a:p>
            </p:txBody>
          </p:sp>
        </mc:Fallback>
      </mc:AlternateContent>
      <p:pic>
        <p:nvPicPr>
          <p:cNvPr id="4" name="Picture 3">
            <a:extLst>
              <a:ext uri="{FF2B5EF4-FFF2-40B4-BE49-F238E27FC236}">
                <a16:creationId xmlns:a16="http://schemas.microsoft.com/office/drawing/2014/main" id="{4529BF70-07CD-410F-9FCE-C63B9E7F9D9B}"/>
              </a:ext>
            </a:extLst>
          </p:cNvPr>
          <p:cNvPicPr>
            <a:picLocks noChangeAspect="1"/>
          </p:cNvPicPr>
          <p:nvPr/>
        </p:nvPicPr>
        <p:blipFill>
          <a:blip r:embed="rId3"/>
          <a:stretch>
            <a:fillRect/>
          </a:stretch>
        </p:blipFill>
        <p:spPr>
          <a:xfrm>
            <a:off x="8707772" y="597717"/>
            <a:ext cx="3253600" cy="2720650"/>
          </a:xfrm>
          <a:prstGeom prst="rect">
            <a:avLst/>
          </a:prstGeom>
        </p:spPr>
      </p:pic>
    </p:spTree>
    <p:extLst>
      <p:ext uri="{BB962C8B-B14F-4D97-AF65-F5344CB8AC3E}">
        <p14:creationId xmlns:p14="http://schemas.microsoft.com/office/powerpoint/2010/main" val="3100123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anim calcmode="lin" valueType="num">
                                      <p:cBhvr additive="base">
                                        <p:cTn id="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7" end="7"/>
                                            </p:txEl>
                                          </p:spTgt>
                                        </p:tgtEl>
                                        <p:attrNameLst>
                                          <p:attrName>style.visibility</p:attrName>
                                        </p:attrNameLst>
                                      </p:cBhvr>
                                      <p:to>
                                        <p:strVal val="visible"/>
                                      </p:to>
                                    </p:set>
                                    <p:anim calcmode="lin" valueType="num">
                                      <p:cBhvr additive="base">
                                        <p:cTn id="11"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8" end="8"/>
                                            </p:txEl>
                                          </p:spTgt>
                                        </p:tgtEl>
                                        <p:attrNameLst>
                                          <p:attrName>style.visibility</p:attrName>
                                        </p:attrNameLst>
                                      </p:cBhvr>
                                      <p:to>
                                        <p:strVal val="visible"/>
                                      </p:to>
                                    </p:set>
                                    <p:anim calcmode="lin" valueType="num">
                                      <p:cBhvr additive="base">
                                        <p:cTn id="15"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10" end="10"/>
                                            </p:txEl>
                                          </p:spTgt>
                                        </p:tgtEl>
                                        <p:attrNameLst>
                                          <p:attrName>style.visibility</p:attrName>
                                        </p:attrNameLst>
                                      </p:cBhvr>
                                      <p:to>
                                        <p:strVal val="visible"/>
                                      </p:to>
                                    </p:set>
                                    <p:anim calcmode="lin" valueType="num">
                                      <p:cBhvr additive="base">
                                        <p:cTn id="21"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xEl>
                                              <p:pRg st="12" end="12"/>
                                            </p:txEl>
                                          </p:spTgt>
                                        </p:tgtEl>
                                        <p:attrNameLst>
                                          <p:attrName>style.visibility</p:attrName>
                                        </p:attrNameLst>
                                      </p:cBhvr>
                                      <p:to>
                                        <p:strVal val="visible"/>
                                      </p:to>
                                    </p:set>
                                    <p:anim calcmode="lin" valueType="num">
                                      <p:cBhvr additive="base">
                                        <p:cTn id="27"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
                                            <p:txEl>
                                              <p:pRg st="14" end="14"/>
                                            </p:txEl>
                                          </p:spTgt>
                                        </p:tgtEl>
                                        <p:attrNameLst>
                                          <p:attrName>style.visibility</p:attrName>
                                        </p:attrNameLst>
                                      </p:cBhvr>
                                      <p:to>
                                        <p:strVal val="visible"/>
                                      </p:to>
                                    </p:set>
                                    <p:anim calcmode="lin" valueType="num">
                                      <p:cBhvr additive="base">
                                        <p:cTn id="33" dur="500" fill="hold"/>
                                        <p:tgtEl>
                                          <p:spTgt spid="8">
                                            <p:txEl>
                                              <p:pRg st="14" end="1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
                                            <p:txEl>
                                              <p:pRg st="14" end="14"/>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8">
                                            <p:txEl>
                                              <p:pRg st="16" end="16"/>
                                            </p:txEl>
                                          </p:spTgt>
                                        </p:tgtEl>
                                        <p:attrNameLst>
                                          <p:attrName>style.visibility</p:attrName>
                                        </p:attrNameLst>
                                      </p:cBhvr>
                                      <p:to>
                                        <p:strVal val="visible"/>
                                      </p:to>
                                    </p:set>
                                    <p:anim calcmode="lin" valueType="num">
                                      <p:cBhvr additive="base">
                                        <p:cTn id="37" dur="500" fill="hold"/>
                                        <p:tgtEl>
                                          <p:spTgt spid="8">
                                            <p:txEl>
                                              <p:pRg st="16" end="1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3897" y="28981"/>
            <a:ext cx="7025419" cy="533400"/>
          </a:xfrm>
        </p:spPr>
        <p:txBody>
          <a:bodyPr>
            <a:noAutofit/>
          </a:bodyPr>
          <a:lstStyle/>
          <a:p>
            <a:pPr algn="ctr"/>
            <a:r>
              <a:rPr lang="en-US" sz="4000" dirty="0"/>
              <a:t>Digital Multi-Meter </a:t>
            </a:r>
            <a:r>
              <a:rPr lang="en-US" sz="3200" dirty="0">
                <a:sym typeface="Wingdings" panose="05000000000000000000" pitchFamily="2" charset="2"/>
              </a:rPr>
              <a:t></a:t>
            </a:r>
            <a:r>
              <a:rPr lang="en-US" sz="4000" dirty="0"/>
              <a:t> DMM</a:t>
            </a:r>
          </a:p>
        </p:txBody>
      </p:sp>
      <p:sp>
        <p:nvSpPr>
          <p:cNvPr id="8" name="Rectangle 7"/>
          <p:cNvSpPr/>
          <p:nvPr/>
        </p:nvSpPr>
        <p:spPr>
          <a:xfrm>
            <a:off x="268448" y="683076"/>
            <a:ext cx="11718526" cy="5909310"/>
          </a:xfrm>
          <a:prstGeom prst="rect">
            <a:avLst/>
          </a:prstGeom>
          <a:solidFill>
            <a:schemeClr val="tx1">
              <a:lumMod val="95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fontAlgn="base">
              <a:spcBef>
                <a:spcPct val="0"/>
              </a:spcBef>
              <a:spcAft>
                <a:spcPct val="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Hand held DMMs use a 5 element voltage divider to generate 5 input voltage ranges.</a:t>
            </a: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446432" y="1112532"/>
            <a:ext cx="3312606" cy="5367973"/>
          </a:xfrm>
          <a:prstGeom prst="rect">
            <a:avLst/>
          </a:prstGeom>
        </p:spPr>
      </p:pic>
      <p:sp>
        <p:nvSpPr>
          <p:cNvPr id="4" name="Right Arrow 3"/>
          <p:cNvSpPr/>
          <p:nvPr/>
        </p:nvSpPr>
        <p:spPr bwMode="auto">
          <a:xfrm>
            <a:off x="4311941" y="1862111"/>
            <a:ext cx="1115736" cy="813977"/>
          </a:xfrm>
          <a:prstGeom prst="rightArrow">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sp>
        <p:nvSpPr>
          <p:cNvPr id="7" name="TextBox 6"/>
          <p:cNvSpPr txBox="1"/>
          <p:nvPr/>
        </p:nvSpPr>
        <p:spPr>
          <a:xfrm>
            <a:off x="4169328" y="3927047"/>
            <a:ext cx="7576240" cy="2308324"/>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rPr>
              <a:t>While this is an inexpensive way to arrive at 5 different voltage ranges, it results in an input resistance/impedance of 10 M</a:t>
            </a:r>
            <a:r>
              <a:rPr lang="el-GR" dirty="0">
                <a:solidFill>
                  <a:schemeClr val="bg1"/>
                </a:solidFill>
                <a:latin typeface="Cambria Math" panose="02040503050406030204" pitchFamily="18" charset="0"/>
                <a:ea typeface="Cambria Math" panose="02040503050406030204" pitchFamily="18" charset="0"/>
              </a:rPr>
              <a:t>Ω</a:t>
            </a:r>
            <a:r>
              <a:rPr lang="en-US" dirty="0">
                <a:solidFill>
                  <a:schemeClr val="bg1"/>
                </a:solidFill>
                <a:latin typeface="Cambria Math" panose="02040503050406030204" pitchFamily="18" charset="0"/>
                <a:ea typeface="Cambria Math" panose="02040503050406030204" pitchFamily="18" charset="0"/>
              </a:rPr>
              <a:t>.</a:t>
            </a:r>
          </a:p>
          <a:p>
            <a:endParaRPr lang="en-US" dirty="0">
              <a:solidFill>
                <a:schemeClr val="bg1"/>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rPr>
              <a:t>Consequently, when measuring a 10 V DC input, the DMM takes (10 V)/(10 M</a:t>
            </a:r>
            <a:r>
              <a:rPr lang="el-GR" dirty="0">
                <a:solidFill>
                  <a:schemeClr val="bg1"/>
                </a:solidFill>
                <a:latin typeface="Cambria Math" panose="02040503050406030204" pitchFamily="18" charset="0"/>
                <a:ea typeface="Cambria Math" panose="02040503050406030204" pitchFamily="18" charset="0"/>
              </a:rPr>
              <a:t> Ω</a:t>
            </a:r>
            <a:r>
              <a:rPr lang="en-US" dirty="0">
                <a:solidFill>
                  <a:schemeClr val="bg1"/>
                </a:solidFill>
                <a:latin typeface="Cambria Math" panose="02040503050406030204" pitchFamily="18" charset="0"/>
                <a:ea typeface="Cambria Math" panose="02040503050406030204" pitchFamily="18" charset="0"/>
              </a:rPr>
              <a:t>) = 1 µA from the circuit.</a:t>
            </a:r>
          </a:p>
          <a:p>
            <a:endParaRPr lang="en-US" dirty="0">
              <a:solidFill>
                <a:schemeClr val="bg1"/>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rPr>
              <a:t>While this is not noticeable for most circuits, it becomes noticeable for high-resistance, i.e., low-current circuits.</a:t>
            </a:r>
          </a:p>
        </p:txBody>
      </p:sp>
      <p:pic>
        <p:nvPicPr>
          <p:cNvPr id="3" name="Picture 2">
            <a:extLst>
              <a:ext uri="{FF2B5EF4-FFF2-40B4-BE49-F238E27FC236}">
                <a16:creationId xmlns:a16="http://schemas.microsoft.com/office/drawing/2014/main" id="{09072187-9D36-403D-81B5-DB47E27DF1A9}"/>
              </a:ext>
            </a:extLst>
          </p:cNvPr>
          <p:cNvPicPr>
            <a:picLocks noChangeAspect="1"/>
          </p:cNvPicPr>
          <p:nvPr/>
        </p:nvPicPr>
        <p:blipFill>
          <a:blip r:embed="rId4"/>
          <a:stretch>
            <a:fillRect/>
          </a:stretch>
        </p:blipFill>
        <p:spPr>
          <a:xfrm>
            <a:off x="5936413" y="1151928"/>
            <a:ext cx="4534039" cy="2543940"/>
          </a:xfrm>
          <a:prstGeom prst="rect">
            <a:avLst/>
          </a:prstGeom>
        </p:spPr>
      </p:pic>
    </p:spTree>
    <p:extLst>
      <p:ext uri="{BB962C8B-B14F-4D97-AF65-F5344CB8AC3E}">
        <p14:creationId xmlns:p14="http://schemas.microsoft.com/office/powerpoint/2010/main" val="1036984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9731" y="24277"/>
            <a:ext cx="8000075" cy="533400"/>
          </a:xfrm>
        </p:spPr>
        <p:txBody>
          <a:bodyPr>
            <a:noAutofit/>
          </a:bodyPr>
          <a:lstStyle/>
          <a:p>
            <a:pPr algn="ctr"/>
            <a:r>
              <a:rPr lang="en-US" sz="4000" dirty="0"/>
              <a:t>10X and 1X Oscilloscope Probes</a:t>
            </a:r>
          </a:p>
        </p:txBody>
      </p:sp>
      <mc:AlternateContent xmlns:mc="http://schemas.openxmlformats.org/markup-compatibility/2006" xmlns:a14="http://schemas.microsoft.com/office/drawing/2010/main">
        <mc:Choice Requires="a14">
          <p:sp>
            <p:nvSpPr>
              <p:cNvPr id="8" name="Rectangle 7"/>
              <p:cNvSpPr/>
              <p:nvPr/>
            </p:nvSpPr>
            <p:spPr>
              <a:xfrm>
                <a:off x="296562" y="750188"/>
                <a:ext cx="11261123" cy="6002156"/>
              </a:xfrm>
              <a:prstGeom prst="rect">
                <a:avLst/>
              </a:prstGeom>
              <a:solidFill>
                <a:schemeClr val="tx1">
                  <a:lumMod val="95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fontAlgn="base">
                  <a:spcBef>
                    <a:spcPct val="0"/>
                  </a:spcBef>
                  <a:spcAft>
                    <a:spcPct val="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Most common type and/or setting for an oscilloscope probe is 10X, which utilizes a 9 M</a:t>
                </a:r>
                <a:r>
                  <a:rPr lang="el-GR" dirty="0">
                    <a:solidFill>
                      <a:srgbClr val="000000"/>
                    </a:solidFill>
                    <a:latin typeface="Cambria Math" panose="02040503050406030204" pitchFamily="18" charset="0"/>
                    <a:ea typeface="Cambria Math" panose="02040503050406030204" pitchFamily="18" charset="0"/>
                  </a:rPr>
                  <a:t>Ω</a:t>
                </a:r>
                <a:r>
                  <a:rPr lang="en-US" dirty="0">
                    <a:solidFill>
                      <a:srgbClr val="000000"/>
                    </a:solidFill>
                    <a:latin typeface="Cambria Math" panose="02040503050406030204" pitchFamily="18" charset="0"/>
                    <a:ea typeface="Cambria Math" panose="02040503050406030204" pitchFamily="18" charset="0"/>
                  </a:rPr>
                  <a:t> - 1 M</a:t>
                </a:r>
                <a:r>
                  <a:rPr lang="el-GR" dirty="0">
                    <a:solidFill>
                      <a:srgbClr val="000000"/>
                    </a:solidFill>
                    <a:latin typeface="Cambria Math" panose="02040503050406030204" pitchFamily="18" charset="0"/>
                    <a:ea typeface="Cambria Math" panose="02040503050406030204" pitchFamily="18" charset="0"/>
                  </a:rPr>
                  <a:t>Ω</a:t>
                </a:r>
                <a:r>
                  <a:rPr lang="en-US" dirty="0">
                    <a:solidFill>
                      <a:srgbClr val="000000"/>
                    </a:solidFill>
                    <a:latin typeface="Cambria Math" panose="02040503050406030204" pitchFamily="18" charset="0"/>
                    <a:ea typeface="Cambria Math" panose="02040503050406030204" pitchFamily="18" charset="0"/>
                  </a:rPr>
                  <a:t> voltage divider, attenuating the input signal by a factor of  </a:t>
                </a:r>
                <a14:m>
                  <m:oMath xmlns:m="http://schemas.openxmlformats.org/officeDocument/2006/math">
                    <m:f>
                      <m:fPr>
                        <m:ctrlPr>
                          <a:rPr lang="en-US" i="1">
                            <a:solidFill>
                              <a:srgbClr val="000000"/>
                            </a:solidFill>
                            <a:latin typeface="Cambria Math" panose="02040503050406030204" pitchFamily="18" charset="0"/>
                            <a:ea typeface="Cambria Math" panose="02040503050406030204" pitchFamily="18" charset="0"/>
                          </a:rPr>
                        </m:ctrlPr>
                      </m:fPr>
                      <m:num>
                        <m:r>
                          <a:rPr lang="en-US">
                            <a:solidFill>
                              <a:srgbClr val="000000"/>
                            </a:solidFill>
                            <a:latin typeface="Cambria Math" panose="02040503050406030204" pitchFamily="18" charset="0"/>
                            <a:ea typeface="Cambria Math" panose="02040503050406030204" pitchFamily="18" charset="0"/>
                          </a:rPr>
                          <m:t>9 </m:t>
                        </m:r>
                        <m:r>
                          <m:rPr>
                            <m:sty m:val="p"/>
                          </m:rPr>
                          <a:rPr lang="en-US">
                            <a:solidFill>
                              <a:srgbClr val="000000"/>
                            </a:solidFill>
                            <a:latin typeface="Cambria Math" panose="02040503050406030204" pitchFamily="18" charset="0"/>
                            <a:ea typeface="Cambria Math" panose="02040503050406030204" pitchFamily="18" charset="0"/>
                          </a:rPr>
                          <m:t>M</m:t>
                        </m:r>
                        <m:r>
                          <a:rPr lang="el-GR">
                            <a:solidFill>
                              <a:srgbClr val="000000"/>
                            </a:solidFill>
                            <a:latin typeface="Cambria Math" panose="02040503050406030204" pitchFamily="18" charset="0"/>
                            <a:ea typeface="Cambria Math" panose="02040503050406030204" pitchFamily="18" charset="0"/>
                          </a:rPr>
                          <m:t>Ω</m:t>
                        </m:r>
                        <m:r>
                          <a:rPr lang="en-US">
                            <a:solidFill>
                              <a:srgbClr val="000000"/>
                            </a:solidFill>
                            <a:latin typeface="Cambria Math" panose="02040503050406030204" pitchFamily="18" charset="0"/>
                            <a:ea typeface="Cambria Math" panose="02040503050406030204" pitchFamily="18" charset="0"/>
                          </a:rPr>
                          <m:t>+ 1 </m:t>
                        </m:r>
                        <m:r>
                          <m:rPr>
                            <m:sty m:val="p"/>
                          </m:rPr>
                          <a:rPr lang="en-US">
                            <a:solidFill>
                              <a:srgbClr val="000000"/>
                            </a:solidFill>
                            <a:latin typeface="Cambria Math" panose="02040503050406030204" pitchFamily="18" charset="0"/>
                            <a:ea typeface="Cambria Math" panose="02040503050406030204" pitchFamily="18" charset="0"/>
                          </a:rPr>
                          <m:t>M</m:t>
                        </m:r>
                        <m:r>
                          <a:rPr lang="el-GR">
                            <a:solidFill>
                              <a:srgbClr val="000000"/>
                            </a:solidFill>
                            <a:latin typeface="Cambria Math" panose="02040503050406030204" pitchFamily="18" charset="0"/>
                            <a:ea typeface="Cambria Math" panose="02040503050406030204" pitchFamily="18" charset="0"/>
                          </a:rPr>
                          <m:t>Ω</m:t>
                        </m:r>
                      </m:num>
                      <m:den>
                        <m:r>
                          <a:rPr lang="en-US">
                            <a:solidFill>
                              <a:srgbClr val="000000"/>
                            </a:solidFill>
                            <a:latin typeface="Cambria Math" panose="02040503050406030204" pitchFamily="18" charset="0"/>
                            <a:ea typeface="Cambria Math" panose="02040503050406030204" pitchFamily="18" charset="0"/>
                          </a:rPr>
                          <m:t>1 </m:t>
                        </m:r>
                        <m:r>
                          <m:rPr>
                            <m:sty m:val="p"/>
                          </m:rPr>
                          <a:rPr lang="en-US">
                            <a:solidFill>
                              <a:srgbClr val="000000"/>
                            </a:solidFill>
                            <a:latin typeface="Cambria Math" panose="02040503050406030204" pitchFamily="18" charset="0"/>
                            <a:ea typeface="Cambria Math" panose="02040503050406030204" pitchFamily="18" charset="0"/>
                          </a:rPr>
                          <m:t>M</m:t>
                        </m:r>
                        <m:r>
                          <a:rPr lang="el-GR">
                            <a:solidFill>
                              <a:srgbClr val="000000"/>
                            </a:solidFill>
                            <a:latin typeface="Cambria Math" panose="02040503050406030204" pitchFamily="18" charset="0"/>
                            <a:ea typeface="Cambria Math" panose="02040503050406030204" pitchFamily="18" charset="0"/>
                          </a:rPr>
                          <m:t>Ω</m:t>
                        </m:r>
                      </m:den>
                    </m:f>
                    <m:r>
                      <a:rPr lang="en-US" i="1">
                        <a:solidFill>
                          <a:srgbClr val="000000"/>
                        </a:solidFill>
                        <a:latin typeface="Cambria Math" panose="02040503050406030204" pitchFamily="18" charset="0"/>
                        <a:ea typeface="Cambria Math" panose="02040503050406030204" pitchFamily="18" charset="0"/>
                      </a:rPr>
                      <m:t>= </m:t>
                    </m:r>
                  </m:oMath>
                </a14:m>
                <a:r>
                  <a:rPr lang="en-US" dirty="0">
                    <a:solidFill>
                      <a:srgbClr val="000000"/>
                    </a:solidFill>
                    <a:latin typeface="Cambria Math" panose="02040503050406030204" pitchFamily="18" charset="0"/>
                    <a:ea typeface="Cambria Math" panose="02040503050406030204" pitchFamily="18" charset="0"/>
                  </a:rPr>
                  <a:t>10.</a:t>
                </a: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The resulting input impedance of a 10X probe is 10 M</a:t>
                </a:r>
                <a:r>
                  <a:rPr lang="el-GR" dirty="0">
                    <a:solidFill>
                      <a:srgbClr val="000000"/>
                    </a:solidFill>
                    <a:latin typeface="Cambria Math" panose="02040503050406030204" pitchFamily="18" charset="0"/>
                    <a:ea typeface="Cambria Math" panose="02040503050406030204" pitchFamily="18" charset="0"/>
                  </a:rPr>
                  <a:t>Ω</a:t>
                </a:r>
                <a:r>
                  <a:rPr lang="en-US" dirty="0">
                    <a:solidFill>
                      <a:srgbClr val="000000"/>
                    </a:solidFill>
                    <a:latin typeface="Cambria Math" panose="02040503050406030204" pitchFamily="18" charset="0"/>
                    <a:ea typeface="Cambria Math" panose="02040503050406030204" pitchFamily="18" charset="0"/>
                  </a:rPr>
                  <a:t>, versus 1 M</a:t>
                </a:r>
                <a:r>
                  <a:rPr lang="el-GR" dirty="0">
                    <a:solidFill>
                      <a:srgbClr val="000000"/>
                    </a:solidFill>
                    <a:latin typeface="Cambria Math" panose="02040503050406030204" pitchFamily="18" charset="0"/>
                    <a:ea typeface="Cambria Math" panose="02040503050406030204" pitchFamily="18" charset="0"/>
                  </a:rPr>
                  <a:t>Ω</a:t>
                </a:r>
                <a:r>
                  <a:rPr lang="en-US" dirty="0">
                    <a:solidFill>
                      <a:srgbClr val="000000"/>
                    </a:solidFill>
                    <a:latin typeface="Cambria Math" panose="02040503050406030204" pitchFamily="18" charset="0"/>
                    <a:ea typeface="Cambria Math" panose="02040503050406030204" pitchFamily="18" charset="0"/>
                  </a:rPr>
                  <a:t> for a 1X probe. 1X probe simply bypasses the input resistor and capacitor.</a:t>
                </a: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Capacitance is also reduced for a 10X, versus 1X probe, resulting in less circuit loading. </a:t>
                </a: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So 10X oscilloscope probes utilize a voltage divider as follows:</a:t>
                </a: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fontAlgn="base">
                  <a:spcBef>
                    <a:spcPct val="0"/>
                  </a:spcBef>
                  <a:spcAft>
                    <a:spcPct val="0"/>
                  </a:spcAft>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V</m:t>
                          </m:r>
                        </m:e>
                        <m:sub>
                          <m:r>
                            <m:rPr>
                              <m:sty m:val="p"/>
                            </m:rPr>
                            <a:rPr lang="en-US">
                              <a:solidFill>
                                <a:srgbClr val="000000"/>
                              </a:solidFill>
                              <a:latin typeface="Cambria Math" panose="02040503050406030204" pitchFamily="18" charset="0"/>
                              <a:ea typeface="Cambria Math" panose="02040503050406030204" pitchFamily="18" charset="0"/>
                            </a:rPr>
                            <m:t>oscilloscope</m:t>
                          </m:r>
                        </m:sub>
                      </m:sSub>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V</m:t>
                          </m:r>
                        </m:e>
                        <m:sub>
                          <m:r>
                            <m:rPr>
                              <m:sty m:val="p"/>
                            </m:rPr>
                            <a:rPr lang="en-US">
                              <a:solidFill>
                                <a:srgbClr val="000000"/>
                              </a:solidFill>
                              <a:latin typeface="Cambria Math" panose="02040503050406030204" pitchFamily="18" charset="0"/>
                              <a:ea typeface="Cambria Math" panose="02040503050406030204" pitchFamily="18" charset="0"/>
                            </a:rPr>
                            <m:t>probe</m:t>
                          </m:r>
                          <m:r>
                            <a:rPr lang="en-US">
                              <a:solidFill>
                                <a:srgbClr val="000000"/>
                              </a:solidFill>
                              <a:latin typeface="Cambria Math" panose="02040503050406030204" pitchFamily="18" charset="0"/>
                              <a:ea typeface="Cambria Math" panose="02040503050406030204" pitchFamily="18" charset="0"/>
                            </a:rPr>
                            <m:t>_</m:t>
                          </m:r>
                          <m:r>
                            <m:rPr>
                              <m:sty m:val="p"/>
                            </m:rPr>
                            <a:rPr lang="en-US">
                              <a:solidFill>
                                <a:srgbClr val="000000"/>
                              </a:solidFill>
                              <a:latin typeface="Cambria Math" panose="02040503050406030204" pitchFamily="18" charset="0"/>
                              <a:ea typeface="Cambria Math" panose="02040503050406030204" pitchFamily="18" charset="0"/>
                            </a:rPr>
                            <m:t>tip</m:t>
                          </m:r>
                        </m:sub>
                      </m:sSub>
                      <m:f>
                        <m:fPr>
                          <m:ctrlPr>
                            <a:rPr lang="en-US" i="1">
                              <a:solidFill>
                                <a:srgbClr val="000000"/>
                              </a:solidFill>
                              <a:latin typeface="Cambria Math" panose="02040503050406030204" pitchFamily="18" charset="0"/>
                              <a:ea typeface="Cambria Math" panose="02040503050406030204" pitchFamily="18" charset="0"/>
                            </a:rPr>
                          </m:ctrlPr>
                        </m:fPr>
                        <m:num>
                          <m:r>
                            <a:rPr lang="en-US">
                              <a:solidFill>
                                <a:srgbClr val="000000"/>
                              </a:solidFill>
                              <a:latin typeface="Cambria Math" panose="02040503050406030204" pitchFamily="18" charset="0"/>
                              <a:ea typeface="Cambria Math" panose="02040503050406030204" pitchFamily="18" charset="0"/>
                            </a:rPr>
                            <m:t>1 </m:t>
                          </m:r>
                          <m:r>
                            <m:rPr>
                              <m:sty m:val="p"/>
                            </m:rPr>
                            <a:rPr lang="en-US">
                              <a:solidFill>
                                <a:srgbClr val="000000"/>
                              </a:solidFill>
                              <a:latin typeface="Cambria Math" panose="02040503050406030204" pitchFamily="18" charset="0"/>
                              <a:ea typeface="Cambria Math" panose="02040503050406030204" pitchFamily="18" charset="0"/>
                            </a:rPr>
                            <m:t>M</m:t>
                          </m:r>
                          <m:r>
                            <a:rPr lang="el-GR">
                              <a:solidFill>
                                <a:srgbClr val="000000"/>
                              </a:solidFill>
                              <a:latin typeface="Cambria Math" panose="02040503050406030204" pitchFamily="18" charset="0"/>
                              <a:ea typeface="Cambria Math" panose="02040503050406030204" pitchFamily="18" charset="0"/>
                            </a:rPr>
                            <m:t>Ω</m:t>
                          </m:r>
                        </m:num>
                        <m:den>
                          <m:r>
                            <a:rPr lang="en-US">
                              <a:solidFill>
                                <a:srgbClr val="000000"/>
                              </a:solidFill>
                              <a:latin typeface="Cambria Math" panose="02040503050406030204" pitchFamily="18" charset="0"/>
                              <a:ea typeface="Cambria Math" panose="02040503050406030204" pitchFamily="18" charset="0"/>
                            </a:rPr>
                            <m:t>9 </m:t>
                          </m:r>
                          <m:r>
                            <m:rPr>
                              <m:sty m:val="p"/>
                            </m:rPr>
                            <a:rPr lang="en-US">
                              <a:solidFill>
                                <a:srgbClr val="000000"/>
                              </a:solidFill>
                              <a:latin typeface="Cambria Math" panose="02040503050406030204" pitchFamily="18" charset="0"/>
                              <a:ea typeface="Cambria Math" panose="02040503050406030204" pitchFamily="18" charset="0"/>
                            </a:rPr>
                            <m:t>M</m:t>
                          </m:r>
                          <m:r>
                            <a:rPr lang="el-GR">
                              <a:solidFill>
                                <a:srgbClr val="000000"/>
                              </a:solidFill>
                              <a:latin typeface="Cambria Math" panose="02040503050406030204" pitchFamily="18" charset="0"/>
                              <a:ea typeface="Cambria Math" panose="02040503050406030204" pitchFamily="18" charset="0"/>
                            </a:rPr>
                            <m:t>Ω</m:t>
                          </m:r>
                          <m:r>
                            <a:rPr lang="en-US">
                              <a:solidFill>
                                <a:srgbClr val="000000"/>
                              </a:solidFill>
                              <a:latin typeface="Cambria Math" panose="02040503050406030204" pitchFamily="18" charset="0"/>
                              <a:ea typeface="Cambria Math" panose="02040503050406030204" pitchFamily="18" charset="0"/>
                            </a:rPr>
                            <m:t>+ 1 </m:t>
                          </m:r>
                          <m:r>
                            <m:rPr>
                              <m:sty m:val="p"/>
                            </m:rPr>
                            <a:rPr lang="en-US">
                              <a:solidFill>
                                <a:srgbClr val="000000"/>
                              </a:solidFill>
                              <a:latin typeface="Cambria Math" panose="02040503050406030204" pitchFamily="18" charset="0"/>
                              <a:ea typeface="Cambria Math" panose="02040503050406030204" pitchFamily="18" charset="0"/>
                            </a:rPr>
                            <m:t>M</m:t>
                          </m:r>
                          <m:r>
                            <a:rPr lang="el-GR">
                              <a:solidFill>
                                <a:srgbClr val="000000"/>
                              </a:solidFill>
                              <a:latin typeface="Cambria Math" panose="02040503050406030204" pitchFamily="18" charset="0"/>
                              <a:ea typeface="Cambria Math" panose="02040503050406030204" pitchFamily="18" charset="0"/>
                            </a:rPr>
                            <m:t>Ω</m:t>
                          </m:r>
                        </m:den>
                      </m:f>
                      <m:r>
                        <a:rPr lang="en-US" i="1">
                          <a:solidFill>
                            <a:srgbClr val="000000"/>
                          </a:solidFill>
                          <a:latin typeface="Cambria Math" panose="02040503050406030204" pitchFamily="18" charset="0"/>
                          <a:ea typeface="Cambria Math" panose="02040503050406030204" pitchFamily="18" charset="0"/>
                        </a:rPr>
                        <m:t>=</m:t>
                      </m:r>
                      <m:d>
                        <m:dPr>
                          <m:ctrlPr>
                            <a:rPr lang="en-US" i="1">
                              <a:solidFill>
                                <a:srgbClr val="000000"/>
                              </a:solidFill>
                              <a:latin typeface="Cambria Math" panose="02040503050406030204" pitchFamily="18" charset="0"/>
                              <a:ea typeface="Cambria Math" panose="02040503050406030204" pitchFamily="18" charset="0"/>
                            </a:rPr>
                          </m:ctrlPr>
                        </m:dPr>
                        <m:e>
                          <m:r>
                            <a:rPr lang="en-US" i="1">
                              <a:solidFill>
                                <a:srgbClr val="000000"/>
                              </a:solidFill>
                              <a:latin typeface="Cambria Math" panose="02040503050406030204" pitchFamily="18" charset="0"/>
                              <a:ea typeface="Cambria Math" panose="02040503050406030204" pitchFamily="18" charset="0"/>
                            </a:rPr>
                            <m:t>0.1</m:t>
                          </m:r>
                        </m:e>
                      </m:d>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V</m:t>
                          </m:r>
                        </m:e>
                        <m:sub>
                          <m:r>
                            <m:rPr>
                              <m:sty m:val="p"/>
                            </m:rPr>
                            <a:rPr lang="en-US">
                              <a:solidFill>
                                <a:srgbClr val="000000"/>
                              </a:solidFill>
                              <a:latin typeface="Cambria Math" panose="02040503050406030204" pitchFamily="18" charset="0"/>
                              <a:ea typeface="Cambria Math" panose="02040503050406030204" pitchFamily="18" charset="0"/>
                            </a:rPr>
                            <m:t>probe</m:t>
                          </m:r>
                          <m:r>
                            <a:rPr lang="en-US">
                              <a:solidFill>
                                <a:srgbClr val="000000"/>
                              </a:solidFill>
                              <a:latin typeface="Cambria Math" panose="02040503050406030204" pitchFamily="18" charset="0"/>
                              <a:ea typeface="Cambria Math" panose="02040503050406030204" pitchFamily="18" charset="0"/>
                            </a:rPr>
                            <m:t>_</m:t>
                          </m:r>
                          <m:r>
                            <m:rPr>
                              <m:sty m:val="p"/>
                            </m:rPr>
                            <a:rPr lang="en-US">
                              <a:solidFill>
                                <a:srgbClr val="000000"/>
                              </a:solidFill>
                              <a:latin typeface="Cambria Math" panose="02040503050406030204" pitchFamily="18" charset="0"/>
                              <a:ea typeface="Cambria Math" panose="02040503050406030204" pitchFamily="18" charset="0"/>
                            </a:rPr>
                            <m:t>tip</m:t>
                          </m:r>
                        </m:sub>
                      </m:sSub>
                      <m:r>
                        <a:rPr lang="en-US" i="1">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fontAlgn="base">
                  <a:spcBef>
                    <a:spcPct val="0"/>
                  </a:spcBef>
                  <a:spcAft>
                    <a:spcPct val="0"/>
                  </a:spcAft>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296562" y="750188"/>
                <a:ext cx="11261123" cy="6002156"/>
              </a:xfrm>
              <a:prstGeom prst="rect">
                <a:avLst/>
              </a:prstGeom>
              <a:blipFill rotWithShape="0">
                <a:blip r:embed="rId3"/>
                <a:stretch>
                  <a:fillRect l="-162" t="-201"/>
                </a:stretch>
              </a:blipFill>
            </p:spPr>
            <p:txBody>
              <a:bodyPr/>
              <a:lstStyle/>
              <a:p>
                <a:r>
                  <a:rPr lang="en-US">
                    <a:noFill/>
                  </a:rPr>
                  <a:t> </a:t>
                </a:r>
              </a:p>
            </p:txBody>
          </p:sp>
        </mc:Fallback>
      </mc:AlternateContent>
      <p:sp>
        <p:nvSpPr>
          <p:cNvPr id="4" name="Right Arrow 3"/>
          <p:cNvSpPr/>
          <p:nvPr/>
        </p:nvSpPr>
        <p:spPr bwMode="auto">
          <a:xfrm>
            <a:off x="5198075" y="5206419"/>
            <a:ext cx="832023" cy="714961"/>
          </a:xfrm>
          <a:prstGeom prst="rightArrow">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pic>
        <p:nvPicPr>
          <p:cNvPr id="9" name="Picture 8"/>
          <p:cNvPicPr/>
          <p:nvPr/>
        </p:nvPicPr>
        <p:blipFill>
          <a:blip r:embed="rId4" cstate="print">
            <a:extLst>
              <a:ext uri="{28A0092B-C50C-407E-A947-70E740481C1C}">
                <a14:useLocalDpi xmlns:a14="http://schemas.microsoft.com/office/drawing/2010/main" val="0"/>
              </a:ext>
            </a:extLst>
          </a:blip>
          <a:stretch>
            <a:fillRect/>
          </a:stretch>
        </p:blipFill>
        <p:spPr>
          <a:xfrm>
            <a:off x="1746460" y="4408496"/>
            <a:ext cx="3198495" cy="2275205"/>
          </a:xfrm>
          <a:prstGeom prst="rect">
            <a:avLst/>
          </a:prstGeom>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89408" y="4507252"/>
            <a:ext cx="4248307" cy="2119919"/>
          </a:xfrm>
          <a:prstGeom prst="rect">
            <a:avLst/>
          </a:prstGeom>
        </p:spPr>
      </p:pic>
    </p:spTree>
    <p:extLst>
      <p:ext uri="{BB962C8B-B14F-4D97-AF65-F5344CB8AC3E}">
        <p14:creationId xmlns:p14="http://schemas.microsoft.com/office/powerpoint/2010/main" val="210159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anim calcmode="lin" valueType="num">
                                      <p:cBhvr additive="base">
                                        <p:cTn id="1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xEl>
                                              <p:pRg st="6" end="6"/>
                                            </p:txEl>
                                          </p:spTgt>
                                        </p:tgtEl>
                                        <p:attrNameLst>
                                          <p:attrName>style.visibility</p:attrName>
                                        </p:attrNameLst>
                                      </p:cBhvr>
                                      <p:to>
                                        <p:strVal val="visible"/>
                                      </p:to>
                                    </p:set>
                                    <p:anim calcmode="lin" valueType="num">
                                      <p:cBhvr additive="base">
                                        <p:cTn id="1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6" end="6"/>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xEl>
                                              <p:pRg st="8" end="8"/>
                                            </p:txEl>
                                          </p:spTgt>
                                        </p:tgtEl>
                                        <p:attrNameLst>
                                          <p:attrName>style.visibility</p:attrName>
                                        </p:attrNameLst>
                                      </p:cBhvr>
                                      <p:to>
                                        <p:strVal val="visible"/>
                                      </p:to>
                                    </p:set>
                                    <p:anim calcmode="lin" valueType="num">
                                      <p:cBhvr additive="base">
                                        <p:cTn id="21"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p:cNvSpPr txBox="1"/>
              <p:nvPr/>
            </p:nvSpPr>
            <p:spPr>
              <a:xfrm>
                <a:off x="276837" y="786895"/>
                <a:ext cx="11635530" cy="5732916"/>
              </a:xfrm>
              <a:prstGeom prst="rect">
                <a:avLst/>
              </a:prstGeom>
              <a:solidFill>
                <a:schemeClr val="tx1">
                  <a:lumMod val="95000"/>
                </a:schemeClr>
              </a:solidFill>
              <a:ln w="38100" cmpd="thickThin">
                <a:solidFill>
                  <a:schemeClr val="accent1"/>
                </a:solidFill>
              </a:ln>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Algebraic sum of currents entering a node (or closed boundary) equals zero. </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286000" marR="0" lvl="5"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nary>
                        <m:nary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naryPr>
                        <m:sub>
                          <m:r>
                            <m:rPr>
                              <m:sty m:val="p"/>
                              <m:brk m:alnAt="23"/>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n</m:t>
                          </m:r>
                          <m: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ub>
                        <m:sup>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N</m:t>
                          </m:r>
                        </m:sup>
                        <m:e>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e>
                            <m:sub>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n</m:t>
                              </m:r>
                            </m:sub>
                          </m:sSub>
                          <m: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nary>
                    </m:oMath>
                  </m:oMathPara>
                </a14:m>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What is the current flowing through resistor R2 in the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adjacent circuit?</a:t>
                </a: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KCL says sum of the currents entering  a node equals the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sum of current leaving the node.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I</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I</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R3</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I</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R4</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100 mA.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Also, parallel connected elements all have the same voltage. Therefore, I</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I</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I</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R3</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I</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R4</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(100 mA)/4 = 25 mA.</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What is the voltage across each resistor?</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Unknown without more information, although it is the same for each resistor since they have equal resistance values.</a:t>
                </a:r>
              </a:p>
            </p:txBody>
          </p:sp>
        </mc:Choice>
        <mc:Fallback xmlns="">
          <p:sp>
            <p:nvSpPr>
              <p:cNvPr id="7" name="TextBox 6"/>
              <p:cNvSpPr txBox="1">
                <a:spLocks noRot="1" noChangeAspect="1" noMove="1" noResize="1" noEditPoints="1" noAdjustHandles="1" noChangeArrowheads="1" noChangeShapeType="1" noTextEdit="1"/>
              </p:cNvSpPr>
              <p:nvPr/>
            </p:nvSpPr>
            <p:spPr>
              <a:xfrm>
                <a:off x="276837" y="786895"/>
                <a:ext cx="11635530" cy="5732916"/>
              </a:xfrm>
              <a:prstGeom prst="rect">
                <a:avLst/>
              </a:prstGeom>
              <a:blipFill>
                <a:blip r:embed="rId3"/>
                <a:stretch>
                  <a:fillRect l="-313" t="-211" b="-317"/>
                </a:stretch>
              </a:blipFill>
              <a:ln w="38100" cmpd="thickThin">
                <a:solidFill>
                  <a:schemeClr val="accent1"/>
                </a:solidFill>
              </a:ln>
            </p:spPr>
            <p:txBody>
              <a:bodyPr/>
              <a:lstStyle/>
              <a:p>
                <a:r>
                  <a:rPr lang="en-US">
                    <a:noFill/>
                  </a:rPr>
                  <a:t> </a:t>
                </a:r>
              </a:p>
            </p:txBody>
          </p:sp>
        </mc:Fallback>
      </mc:AlternateContent>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53138" y="2229317"/>
            <a:ext cx="5033929" cy="1940202"/>
          </a:xfrm>
          <a:prstGeom prst="rect">
            <a:avLst/>
          </a:prstGeom>
        </p:spPr>
      </p:pic>
      <p:sp>
        <p:nvSpPr>
          <p:cNvPr id="5" name="Title 1">
            <a:extLst>
              <a:ext uri="{FF2B5EF4-FFF2-40B4-BE49-F238E27FC236}">
                <a16:creationId xmlns:a16="http://schemas.microsoft.com/office/drawing/2014/main" id="{39E01D39-0B63-47FA-8911-312D88545214}"/>
              </a:ext>
            </a:extLst>
          </p:cNvPr>
          <p:cNvSpPr txBox="1">
            <a:spLocks/>
          </p:cNvSpPr>
          <p:nvPr/>
        </p:nvSpPr>
        <p:spPr>
          <a:xfrm>
            <a:off x="2314231" y="0"/>
            <a:ext cx="8271164" cy="533400"/>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150" normalizeH="0" baseline="0" noProof="0"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uLnTx/>
                <a:uFillTx/>
                <a:latin typeface="Cambria Math" panose="02040503050406030204" pitchFamily="18" charset="0"/>
                <a:ea typeface="Cambria Math" panose="02040503050406030204" pitchFamily="18" charset="0"/>
                <a:cs typeface="Arial" charset="0"/>
              </a:rPr>
              <a:t>Kirchhoff’s Current Law  (KCL)</a:t>
            </a:r>
          </a:p>
        </p:txBody>
      </p:sp>
    </p:spTree>
    <p:extLst>
      <p:ext uri="{BB962C8B-B14F-4D97-AF65-F5344CB8AC3E}">
        <p14:creationId xmlns:p14="http://schemas.microsoft.com/office/powerpoint/2010/main" val="2626974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 calcmode="lin" valueType="num">
                                      <p:cBhvr additive="base">
                                        <p:cTn id="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 calcmode="lin" valueType="num">
                                      <p:cBhvr additive="base">
                                        <p:cTn id="1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anim calcmode="lin" valueType="num">
                                      <p:cBhvr additive="base">
                                        <p:cTn id="17"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8" end="8"/>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xEl>
                                              <p:pRg st="9" end="9"/>
                                            </p:txEl>
                                          </p:spTgt>
                                        </p:tgtEl>
                                        <p:attrNameLst>
                                          <p:attrName>style.visibility</p:attrName>
                                        </p:attrNameLst>
                                      </p:cBhvr>
                                      <p:to>
                                        <p:strVal val="visible"/>
                                      </p:to>
                                    </p:set>
                                    <p:anim calcmode="lin" valueType="num">
                                      <p:cBhvr additive="base">
                                        <p:cTn id="21"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xEl>
                                              <p:pRg st="11" end="11"/>
                                            </p:txEl>
                                          </p:spTgt>
                                        </p:tgtEl>
                                        <p:attrNameLst>
                                          <p:attrName>style.visibility</p:attrName>
                                        </p:attrNameLst>
                                      </p:cBhvr>
                                      <p:to>
                                        <p:strVal val="visible"/>
                                      </p:to>
                                    </p:set>
                                    <p:anim calcmode="lin" valueType="num">
                                      <p:cBhvr additive="base">
                                        <p:cTn id="27"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
                                            <p:txEl>
                                              <p:pRg st="13" end="13"/>
                                            </p:txEl>
                                          </p:spTgt>
                                        </p:tgtEl>
                                        <p:attrNameLst>
                                          <p:attrName>style.visibility</p:attrName>
                                        </p:attrNameLst>
                                      </p:cBhvr>
                                      <p:to>
                                        <p:strVal val="visible"/>
                                      </p:to>
                                    </p:set>
                                    <p:anim calcmode="lin" valueType="num">
                                      <p:cBhvr additive="base">
                                        <p:cTn id="33" dur="500" fill="hold"/>
                                        <p:tgtEl>
                                          <p:spTgt spid="7">
                                            <p:txEl>
                                              <p:pRg st="13" end="1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7">
                                            <p:txEl>
                                              <p:pRg st="15" end="15"/>
                                            </p:txEl>
                                          </p:spTgt>
                                        </p:tgtEl>
                                        <p:attrNameLst>
                                          <p:attrName>style.visibility</p:attrName>
                                        </p:attrNameLst>
                                      </p:cBhvr>
                                      <p:to>
                                        <p:strVal val="visible"/>
                                      </p:to>
                                    </p:set>
                                    <p:anim calcmode="lin" valueType="num">
                                      <p:cBhvr additive="base">
                                        <p:cTn id="39" dur="500" fill="hold"/>
                                        <p:tgtEl>
                                          <p:spTgt spid="7">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7">
                                            <p:txEl>
                                              <p:pRg st="17" end="17"/>
                                            </p:txEl>
                                          </p:spTgt>
                                        </p:tgtEl>
                                        <p:attrNameLst>
                                          <p:attrName>style.visibility</p:attrName>
                                        </p:attrNameLst>
                                      </p:cBhvr>
                                      <p:to>
                                        <p:strVal val="visible"/>
                                      </p:to>
                                    </p:set>
                                    <p:anim calcmode="lin" valueType="num">
                                      <p:cBhvr additive="base">
                                        <p:cTn id="45" dur="500" fill="hold"/>
                                        <p:tgtEl>
                                          <p:spTgt spid="7">
                                            <p:txEl>
                                              <p:pRg st="17" end="1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2266" y="-51585"/>
            <a:ext cx="5649361" cy="533400"/>
          </a:xfrm>
        </p:spPr>
        <p:txBody>
          <a:bodyPr>
            <a:noAutofit/>
          </a:bodyPr>
          <a:lstStyle/>
          <a:p>
            <a:pPr algn="ctr"/>
            <a:r>
              <a:rPr lang="en-US" sz="4000" dirty="0">
                <a:gradFill>
                  <a:gsLst>
                    <a:gs pos="14000">
                      <a:schemeClr val="accent5"/>
                    </a:gs>
                    <a:gs pos="64000">
                      <a:schemeClr val="tx2"/>
                    </a:gs>
                    <a:gs pos="100000">
                      <a:schemeClr val="tx2"/>
                    </a:gs>
                  </a:gsLst>
                  <a:lin ang="16200000" scaled="1"/>
                </a:gradFill>
                <a:cs typeface="Arial" panose="020B0604020202020204" pitchFamily="34" charset="0"/>
              </a:rPr>
              <a:t>Approximations</a:t>
            </a:r>
          </a:p>
        </p:txBody>
      </p:sp>
      <mc:AlternateContent xmlns:mc="http://schemas.openxmlformats.org/markup-compatibility/2006" xmlns:a14="http://schemas.microsoft.com/office/drawing/2010/main">
        <mc:Choice Requires="a14">
          <p:sp>
            <p:nvSpPr>
              <p:cNvPr id="7" name="Rectangle 6"/>
              <p:cNvSpPr/>
              <p:nvPr/>
            </p:nvSpPr>
            <p:spPr>
              <a:xfrm>
                <a:off x="669303" y="565705"/>
                <a:ext cx="10925666" cy="6186309"/>
              </a:xfrm>
              <a:prstGeom prst="rect">
                <a:avLst/>
              </a:prstGeom>
              <a:solidFill>
                <a:srgbClr val="FFFFFF"/>
              </a:solidFill>
              <a:ln w="38100" cmpd="thickThin">
                <a:solidFill>
                  <a:schemeClr val="accent1"/>
                </a:solidFill>
              </a:ln>
            </p:spPr>
            <p:txBody>
              <a:bodyPr wrap="square">
                <a:spAutoFit/>
              </a:bodyPr>
              <a:lstStyle/>
              <a:p>
                <a:pPr marL="342900" indent="-342900" fontAlgn="base">
                  <a:spcBef>
                    <a:spcPct val="0"/>
                  </a:spcBef>
                  <a:spcAft>
                    <a:spcPct val="0"/>
                  </a:spcAft>
                  <a:buFont typeface="Arial" panose="020B0604020202020204" pitchFamily="34" charset="0"/>
                  <a:buChar char="•"/>
                </a:pPr>
                <a:r>
                  <a:rPr lang="en-US" dirty="0">
                    <a:solidFill>
                      <a:srgbClr val="000000"/>
                    </a:solidFill>
                    <a:ea typeface="Cambria Math" panose="02040503050406030204" pitchFamily="18" charset="0"/>
                  </a:rPr>
                  <a:t>Ideal (1</a:t>
                </a:r>
                <a:r>
                  <a:rPr lang="en-US" baseline="30000" dirty="0">
                    <a:solidFill>
                      <a:srgbClr val="000000"/>
                    </a:solidFill>
                    <a:ea typeface="Cambria Math" panose="02040503050406030204" pitchFamily="18" charset="0"/>
                  </a:rPr>
                  <a:t>st</a:t>
                </a:r>
                <a:r>
                  <a:rPr lang="en-US" dirty="0">
                    <a:solidFill>
                      <a:srgbClr val="000000"/>
                    </a:solidFill>
                    <a:ea typeface="Cambria Math" panose="02040503050406030204" pitchFamily="18" charset="0"/>
                  </a:rPr>
                  <a:t> Approximation)</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rPr>
                      <m:t>.</m:t>
                    </m:r>
                  </m:oMath>
                </a14:m>
                <a:r>
                  <a:rPr lang="en-US" dirty="0">
                    <a:solidFill>
                      <a:srgbClr val="000000"/>
                    </a:solidFill>
                    <a:latin typeface="Cambria Math" panose="02040503050406030204" pitchFamily="18" charset="0"/>
                    <a:ea typeface="Cambria Math" panose="02040503050406030204" pitchFamily="18" charset="0"/>
                  </a:rPr>
                  <a:t> Often used when trying to understand </a:t>
                </a:r>
              </a:p>
              <a:p>
                <a:pPr fontAlgn="base">
                  <a:spcBef>
                    <a:spcPct val="0"/>
                  </a:spcBef>
                  <a:spcAft>
                    <a:spcPct val="0"/>
                  </a:spcAft>
                </a:pPr>
                <a:r>
                  <a:rPr lang="en-US" dirty="0">
                    <a:solidFill>
                      <a:srgbClr val="000000"/>
                    </a:solidFill>
                    <a:latin typeface="Cambria Math" panose="02040503050406030204" pitchFamily="18" charset="0"/>
                    <a:ea typeface="Cambria Math" panose="02040503050406030204" pitchFamily="18" charset="0"/>
                  </a:rPr>
                  <a:t>concepts, and for reasonably accurate hand calculations.</a:t>
                </a: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800100" lvl="1" indent="-342900" fontAlgn="base">
                  <a:spcBef>
                    <a:spcPct val="0"/>
                  </a:spcBef>
                  <a:spcAft>
                    <a:spcPct val="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An ideal voltage source modeled in the adjacent circuit.</a:t>
                </a: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dirty="0">
                    <a:solidFill>
                      <a:srgbClr val="000000"/>
                    </a:solidFill>
                    <a:ea typeface="Cambria Math" panose="02040503050406030204" pitchFamily="18" charset="0"/>
                  </a:rPr>
                  <a:t>2</a:t>
                </a:r>
                <a:r>
                  <a:rPr lang="en-US" baseline="30000" dirty="0">
                    <a:solidFill>
                      <a:srgbClr val="000000"/>
                    </a:solidFill>
                    <a:ea typeface="Cambria Math" panose="02040503050406030204" pitchFamily="18" charset="0"/>
                  </a:rPr>
                  <a:t>nd</a:t>
                </a:r>
                <a:r>
                  <a:rPr lang="en-US" dirty="0">
                    <a:solidFill>
                      <a:srgbClr val="000000"/>
                    </a:solidFill>
                    <a:ea typeface="Cambria Math" panose="02040503050406030204" pitchFamily="18" charset="0"/>
                  </a:rPr>
                  <a:t> Approximation</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rPr>
                      <m:t>.</m:t>
                    </m:r>
                  </m:oMath>
                </a14:m>
                <a:r>
                  <a:rPr lang="en-US" dirty="0">
                    <a:solidFill>
                      <a:srgbClr val="000000"/>
                    </a:solidFill>
                    <a:latin typeface="Cambria Math" panose="02040503050406030204" pitchFamily="18" charset="0"/>
                    <a:ea typeface="Cambria Math" panose="02040503050406030204" pitchFamily="18" charset="0"/>
                  </a:rPr>
                  <a:t> Often used for fairly accurate hand calculations.</a:t>
                </a: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800100" lvl="1" indent="-342900" fontAlgn="base">
                  <a:spcBef>
                    <a:spcPct val="0"/>
                  </a:spcBef>
                  <a:spcAft>
                    <a:spcPct val="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An practical voltage source with non-zero source resistance modeled in </a:t>
                </a:r>
              </a:p>
              <a:p>
                <a:pPr lvl="1" fontAlgn="base">
                  <a:spcBef>
                    <a:spcPct val="0"/>
                  </a:spcBef>
                  <a:spcAft>
                    <a:spcPct val="0"/>
                  </a:spcAft>
                </a:pPr>
                <a:r>
                  <a:rPr lang="en-US" dirty="0">
                    <a:solidFill>
                      <a:srgbClr val="000000"/>
                    </a:solidFill>
                    <a:latin typeface="Cambria Math" panose="02040503050406030204" pitchFamily="18" charset="0"/>
                    <a:ea typeface="Cambria Math" panose="02040503050406030204" pitchFamily="18" charset="0"/>
                  </a:rPr>
                  <a:t>the adjacent circuit.</a:t>
                </a: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dirty="0">
                    <a:solidFill>
                      <a:srgbClr val="000000"/>
                    </a:solidFill>
                    <a:ea typeface="Cambria Math" panose="02040503050406030204" pitchFamily="18" charset="0"/>
                  </a:rPr>
                  <a:t>3</a:t>
                </a:r>
                <a:r>
                  <a:rPr lang="en-US" baseline="30000" dirty="0">
                    <a:solidFill>
                      <a:srgbClr val="000000"/>
                    </a:solidFill>
                    <a:ea typeface="Cambria Math" panose="02040503050406030204" pitchFamily="18" charset="0"/>
                  </a:rPr>
                  <a:t>rd</a:t>
                </a:r>
                <a:r>
                  <a:rPr lang="en-US" dirty="0">
                    <a:solidFill>
                      <a:srgbClr val="000000"/>
                    </a:solidFill>
                    <a:ea typeface="Cambria Math" panose="02040503050406030204" pitchFamily="18" charset="0"/>
                  </a:rPr>
                  <a:t> Approximation</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rPr>
                      <m:t>.</m:t>
                    </m:r>
                  </m:oMath>
                </a14:m>
                <a:r>
                  <a:rPr lang="en-US" dirty="0">
                    <a:solidFill>
                      <a:srgbClr val="000000"/>
                    </a:solidFill>
                    <a:latin typeface="Cambria Math" panose="02040503050406030204" pitchFamily="18" charset="0"/>
                    <a:ea typeface="Cambria Math" panose="02040503050406030204" pitchFamily="18" charset="0"/>
                  </a:rPr>
                  <a:t> Used for accurate analysis. Computer models, </a:t>
                </a:r>
              </a:p>
              <a:p>
                <a:pPr fontAlgn="base">
                  <a:spcBef>
                    <a:spcPct val="0"/>
                  </a:spcBef>
                  <a:spcAft>
                    <a:spcPct val="0"/>
                  </a:spcAft>
                </a:pPr>
                <a:r>
                  <a:rPr lang="en-US" dirty="0">
                    <a:solidFill>
                      <a:srgbClr val="000000"/>
                    </a:solidFill>
                    <a:latin typeface="Cambria Math" panose="02040503050406030204" pitchFamily="18" charset="0"/>
                    <a:ea typeface="Cambria Math" panose="02040503050406030204" pitchFamily="18" charset="0"/>
                  </a:rPr>
                  <a:t>i.e., </a:t>
                </a:r>
                <a:r>
                  <a:rPr lang="en-US" dirty="0" err="1">
                    <a:solidFill>
                      <a:srgbClr val="000000"/>
                    </a:solidFill>
                    <a:latin typeface="Cambria Math" panose="02040503050406030204" pitchFamily="18" charset="0"/>
                    <a:ea typeface="Cambria Math" panose="02040503050406030204" pitchFamily="18" charset="0"/>
                  </a:rPr>
                  <a:t>LTspice</a:t>
                </a:r>
                <a:r>
                  <a:rPr lang="en-US" dirty="0">
                    <a:solidFill>
                      <a:srgbClr val="000000"/>
                    </a:solidFill>
                    <a:latin typeface="Cambria Math" panose="02040503050406030204" pitchFamily="18" charset="0"/>
                    <a:ea typeface="Cambria Math" panose="02040503050406030204" pitchFamily="18" charset="0"/>
                  </a:rPr>
                  <a:t>, often used for accurate analysis instead of hand calculations.</a:t>
                </a: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800100" lvl="1" indent="-342900" fontAlgn="base">
                  <a:spcBef>
                    <a:spcPct val="0"/>
                  </a:spcBef>
                  <a:spcAft>
                    <a:spcPct val="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An practical voltage source with non-zero source resistance that is a </a:t>
                </a:r>
              </a:p>
              <a:p>
                <a:pPr lvl="1" fontAlgn="base">
                  <a:spcBef>
                    <a:spcPct val="0"/>
                  </a:spcBef>
                  <a:spcAft>
                    <a:spcPct val="0"/>
                  </a:spcAft>
                </a:pPr>
                <a:r>
                  <a:rPr lang="en-US" dirty="0">
                    <a:solidFill>
                      <a:srgbClr val="000000"/>
                    </a:solidFill>
                    <a:latin typeface="Cambria Math" panose="02040503050406030204" pitchFamily="18" charset="0"/>
                    <a:ea typeface="Cambria Math" panose="02040503050406030204" pitchFamily="18" charset="0"/>
                  </a:rPr>
                  <a:t>function of the battery temperature modeled in the adjacent circuit.</a:t>
                </a: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Which approximation should be used for a given problem?</a:t>
                </a: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Answering that question is at least part of what engineering is about.</a:t>
                </a: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An often used engineering answer is “depends”.</a:t>
                </a:r>
              </a:p>
            </p:txBody>
          </p:sp>
        </mc:Choice>
        <mc:Fallback xmlns="">
          <p:sp>
            <p:nvSpPr>
              <p:cNvPr id="7" name="Rectangle 6"/>
              <p:cNvSpPr>
                <a:spLocks noRot="1" noChangeAspect="1" noMove="1" noResize="1" noEditPoints="1" noAdjustHandles="1" noChangeArrowheads="1" noChangeShapeType="1" noTextEdit="1"/>
              </p:cNvSpPr>
              <p:nvPr/>
            </p:nvSpPr>
            <p:spPr>
              <a:xfrm>
                <a:off x="669303" y="565705"/>
                <a:ext cx="10925666" cy="6186309"/>
              </a:xfrm>
              <a:prstGeom prst="rect">
                <a:avLst/>
              </a:prstGeom>
              <a:blipFill>
                <a:blip r:embed="rId2"/>
                <a:stretch>
                  <a:fillRect l="-334" t="-392" b="-196"/>
                </a:stretch>
              </a:blipFill>
              <a:ln w="38100" cmpd="thickThin">
                <a:solidFill>
                  <a:schemeClr val="accent1"/>
                </a:solid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C2A49D5A-5E7D-441E-9ECE-A0AC8C155A6A}"/>
              </a:ext>
            </a:extLst>
          </p:cNvPr>
          <p:cNvPicPr>
            <a:picLocks noChangeAspect="1"/>
          </p:cNvPicPr>
          <p:nvPr/>
        </p:nvPicPr>
        <p:blipFill>
          <a:blip r:embed="rId3"/>
          <a:stretch>
            <a:fillRect/>
          </a:stretch>
        </p:blipFill>
        <p:spPr>
          <a:xfrm>
            <a:off x="9257857" y="647454"/>
            <a:ext cx="1959156" cy="1287230"/>
          </a:xfrm>
          <a:prstGeom prst="rect">
            <a:avLst/>
          </a:prstGeom>
        </p:spPr>
      </p:pic>
      <p:pic>
        <p:nvPicPr>
          <p:cNvPr id="4" name="Picture 3">
            <a:extLst>
              <a:ext uri="{FF2B5EF4-FFF2-40B4-BE49-F238E27FC236}">
                <a16:creationId xmlns:a16="http://schemas.microsoft.com/office/drawing/2014/main" id="{BADBDE47-0EC4-4008-AC3B-4AC1CAEB58AF}"/>
              </a:ext>
            </a:extLst>
          </p:cNvPr>
          <p:cNvPicPr>
            <a:picLocks noChangeAspect="1"/>
          </p:cNvPicPr>
          <p:nvPr/>
        </p:nvPicPr>
        <p:blipFill>
          <a:blip r:embed="rId4"/>
          <a:stretch>
            <a:fillRect/>
          </a:stretch>
        </p:blipFill>
        <p:spPr>
          <a:xfrm>
            <a:off x="9257857" y="2182748"/>
            <a:ext cx="1991819" cy="1287230"/>
          </a:xfrm>
          <a:prstGeom prst="rect">
            <a:avLst/>
          </a:prstGeom>
        </p:spPr>
      </p:pic>
      <p:pic>
        <p:nvPicPr>
          <p:cNvPr id="5" name="Picture 4">
            <a:extLst>
              <a:ext uri="{FF2B5EF4-FFF2-40B4-BE49-F238E27FC236}">
                <a16:creationId xmlns:a16="http://schemas.microsoft.com/office/drawing/2014/main" id="{2E52053E-C327-413D-A703-CA8B79A11900}"/>
              </a:ext>
            </a:extLst>
          </p:cNvPr>
          <p:cNvPicPr>
            <a:picLocks noChangeAspect="1"/>
          </p:cNvPicPr>
          <p:nvPr/>
        </p:nvPicPr>
        <p:blipFill>
          <a:blip r:embed="rId5"/>
          <a:stretch>
            <a:fillRect/>
          </a:stretch>
        </p:blipFill>
        <p:spPr>
          <a:xfrm>
            <a:off x="9256878" y="3669215"/>
            <a:ext cx="1992798" cy="1287230"/>
          </a:xfrm>
          <a:prstGeom prst="rect">
            <a:avLst/>
          </a:prstGeom>
        </p:spPr>
      </p:pic>
    </p:spTree>
    <p:extLst>
      <p:ext uri="{BB962C8B-B14F-4D97-AF65-F5344CB8AC3E}">
        <p14:creationId xmlns:p14="http://schemas.microsoft.com/office/powerpoint/2010/main" val="2138522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 calcmode="lin" valueType="num">
                                      <p:cBhvr additive="base">
                                        <p:cTn id="1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 calcmode="lin" valueType="num">
                                      <p:cBhvr additive="base">
                                        <p:cTn id="19"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anim calcmode="lin" valueType="num">
                                      <p:cBhvr additive="base">
                                        <p:cTn id="31"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 calcmode="lin" valueType="num">
                                      <p:cBhvr additive="base">
                                        <p:cTn id="3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7">
                                            <p:txEl>
                                              <p:pRg st="11" end="11"/>
                                            </p:txEl>
                                          </p:spTgt>
                                        </p:tgtEl>
                                        <p:attrNameLst>
                                          <p:attrName>style.visibility</p:attrName>
                                        </p:attrNameLst>
                                      </p:cBhvr>
                                      <p:to>
                                        <p:strVal val="visible"/>
                                      </p:to>
                                    </p:set>
                                    <p:anim calcmode="lin" valueType="num">
                                      <p:cBhvr additive="base">
                                        <p:cTn id="41"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txEl>
                                              <p:pRg st="11" end="1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7">
                                            <p:txEl>
                                              <p:pRg st="12" end="12"/>
                                            </p:txEl>
                                          </p:spTgt>
                                        </p:tgtEl>
                                        <p:attrNameLst>
                                          <p:attrName>style.visibility</p:attrName>
                                        </p:attrNameLst>
                                      </p:cBhvr>
                                      <p:to>
                                        <p:strVal val="visible"/>
                                      </p:to>
                                    </p:set>
                                    <p:anim calcmode="lin" valueType="num">
                                      <p:cBhvr additive="base">
                                        <p:cTn id="45"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additive="base">
                                        <p:cTn id="51" dur="500" fill="hold"/>
                                        <p:tgtEl>
                                          <p:spTgt spid="5"/>
                                        </p:tgtEl>
                                        <p:attrNameLst>
                                          <p:attrName>ppt_x</p:attrName>
                                        </p:attrNameLst>
                                      </p:cBhvr>
                                      <p:tavLst>
                                        <p:tav tm="0">
                                          <p:val>
                                            <p:strVal val="#ppt_x"/>
                                          </p:val>
                                        </p:tav>
                                        <p:tav tm="100000">
                                          <p:val>
                                            <p:strVal val="#ppt_x"/>
                                          </p:val>
                                        </p:tav>
                                      </p:tavLst>
                                    </p:anim>
                                    <p:anim calcmode="lin" valueType="num">
                                      <p:cBhvr additive="base">
                                        <p:cTn id="5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7">
                                            <p:txEl>
                                              <p:pRg st="14" end="14"/>
                                            </p:txEl>
                                          </p:spTgt>
                                        </p:tgtEl>
                                        <p:attrNameLst>
                                          <p:attrName>style.visibility</p:attrName>
                                        </p:attrNameLst>
                                      </p:cBhvr>
                                      <p:to>
                                        <p:strVal val="visible"/>
                                      </p:to>
                                    </p:set>
                                    <p:anim calcmode="lin" valueType="num">
                                      <p:cBhvr additive="base">
                                        <p:cTn id="57" dur="500" fill="hold"/>
                                        <p:tgtEl>
                                          <p:spTgt spid="7">
                                            <p:txEl>
                                              <p:pRg st="14" end="14"/>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7">
                                            <p:txEl>
                                              <p:pRg st="14" end="14"/>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7">
                                            <p:txEl>
                                              <p:pRg st="15" end="15"/>
                                            </p:txEl>
                                          </p:spTgt>
                                        </p:tgtEl>
                                        <p:attrNameLst>
                                          <p:attrName>style.visibility</p:attrName>
                                        </p:attrNameLst>
                                      </p:cBhvr>
                                      <p:to>
                                        <p:strVal val="visible"/>
                                      </p:to>
                                    </p:set>
                                    <p:anim calcmode="lin" valueType="num">
                                      <p:cBhvr additive="base">
                                        <p:cTn id="61" dur="500" fill="hold"/>
                                        <p:tgtEl>
                                          <p:spTgt spid="7">
                                            <p:txEl>
                                              <p:pRg st="15" end="15"/>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7">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7">
                                            <p:txEl>
                                              <p:pRg st="17" end="17"/>
                                            </p:txEl>
                                          </p:spTgt>
                                        </p:tgtEl>
                                        <p:attrNameLst>
                                          <p:attrName>style.visibility</p:attrName>
                                        </p:attrNameLst>
                                      </p:cBhvr>
                                      <p:to>
                                        <p:strVal val="visible"/>
                                      </p:to>
                                    </p:set>
                                    <p:anim calcmode="lin" valueType="num">
                                      <p:cBhvr additive="base">
                                        <p:cTn id="67" dur="500" fill="hold"/>
                                        <p:tgtEl>
                                          <p:spTgt spid="7">
                                            <p:txEl>
                                              <p:pRg st="17" end="17"/>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7">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7">
                                            <p:txEl>
                                              <p:pRg st="19" end="19"/>
                                            </p:txEl>
                                          </p:spTgt>
                                        </p:tgtEl>
                                        <p:attrNameLst>
                                          <p:attrName>style.visibility</p:attrName>
                                        </p:attrNameLst>
                                      </p:cBhvr>
                                      <p:to>
                                        <p:strVal val="visible"/>
                                      </p:to>
                                    </p:set>
                                    <p:anim calcmode="lin" valueType="num">
                                      <p:cBhvr additive="base">
                                        <p:cTn id="73" dur="500" fill="hold"/>
                                        <p:tgtEl>
                                          <p:spTgt spid="7">
                                            <p:txEl>
                                              <p:pRg st="19" end="19"/>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7">
                                            <p:txEl>
                                              <p:pRg st="19" end="19"/>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7">
                                            <p:txEl>
                                              <p:pRg st="21" end="21"/>
                                            </p:txEl>
                                          </p:spTgt>
                                        </p:tgtEl>
                                        <p:attrNameLst>
                                          <p:attrName>style.visibility</p:attrName>
                                        </p:attrNameLst>
                                      </p:cBhvr>
                                      <p:to>
                                        <p:strVal val="visible"/>
                                      </p:to>
                                    </p:set>
                                    <p:anim calcmode="lin" valueType="num">
                                      <p:cBhvr additive="base">
                                        <p:cTn id="77" dur="500" fill="hold"/>
                                        <p:tgtEl>
                                          <p:spTgt spid="7">
                                            <p:txEl>
                                              <p:pRg st="21" end="21"/>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7">
                                            <p:txEl>
                                              <p:pRg st="21" end="2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7826" y="0"/>
            <a:ext cx="7532030" cy="533400"/>
          </a:xfrm>
        </p:spPr>
        <p:txBody>
          <a:bodyPr>
            <a:noAutofit/>
          </a:bodyPr>
          <a:lstStyle/>
          <a:p>
            <a:pPr algn="ctr"/>
            <a:r>
              <a:rPr lang="en-US" sz="4000" dirty="0">
                <a:gradFill>
                  <a:gsLst>
                    <a:gs pos="14000">
                      <a:schemeClr val="accent5"/>
                    </a:gs>
                    <a:gs pos="64000">
                      <a:schemeClr val="tx2"/>
                    </a:gs>
                    <a:gs pos="100000">
                      <a:schemeClr val="tx2"/>
                    </a:gs>
                  </a:gsLst>
                  <a:lin ang="16200000" scaled="1"/>
                </a:gradFill>
                <a:cs typeface="Arial" panose="020B0604020202020204" pitchFamily="34" charset="0"/>
              </a:rPr>
              <a:t>Voltage and Current Sources </a:t>
            </a:r>
          </a:p>
        </p:txBody>
      </p:sp>
      <p:sp>
        <p:nvSpPr>
          <p:cNvPr id="7" name="Rectangle 6"/>
          <p:cNvSpPr/>
          <p:nvPr/>
        </p:nvSpPr>
        <p:spPr>
          <a:xfrm>
            <a:off x="780177" y="672485"/>
            <a:ext cx="10964410" cy="6032421"/>
          </a:xfrm>
          <a:prstGeom prst="rect">
            <a:avLst/>
          </a:prstGeom>
          <a:solidFill>
            <a:srgbClr val="FFFFFF"/>
          </a:solidFill>
          <a:ln w="38100" cmpd="thickThin">
            <a:solidFill>
              <a:schemeClr val="accent1"/>
            </a:solidFill>
          </a:ln>
        </p:spPr>
        <p:txBody>
          <a:bodyPr wrap="square">
            <a:spAutoFit/>
          </a:bodyPr>
          <a:lstStyle/>
          <a:p>
            <a:pPr marL="342900" indent="-342900" fontAlgn="base">
              <a:spcBef>
                <a:spcPct val="0"/>
              </a:spcBef>
              <a:spcAft>
                <a:spcPct val="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An ideal voltage source provides the desired voltage no matter how much current is required. </a:t>
            </a: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ts val="360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Hence, an ideal voltage source is independent of load current.</a:t>
            </a: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An ideal current source provides the desired current no matter how much voltage is required. </a:t>
            </a:r>
          </a:p>
          <a:p>
            <a:pPr marL="342900" indent="-342900" fontAlgn="base">
              <a:spcBef>
                <a:spcPct val="0"/>
              </a:spcBef>
              <a:spcAft>
                <a:spcPct val="0"/>
              </a:spcAft>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ts val="240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Hence, an ideal current source is independent of load voltage.</a:t>
            </a: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fontAlgn="base">
              <a:spcBef>
                <a:spcPct val="0"/>
              </a:spcBef>
              <a:spcAft>
                <a:spcPct val="0"/>
              </a:spcAft>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3817" y="1928786"/>
            <a:ext cx="2551794" cy="159936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4403" y="4680569"/>
            <a:ext cx="2495918" cy="159901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3837" y="1792675"/>
            <a:ext cx="3566469" cy="1896020"/>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1659" y="4680569"/>
            <a:ext cx="3615241" cy="1896020"/>
          </a:xfrm>
          <a:prstGeom prst="rect">
            <a:avLst/>
          </a:prstGeom>
        </p:spPr>
      </p:pic>
      <p:sp>
        <p:nvSpPr>
          <p:cNvPr id="8" name="Right Arrow 7"/>
          <p:cNvSpPr/>
          <p:nvPr/>
        </p:nvSpPr>
        <p:spPr bwMode="auto">
          <a:xfrm>
            <a:off x="5313517" y="2357765"/>
            <a:ext cx="947351" cy="741406"/>
          </a:xfrm>
          <a:prstGeom prst="rightArrow">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sp>
        <p:nvSpPr>
          <p:cNvPr id="9" name="Right Arrow 8"/>
          <p:cNvSpPr/>
          <p:nvPr/>
        </p:nvSpPr>
        <p:spPr bwMode="auto">
          <a:xfrm>
            <a:off x="5416749" y="5109375"/>
            <a:ext cx="947351" cy="741406"/>
          </a:xfrm>
          <a:prstGeom prst="rightArrow">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spTree>
    <p:extLst>
      <p:ext uri="{BB962C8B-B14F-4D97-AF65-F5344CB8AC3E}">
        <p14:creationId xmlns:p14="http://schemas.microsoft.com/office/powerpoint/2010/main" val="91018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9" end="9"/>
                                            </p:txEl>
                                          </p:spTgt>
                                        </p:tgtEl>
                                        <p:attrNameLst>
                                          <p:attrName>style.visibility</p:attrName>
                                        </p:attrNameLst>
                                      </p:cBhvr>
                                      <p:to>
                                        <p:strVal val="visible"/>
                                      </p:to>
                                    </p:set>
                                    <p:anim calcmode="lin" valueType="num">
                                      <p:cBhvr additive="base">
                                        <p:cTn id="7"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1" end="11"/>
                                            </p:txEl>
                                          </p:spTgt>
                                        </p:tgtEl>
                                        <p:attrNameLst>
                                          <p:attrName>style.visibility</p:attrName>
                                        </p:attrNameLst>
                                      </p:cBhvr>
                                      <p:to>
                                        <p:strVal val="visible"/>
                                      </p:to>
                                    </p:set>
                                    <p:anim calcmode="lin" valueType="num">
                                      <p:cBhvr additive="base">
                                        <p:cTn id="11"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5580" y="-17540"/>
            <a:ext cx="7386721" cy="533400"/>
          </a:xfrm>
        </p:spPr>
        <p:txBody>
          <a:bodyPr>
            <a:noAutofit/>
          </a:bodyPr>
          <a:lstStyle/>
          <a:p>
            <a:pPr algn="ctr"/>
            <a:r>
              <a:rPr lang="en-US" sz="4000" dirty="0">
                <a:gradFill>
                  <a:gsLst>
                    <a:gs pos="14000">
                      <a:schemeClr val="accent5"/>
                    </a:gs>
                    <a:gs pos="64000">
                      <a:schemeClr val="tx2"/>
                    </a:gs>
                    <a:gs pos="100000">
                      <a:schemeClr val="tx2"/>
                    </a:gs>
                  </a:gsLst>
                  <a:lin ang="16200000" scaled="1"/>
                </a:gradFill>
                <a:cs typeface="Arial" panose="020B0604020202020204" pitchFamily="34" charset="0"/>
              </a:rPr>
              <a:t>Practical Voltage Sources </a:t>
            </a:r>
          </a:p>
        </p:txBody>
      </p:sp>
      <mc:AlternateContent xmlns:mc="http://schemas.openxmlformats.org/markup-compatibility/2006" xmlns:a14="http://schemas.microsoft.com/office/drawing/2010/main">
        <mc:Choice Requires="a14">
          <p:sp>
            <p:nvSpPr>
              <p:cNvPr id="7" name="Rectangle 6"/>
              <p:cNvSpPr/>
              <p:nvPr/>
            </p:nvSpPr>
            <p:spPr>
              <a:xfrm>
                <a:off x="207034" y="613607"/>
                <a:ext cx="11714672" cy="6116674"/>
              </a:xfrm>
              <a:prstGeom prst="rect">
                <a:avLst/>
              </a:prstGeom>
              <a:solidFill>
                <a:srgbClr val="FFFFFF"/>
              </a:solidFill>
              <a:ln w="38100" cmpd="thickThin">
                <a:solidFill>
                  <a:schemeClr val="accent1"/>
                </a:solidFill>
              </a:ln>
            </p:spPr>
            <p:txBody>
              <a:bodyPr wrap="square">
                <a:spAutoFit/>
              </a:bodyPr>
              <a:lstStyle/>
              <a:p>
                <a:pPr marL="342900" indent="-342900" fontAlgn="base">
                  <a:spcBef>
                    <a:spcPct val="0"/>
                  </a:spcBef>
                  <a:spcAft>
                    <a:spcPct val="0"/>
                  </a:spcAft>
                  <a:buFont typeface="Arial" panose="020B0604020202020204" pitchFamily="34" charset="0"/>
                  <a:buChar char="•"/>
                </a:pPr>
                <a:r>
                  <a:rPr lang="en-US" sz="2000" dirty="0">
                    <a:solidFill>
                      <a:srgbClr val="000000"/>
                    </a:solidFill>
                    <a:latin typeface="Cambria Math" panose="02040503050406030204" pitchFamily="18" charset="0"/>
                    <a:ea typeface="Cambria Math" panose="02040503050406030204" pitchFamily="18" charset="0"/>
                  </a:rPr>
                  <a:t>An ideal voltage source provides the desired voltage no matter how much current is required. </a:t>
                </a: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sz="2000" dirty="0">
                    <a:solidFill>
                      <a:srgbClr val="000000"/>
                    </a:solidFill>
                    <a:latin typeface="Cambria Math" panose="02040503050406030204" pitchFamily="18" charset="0"/>
                    <a:ea typeface="Cambria Math" panose="02040503050406030204" pitchFamily="18" charset="0"/>
                  </a:rPr>
                  <a:t>The output voltage decreases with increasing current for real (practical) voltage sources.</a:t>
                </a: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sz="2000" dirty="0">
                    <a:solidFill>
                      <a:srgbClr val="000000"/>
                    </a:solidFill>
                    <a:latin typeface="Cambria Math" panose="02040503050406030204" pitchFamily="18" charset="0"/>
                    <a:ea typeface="Cambria Math" panose="02040503050406030204" pitchFamily="18" charset="0"/>
                  </a:rPr>
                  <a:t>This is modeled as a ideal voltage source in series with a source resistance, with the source resistance approaching zero as the practical voltage source approaches an ideal voltage source.</a:t>
                </a: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sz="2000" dirty="0">
                    <a:solidFill>
                      <a:srgbClr val="000000"/>
                    </a:solidFill>
                    <a:latin typeface="Cambria Math" panose="02040503050406030204" pitchFamily="18" charset="0"/>
                    <a:ea typeface="Cambria Math" panose="02040503050406030204" pitchFamily="18" charset="0"/>
                  </a:rPr>
                  <a:t>Source resistance of practical voltage source labeled </a:t>
                </a:r>
                <a:r>
                  <a:rPr lang="en-US" sz="2000" dirty="0" err="1">
                    <a:solidFill>
                      <a:srgbClr val="000000"/>
                    </a:solidFill>
                    <a:latin typeface="Cambria Math" panose="02040503050406030204" pitchFamily="18" charset="0"/>
                    <a:ea typeface="Cambria Math" panose="02040503050406030204" pitchFamily="18" charset="0"/>
                  </a:rPr>
                  <a:t>R</a:t>
                </a:r>
                <a:r>
                  <a:rPr lang="en-US" sz="2000" baseline="-25000" dirty="0" err="1">
                    <a:solidFill>
                      <a:srgbClr val="000000"/>
                    </a:solidFill>
                    <a:latin typeface="Cambria Math" panose="02040503050406030204" pitchFamily="18" charset="0"/>
                    <a:ea typeface="Cambria Math" panose="02040503050406030204" pitchFamily="18" charset="0"/>
                  </a:rPr>
                  <a:t>s</a:t>
                </a:r>
                <a:r>
                  <a:rPr lang="en-US" sz="2000" dirty="0">
                    <a:solidFill>
                      <a:srgbClr val="000000"/>
                    </a:solidFill>
                    <a:latin typeface="Cambria Math" panose="02040503050406030204" pitchFamily="18" charset="0"/>
                    <a:ea typeface="Cambria Math" panose="02040503050406030204" pitchFamily="18" charset="0"/>
                  </a:rPr>
                  <a:t>, or </a:t>
                </a:r>
                <a:r>
                  <a:rPr lang="en-US" sz="2000" dirty="0" err="1">
                    <a:solidFill>
                      <a:srgbClr val="000000"/>
                    </a:solidFill>
                    <a:latin typeface="Cambria Math" panose="02040503050406030204" pitchFamily="18" charset="0"/>
                    <a:ea typeface="Cambria Math" panose="02040503050406030204" pitchFamily="18" charset="0"/>
                  </a:rPr>
                  <a:t>R</a:t>
                </a:r>
                <a:r>
                  <a:rPr lang="en-US" sz="2000" baseline="-25000" dirty="0" err="1">
                    <a:solidFill>
                      <a:srgbClr val="000000"/>
                    </a:solidFill>
                    <a:latin typeface="Cambria Math" panose="02040503050406030204" pitchFamily="18" charset="0"/>
                    <a:ea typeface="Cambria Math" panose="02040503050406030204" pitchFamily="18" charset="0"/>
                  </a:rPr>
                  <a:t>th</a:t>
                </a:r>
                <a:r>
                  <a:rPr lang="en-US" sz="2000" dirty="0">
                    <a:solidFill>
                      <a:srgbClr val="000000"/>
                    </a:solidFill>
                    <a:latin typeface="Cambria Math" panose="02040503050406030204" pitchFamily="18" charset="0"/>
                    <a:ea typeface="Cambria Math" panose="02040503050406030204" pitchFamily="18" charset="0"/>
                  </a:rPr>
                  <a:t>, or R.</a:t>
                </a: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sz="2000" dirty="0">
                    <a:solidFill>
                      <a:srgbClr val="000000"/>
                    </a:solidFill>
                    <a:latin typeface="Cambria Math" panose="02040503050406030204" pitchFamily="18" charset="0"/>
                    <a:ea typeface="Cambria Math" panose="02040503050406030204" pitchFamily="18" charset="0"/>
                  </a:rPr>
                  <a:t>Practical Voltage Source: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V</m:t>
                        </m:r>
                      </m:e>
                      <m:sub>
                        <m:r>
                          <m:rPr>
                            <m:sty m:val="p"/>
                          </m:rPr>
                          <a:rPr lang="en-US" sz="2000">
                            <a:solidFill>
                              <a:srgbClr val="000000"/>
                            </a:solidFill>
                            <a:latin typeface="Cambria Math" panose="02040503050406030204" pitchFamily="18" charset="0"/>
                            <a:ea typeface="Cambria Math" panose="02040503050406030204" pitchFamily="18" charset="0"/>
                          </a:rPr>
                          <m:t>load</m:t>
                        </m:r>
                      </m:sub>
                    </m:sSub>
                    <m:r>
                      <a:rPr lang="en-US" sz="2000">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V</m:t>
                        </m:r>
                      </m:e>
                      <m:sub>
                        <m:r>
                          <m:rPr>
                            <m:sty m:val="p"/>
                          </m:rPr>
                          <a:rPr lang="en-US" sz="2000">
                            <a:solidFill>
                              <a:srgbClr val="000000"/>
                            </a:solidFill>
                            <a:latin typeface="Cambria Math" panose="02040503050406030204" pitchFamily="18" charset="0"/>
                            <a:ea typeface="Cambria Math" panose="02040503050406030204" pitchFamily="18" charset="0"/>
                          </a:rPr>
                          <m:t>oc</m:t>
                        </m:r>
                      </m:sub>
                    </m:sSub>
                    <m:r>
                      <a:rPr lang="en-US" sz="2000">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I</m:t>
                        </m:r>
                      </m:e>
                      <m:sub>
                        <m:r>
                          <m:rPr>
                            <m:sty m:val="p"/>
                          </m:rPr>
                          <a:rPr lang="en-US" sz="2000">
                            <a:solidFill>
                              <a:srgbClr val="000000"/>
                            </a:solidFill>
                            <a:latin typeface="Cambria Math" panose="02040503050406030204" pitchFamily="18" charset="0"/>
                            <a:ea typeface="Cambria Math" panose="02040503050406030204" pitchFamily="18" charset="0"/>
                          </a:rPr>
                          <m:t>load</m:t>
                        </m:r>
                      </m:sub>
                    </m:sSub>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R</m:t>
                        </m:r>
                      </m:e>
                      <m:sub>
                        <m:r>
                          <m:rPr>
                            <m:sty m:val="p"/>
                          </m:rPr>
                          <a:rPr lang="en-US" sz="2000">
                            <a:solidFill>
                              <a:srgbClr val="000000"/>
                            </a:solidFill>
                            <a:latin typeface="Cambria Math" panose="02040503050406030204" pitchFamily="18" charset="0"/>
                            <a:ea typeface="Cambria Math" panose="02040503050406030204" pitchFamily="18" charset="0"/>
                          </a:rPr>
                          <m:t>s</m:t>
                        </m:r>
                      </m:sub>
                    </m:sSub>
                    <m:r>
                      <a:rPr lang="en-US" sz="2000">
                        <a:solidFill>
                          <a:srgbClr val="000000"/>
                        </a:solidFill>
                        <a:latin typeface="Cambria Math" panose="02040503050406030204" pitchFamily="18" charset="0"/>
                        <a:ea typeface="Cambria Math" panose="02040503050406030204" pitchFamily="18" charset="0"/>
                      </a:rPr>
                      <m:t>=</m:t>
                    </m:r>
                    <m:f>
                      <m:fPr>
                        <m:ctrlPr>
                          <a:rPr lang="en-US" sz="2000" i="1">
                            <a:solidFill>
                              <a:srgbClr val="000000"/>
                            </a:solidFill>
                            <a:latin typeface="Cambria Math" panose="02040503050406030204" pitchFamily="18" charset="0"/>
                            <a:ea typeface="Cambria Math" panose="02040503050406030204" pitchFamily="18" charset="0"/>
                          </a:rPr>
                        </m:ctrlPr>
                      </m:fPr>
                      <m:num>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V</m:t>
                            </m:r>
                          </m:e>
                          <m:sub>
                            <m:r>
                              <m:rPr>
                                <m:sty m:val="p"/>
                              </m:rPr>
                              <a:rPr lang="en-US" sz="2000">
                                <a:solidFill>
                                  <a:srgbClr val="000000"/>
                                </a:solidFill>
                                <a:latin typeface="Cambria Math" panose="02040503050406030204" pitchFamily="18" charset="0"/>
                                <a:ea typeface="Cambria Math" panose="02040503050406030204" pitchFamily="18" charset="0"/>
                              </a:rPr>
                              <m:t>oc</m:t>
                            </m:r>
                          </m:sub>
                        </m:sSub>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R</m:t>
                            </m:r>
                          </m:e>
                          <m:sub>
                            <m:r>
                              <m:rPr>
                                <m:sty m:val="p"/>
                              </m:rPr>
                              <a:rPr lang="en-US" sz="2000">
                                <a:solidFill>
                                  <a:srgbClr val="000000"/>
                                </a:solidFill>
                                <a:latin typeface="Cambria Math" panose="02040503050406030204" pitchFamily="18" charset="0"/>
                                <a:ea typeface="Cambria Math" panose="02040503050406030204" pitchFamily="18" charset="0"/>
                              </a:rPr>
                              <m:t>load</m:t>
                            </m:r>
                          </m:sub>
                        </m:sSub>
                      </m:num>
                      <m:den>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R</m:t>
                            </m:r>
                          </m:e>
                          <m:sub>
                            <m:r>
                              <m:rPr>
                                <m:sty m:val="p"/>
                              </m:rPr>
                              <a:rPr lang="en-US" sz="2000">
                                <a:solidFill>
                                  <a:srgbClr val="000000"/>
                                </a:solidFill>
                                <a:latin typeface="Cambria Math" panose="02040503050406030204" pitchFamily="18" charset="0"/>
                                <a:ea typeface="Cambria Math" panose="02040503050406030204" pitchFamily="18" charset="0"/>
                              </a:rPr>
                              <m:t>load</m:t>
                            </m:r>
                          </m:sub>
                        </m:sSub>
                        <m:r>
                          <a:rPr lang="en-US" sz="2000">
                            <a:solidFill>
                              <a:srgbClr val="000000"/>
                            </a:solidFill>
                            <a:latin typeface="Cambria Math" panose="02040503050406030204" pitchFamily="18" charset="0"/>
                            <a:ea typeface="Cambria Math" panose="02040503050406030204" pitchFamily="18" charset="0"/>
                          </a:rPr>
                          <m:t> +</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a:solidFill>
                                  <a:srgbClr val="000000"/>
                                </a:solidFill>
                                <a:latin typeface="Cambria Math" panose="02040503050406030204" pitchFamily="18" charset="0"/>
                                <a:ea typeface="Cambria Math" panose="02040503050406030204" pitchFamily="18" charset="0"/>
                              </a:rPr>
                              <m:t> </m:t>
                            </m:r>
                            <m:r>
                              <m:rPr>
                                <m:sty m:val="p"/>
                              </m:rPr>
                              <a:rPr lang="en-US" sz="2000">
                                <a:solidFill>
                                  <a:srgbClr val="000000"/>
                                </a:solidFill>
                                <a:latin typeface="Cambria Math" panose="02040503050406030204" pitchFamily="18" charset="0"/>
                                <a:ea typeface="Cambria Math" panose="02040503050406030204" pitchFamily="18" charset="0"/>
                              </a:rPr>
                              <m:t>R</m:t>
                            </m:r>
                          </m:e>
                          <m:sub>
                            <m:r>
                              <m:rPr>
                                <m:sty m:val="p"/>
                              </m:rPr>
                              <a:rPr lang="en-US" sz="2000">
                                <a:solidFill>
                                  <a:srgbClr val="000000"/>
                                </a:solidFill>
                                <a:latin typeface="Cambria Math" panose="02040503050406030204" pitchFamily="18" charset="0"/>
                                <a:ea typeface="Cambria Math" panose="02040503050406030204" pitchFamily="18" charset="0"/>
                              </a:rPr>
                              <m:t>s</m:t>
                            </m:r>
                          </m:sub>
                        </m:sSub>
                      </m:den>
                    </m:f>
                  </m:oMath>
                </a14:m>
                <a:r>
                  <a:rPr lang="en-US" sz="2000" dirty="0">
                    <a:solidFill>
                      <a:srgbClr val="000000"/>
                    </a:solidFill>
                    <a:latin typeface="Cambria Math" panose="02040503050406030204" pitchFamily="18" charset="0"/>
                    <a:ea typeface="Cambria Math" panose="02040503050406030204" pitchFamily="18" charset="0"/>
                  </a:rPr>
                  <a:t>. (Without current limit.)</a:t>
                </a: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sz="2000" b="1" dirty="0">
                    <a:solidFill>
                      <a:srgbClr val="000000"/>
                    </a:solidFill>
                    <a:latin typeface="Cambria Math" panose="02040503050406030204" pitchFamily="18" charset="0"/>
                    <a:ea typeface="Cambria Math" panose="02040503050406030204" pitchFamily="18" charset="0"/>
                  </a:rPr>
                  <a:t>Stiff Voltage Source</a:t>
                </a:r>
                <a:r>
                  <a:rPr lang="en-US" sz="2000" dirty="0">
                    <a:solidFill>
                      <a:srgbClr val="000000"/>
                    </a:solidFill>
                    <a:latin typeface="Cambria Math" panose="02040503050406030204" pitchFamily="18" charset="0"/>
                    <a:ea typeface="Cambria Math" panose="02040503050406030204" pitchFamily="18" charset="0"/>
                  </a:rPr>
                  <a:t>: R</a:t>
                </a:r>
                <a:r>
                  <a:rPr lang="en-US" sz="2000" baseline="-25000" dirty="0">
                    <a:solidFill>
                      <a:srgbClr val="000000"/>
                    </a:solidFill>
                    <a:latin typeface="Cambria Math" panose="02040503050406030204" pitchFamily="18" charset="0"/>
                    <a:ea typeface="Cambria Math" panose="02040503050406030204" pitchFamily="18" charset="0"/>
                  </a:rPr>
                  <a:t>s</a:t>
                </a:r>
                <a:r>
                  <a:rPr lang="en-US" sz="2000" dirty="0">
                    <a:solidFill>
                      <a:srgbClr val="000000"/>
                    </a:solidFill>
                    <a:latin typeface="Cambria Math" panose="02040503050406030204" pitchFamily="18" charset="0"/>
                    <a:ea typeface="Cambria Math" panose="02040503050406030204" pitchFamily="18" charset="0"/>
                  </a:rPr>
                  <a:t> &lt; 0.01R</a:t>
                </a:r>
                <a:r>
                  <a:rPr lang="en-US" sz="2000" baseline="-25000" dirty="0">
                    <a:solidFill>
                      <a:srgbClr val="000000"/>
                    </a:solidFill>
                    <a:latin typeface="Cambria Math" panose="02040503050406030204" pitchFamily="18" charset="0"/>
                    <a:ea typeface="Cambria Math" panose="02040503050406030204" pitchFamily="18" charset="0"/>
                  </a:rPr>
                  <a:t>load</a:t>
                </a:r>
                <a:r>
                  <a:rPr lang="en-US" sz="2000" dirty="0">
                    <a:solidFill>
                      <a:srgbClr val="000000"/>
                    </a:solidFill>
                    <a:latin typeface="Cambria Math" panose="02040503050406030204" pitchFamily="18" charset="0"/>
                    <a:ea typeface="Cambria Math" panose="02040503050406030204" pitchFamily="18" charset="0"/>
                  </a:rPr>
                  <a:t>. Defines a load region where output is within -1% of ideal.</a:t>
                </a: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207034" y="613607"/>
                <a:ext cx="11714672" cy="6116674"/>
              </a:xfrm>
              <a:prstGeom prst="rect">
                <a:avLst/>
              </a:prstGeom>
              <a:blipFill>
                <a:blip r:embed="rId2"/>
                <a:stretch>
                  <a:fillRect l="-311" t="-297"/>
                </a:stretch>
              </a:blipFill>
              <a:ln w="38100" cmpd="thickThin">
                <a:solidFill>
                  <a:schemeClr val="accent1"/>
                </a:solidFill>
              </a:ln>
            </p:spPr>
            <p:txBody>
              <a:bodyPr/>
              <a:lstStyle/>
              <a:p>
                <a:r>
                  <a:rPr lang="en-US">
                    <a:noFill/>
                  </a:rPr>
                  <a:t> </a:t>
                </a:r>
              </a:p>
            </p:txBody>
          </p:sp>
        </mc:Fallback>
      </mc:AlternateContent>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660" y="4710287"/>
            <a:ext cx="2859898" cy="1929296"/>
          </a:xfrm>
          <a:prstGeom prst="rect">
            <a:avLst/>
          </a:prstGeom>
        </p:spPr>
      </p:pic>
      <p:pic>
        <p:nvPicPr>
          <p:cNvPr id="11" name="Picture 10">
            <a:extLst>
              <a:ext uri="{FF2B5EF4-FFF2-40B4-BE49-F238E27FC236}">
                <a16:creationId xmlns:a16="http://schemas.microsoft.com/office/drawing/2014/main" id="{4FFBA516-8D7D-5E04-FE18-0062B1869B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2055" y="4826670"/>
            <a:ext cx="3635468" cy="1884236"/>
          </a:xfrm>
          <a:prstGeom prst="rect">
            <a:avLst/>
          </a:prstGeom>
        </p:spPr>
      </p:pic>
      <p:pic>
        <p:nvPicPr>
          <p:cNvPr id="15" name="Picture 14" descr="A picture containing indoor&#10;&#10;Description automatically generated">
            <a:extLst>
              <a:ext uri="{FF2B5EF4-FFF2-40B4-BE49-F238E27FC236}">
                <a16:creationId xmlns:a16="http://schemas.microsoft.com/office/drawing/2014/main" id="{F62D5230-6106-3225-F947-9CD9E6136D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14926" y="4821290"/>
            <a:ext cx="3749076" cy="1853756"/>
          </a:xfrm>
          <a:prstGeom prst="rect">
            <a:avLst/>
          </a:prstGeom>
        </p:spPr>
      </p:pic>
    </p:spTree>
    <p:extLst>
      <p:ext uri="{BB962C8B-B14F-4D97-AF65-F5344CB8AC3E}">
        <p14:creationId xmlns:p14="http://schemas.microsoft.com/office/powerpoint/2010/main" val="1426761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 calcmode="lin" valueType="num">
                                      <p:cBhvr additive="base">
                                        <p:cTn id="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 calcmode="lin" valueType="num">
                                      <p:cBhvr additive="base">
                                        <p:cTn id="1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8" end="8"/>
                                            </p:txEl>
                                          </p:spTgt>
                                        </p:tgtEl>
                                        <p:attrNameLst>
                                          <p:attrName>style.visibility</p:attrName>
                                        </p:attrNameLst>
                                      </p:cBhvr>
                                      <p:to>
                                        <p:strVal val="visible"/>
                                      </p:to>
                                    </p:set>
                                    <p:anim calcmode="lin" valueType="num">
                                      <p:cBhvr additive="base">
                                        <p:cTn id="1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10" end="10"/>
                                            </p:txEl>
                                          </p:spTgt>
                                        </p:tgtEl>
                                        <p:attrNameLst>
                                          <p:attrName>style.visibility</p:attrName>
                                        </p:attrNameLst>
                                      </p:cBhvr>
                                      <p:to>
                                        <p:strVal val="visible"/>
                                      </p:to>
                                    </p:set>
                                    <p:anim calcmode="lin" valueType="num">
                                      <p:cBhvr additive="base">
                                        <p:cTn id="19"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5580" y="-17540"/>
            <a:ext cx="7386721" cy="533400"/>
          </a:xfrm>
        </p:spPr>
        <p:txBody>
          <a:bodyPr>
            <a:noAutofit/>
          </a:bodyPr>
          <a:lstStyle/>
          <a:p>
            <a:pPr algn="ctr"/>
            <a:r>
              <a:rPr lang="en-US" sz="4000" dirty="0">
                <a:gradFill>
                  <a:gsLst>
                    <a:gs pos="14000">
                      <a:schemeClr val="accent5"/>
                    </a:gs>
                    <a:gs pos="64000">
                      <a:schemeClr val="tx2"/>
                    </a:gs>
                    <a:gs pos="100000">
                      <a:schemeClr val="tx2"/>
                    </a:gs>
                  </a:gsLst>
                  <a:lin ang="16200000" scaled="1"/>
                </a:gradFill>
                <a:cs typeface="Arial" panose="020B0604020202020204" pitchFamily="34" charset="0"/>
              </a:rPr>
              <a:t>Practical Current Sources </a:t>
            </a:r>
          </a:p>
        </p:txBody>
      </p:sp>
      <mc:AlternateContent xmlns:mc="http://schemas.openxmlformats.org/markup-compatibility/2006" xmlns:a14="http://schemas.microsoft.com/office/drawing/2010/main">
        <mc:Choice Requires="a14">
          <p:sp>
            <p:nvSpPr>
              <p:cNvPr id="7" name="Rectangle 6"/>
              <p:cNvSpPr/>
              <p:nvPr/>
            </p:nvSpPr>
            <p:spPr>
              <a:xfrm>
                <a:off x="276045" y="613607"/>
                <a:ext cx="11507638" cy="6116674"/>
              </a:xfrm>
              <a:prstGeom prst="rect">
                <a:avLst/>
              </a:prstGeom>
              <a:solidFill>
                <a:srgbClr val="FFFFFF"/>
              </a:solidFill>
              <a:ln w="38100" cmpd="thickThin">
                <a:solidFill>
                  <a:schemeClr val="accent1"/>
                </a:solidFill>
              </a:ln>
            </p:spPr>
            <p:txBody>
              <a:bodyPr wrap="square">
                <a:spAutoFit/>
              </a:bodyPr>
              <a:lstStyle/>
              <a:p>
                <a:pPr marL="342900" indent="-342900" fontAlgn="base">
                  <a:spcBef>
                    <a:spcPct val="0"/>
                  </a:spcBef>
                  <a:spcAft>
                    <a:spcPct val="0"/>
                  </a:spcAft>
                  <a:buFont typeface="Arial" panose="020B0604020202020204" pitchFamily="34" charset="0"/>
                  <a:buChar char="•"/>
                </a:pPr>
                <a:r>
                  <a:rPr lang="en-US" sz="2000" dirty="0">
                    <a:solidFill>
                      <a:srgbClr val="000000"/>
                    </a:solidFill>
                    <a:latin typeface="Cambria Math" panose="02040503050406030204" pitchFamily="18" charset="0"/>
                    <a:ea typeface="Cambria Math" panose="02040503050406030204" pitchFamily="18" charset="0"/>
                  </a:rPr>
                  <a:t>An ideal current source provides the desired current no matter how much voltage is required. </a:t>
                </a: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sz="2000" dirty="0">
                    <a:solidFill>
                      <a:srgbClr val="000000"/>
                    </a:solidFill>
                    <a:latin typeface="Cambria Math" panose="02040503050406030204" pitchFamily="18" charset="0"/>
                    <a:ea typeface="Cambria Math" panose="02040503050406030204" pitchFamily="18" charset="0"/>
                  </a:rPr>
                  <a:t>The output current decreases with increasing load voltage for real (practical) current sources.</a:t>
                </a: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sz="2000" dirty="0">
                    <a:solidFill>
                      <a:srgbClr val="000000"/>
                    </a:solidFill>
                    <a:latin typeface="Cambria Math" panose="02040503050406030204" pitchFamily="18" charset="0"/>
                    <a:ea typeface="Cambria Math" panose="02040503050406030204" pitchFamily="18" charset="0"/>
                  </a:rPr>
                  <a:t>This is modeled as a ideal current source in parallel with a source resistance, with the source resistance approaching infinity as the practical current source approaches an ideal current source.</a:t>
                </a: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sz="2000" dirty="0">
                    <a:solidFill>
                      <a:srgbClr val="000000"/>
                    </a:solidFill>
                    <a:latin typeface="Cambria Math" panose="02040503050406030204" pitchFamily="18" charset="0"/>
                    <a:ea typeface="Cambria Math" panose="02040503050406030204" pitchFamily="18" charset="0"/>
                  </a:rPr>
                  <a:t>Source resistance of practical current source labeled </a:t>
                </a:r>
                <a:r>
                  <a:rPr lang="en-US" sz="2000" dirty="0" err="1">
                    <a:solidFill>
                      <a:srgbClr val="000000"/>
                    </a:solidFill>
                    <a:latin typeface="Cambria Math" panose="02040503050406030204" pitchFamily="18" charset="0"/>
                    <a:ea typeface="Cambria Math" panose="02040503050406030204" pitchFamily="18" charset="0"/>
                  </a:rPr>
                  <a:t>R</a:t>
                </a:r>
                <a:r>
                  <a:rPr lang="en-US" sz="2000" baseline="-25000" dirty="0" err="1">
                    <a:solidFill>
                      <a:srgbClr val="000000"/>
                    </a:solidFill>
                    <a:latin typeface="Cambria Math" panose="02040503050406030204" pitchFamily="18" charset="0"/>
                    <a:ea typeface="Cambria Math" panose="02040503050406030204" pitchFamily="18" charset="0"/>
                  </a:rPr>
                  <a:t>s</a:t>
                </a:r>
                <a:r>
                  <a:rPr lang="en-US" sz="2000" dirty="0">
                    <a:solidFill>
                      <a:srgbClr val="000000"/>
                    </a:solidFill>
                    <a:latin typeface="Cambria Math" panose="02040503050406030204" pitchFamily="18" charset="0"/>
                    <a:ea typeface="Cambria Math" panose="02040503050406030204" pitchFamily="18" charset="0"/>
                  </a:rPr>
                  <a:t>, or R</a:t>
                </a:r>
                <a:r>
                  <a:rPr lang="en-US" sz="2000" baseline="-25000" dirty="0">
                    <a:solidFill>
                      <a:srgbClr val="000000"/>
                    </a:solidFill>
                    <a:latin typeface="Cambria Math" panose="02040503050406030204" pitchFamily="18" charset="0"/>
                    <a:ea typeface="Cambria Math" panose="02040503050406030204" pitchFamily="18" charset="0"/>
                  </a:rPr>
                  <a:t>n</a:t>
                </a:r>
                <a:r>
                  <a:rPr lang="en-US" sz="2000" dirty="0">
                    <a:solidFill>
                      <a:srgbClr val="000000"/>
                    </a:solidFill>
                    <a:latin typeface="Cambria Math" panose="02040503050406030204" pitchFamily="18" charset="0"/>
                    <a:ea typeface="Cambria Math" panose="02040503050406030204" pitchFamily="18" charset="0"/>
                  </a:rPr>
                  <a:t>, or R.</a:t>
                </a: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sz="2000" dirty="0">
                    <a:solidFill>
                      <a:srgbClr val="000000"/>
                    </a:solidFill>
                    <a:latin typeface="Cambria Math" panose="02040503050406030204" pitchFamily="18" charset="0"/>
                    <a:ea typeface="Cambria Math" panose="02040503050406030204" pitchFamily="18" charset="0"/>
                  </a:rPr>
                  <a:t>Practical Current Source: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I</m:t>
                        </m:r>
                      </m:e>
                      <m:sub>
                        <m:r>
                          <m:rPr>
                            <m:sty m:val="p"/>
                          </m:rPr>
                          <a:rPr lang="en-US" sz="2000">
                            <a:solidFill>
                              <a:srgbClr val="000000"/>
                            </a:solidFill>
                            <a:latin typeface="Cambria Math" panose="02040503050406030204" pitchFamily="18" charset="0"/>
                            <a:ea typeface="Cambria Math" panose="02040503050406030204" pitchFamily="18" charset="0"/>
                          </a:rPr>
                          <m:t>load</m:t>
                        </m:r>
                      </m:sub>
                    </m:sSub>
                    <m:r>
                      <a:rPr lang="en-US" sz="2000">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I</m:t>
                        </m:r>
                      </m:e>
                      <m:sub>
                        <m:r>
                          <m:rPr>
                            <m:sty m:val="p"/>
                          </m:rPr>
                          <a:rPr lang="en-US" sz="2000">
                            <a:solidFill>
                              <a:srgbClr val="000000"/>
                            </a:solidFill>
                            <a:latin typeface="Cambria Math" panose="02040503050406030204" pitchFamily="18" charset="0"/>
                            <a:ea typeface="Cambria Math" panose="02040503050406030204" pitchFamily="18" charset="0"/>
                          </a:rPr>
                          <m:t>sc</m:t>
                        </m:r>
                      </m:sub>
                    </m:sSub>
                    <m:r>
                      <a:rPr lang="en-US" sz="2000">
                        <a:solidFill>
                          <a:srgbClr val="000000"/>
                        </a:solidFill>
                        <a:latin typeface="Cambria Math" panose="02040503050406030204" pitchFamily="18" charset="0"/>
                        <a:ea typeface="Cambria Math" panose="02040503050406030204" pitchFamily="18" charset="0"/>
                      </a:rPr>
                      <m:t>−</m:t>
                    </m:r>
                    <m:f>
                      <m:fPr>
                        <m:ctrlPr>
                          <a:rPr lang="en-US" sz="2000" i="1">
                            <a:solidFill>
                              <a:srgbClr val="000000"/>
                            </a:solidFill>
                            <a:latin typeface="Cambria Math" panose="02040503050406030204" pitchFamily="18" charset="0"/>
                            <a:ea typeface="Cambria Math" panose="02040503050406030204" pitchFamily="18" charset="0"/>
                          </a:rPr>
                        </m:ctrlPr>
                      </m:fPr>
                      <m:num>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V</m:t>
                            </m:r>
                          </m:e>
                          <m:sub>
                            <m:r>
                              <m:rPr>
                                <m:sty m:val="p"/>
                              </m:rPr>
                              <a:rPr lang="en-US" sz="2000">
                                <a:solidFill>
                                  <a:srgbClr val="000000"/>
                                </a:solidFill>
                                <a:latin typeface="Cambria Math" panose="02040503050406030204" pitchFamily="18" charset="0"/>
                                <a:ea typeface="Cambria Math" panose="02040503050406030204" pitchFamily="18" charset="0"/>
                              </a:rPr>
                              <m:t>load</m:t>
                            </m:r>
                          </m:sub>
                        </m:sSub>
                      </m:num>
                      <m:den>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R</m:t>
                            </m:r>
                          </m:e>
                          <m:sub>
                            <m:r>
                              <m:rPr>
                                <m:sty m:val="p"/>
                              </m:rPr>
                              <a:rPr lang="en-US" sz="2000">
                                <a:solidFill>
                                  <a:srgbClr val="000000"/>
                                </a:solidFill>
                                <a:latin typeface="Cambria Math" panose="02040503050406030204" pitchFamily="18" charset="0"/>
                                <a:ea typeface="Cambria Math" panose="02040503050406030204" pitchFamily="18" charset="0"/>
                              </a:rPr>
                              <m:t>s</m:t>
                            </m:r>
                          </m:sub>
                        </m:sSub>
                      </m:den>
                    </m:f>
                    <m:r>
                      <a:rPr lang="en-US" sz="2000">
                        <a:solidFill>
                          <a:srgbClr val="000000"/>
                        </a:solidFill>
                        <a:latin typeface="Cambria Math" panose="02040503050406030204" pitchFamily="18" charset="0"/>
                        <a:ea typeface="Cambria Math" panose="02040503050406030204" pitchFamily="18" charset="0"/>
                      </a:rPr>
                      <m:t>=</m:t>
                    </m:r>
                    <m:f>
                      <m:fPr>
                        <m:ctrlPr>
                          <a:rPr lang="en-US" sz="2000" i="1">
                            <a:solidFill>
                              <a:srgbClr val="000000"/>
                            </a:solidFill>
                            <a:latin typeface="Cambria Math" panose="02040503050406030204" pitchFamily="18" charset="0"/>
                            <a:ea typeface="Cambria Math" panose="02040503050406030204" pitchFamily="18" charset="0"/>
                          </a:rPr>
                        </m:ctrlPr>
                      </m:fPr>
                      <m:num>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I</m:t>
                            </m:r>
                          </m:e>
                          <m:sub>
                            <m:r>
                              <m:rPr>
                                <m:sty m:val="p"/>
                              </m:rPr>
                              <a:rPr lang="en-US" sz="2000">
                                <a:solidFill>
                                  <a:srgbClr val="000000"/>
                                </a:solidFill>
                                <a:latin typeface="Cambria Math" panose="02040503050406030204" pitchFamily="18" charset="0"/>
                                <a:ea typeface="Cambria Math" panose="02040503050406030204" pitchFamily="18" charset="0"/>
                              </a:rPr>
                              <m:t>sc</m:t>
                            </m:r>
                          </m:sub>
                        </m:sSub>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R</m:t>
                            </m:r>
                          </m:e>
                          <m:sub>
                            <m:r>
                              <m:rPr>
                                <m:sty m:val="p"/>
                              </m:rPr>
                              <a:rPr lang="en-US" sz="2000">
                                <a:solidFill>
                                  <a:srgbClr val="000000"/>
                                </a:solidFill>
                                <a:latin typeface="Cambria Math" panose="02040503050406030204" pitchFamily="18" charset="0"/>
                                <a:ea typeface="Cambria Math" panose="02040503050406030204" pitchFamily="18" charset="0"/>
                              </a:rPr>
                              <m:t>s</m:t>
                            </m:r>
                          </m:sub>
                        </m:sSub>
                      </m:num>
                      <m:den>
                        <m:sSub>
                          <m:sSubPr>
                            <m:ctrlPr>
                              <a:rPr lang="en-US" sz="2000" i="1">
                                <a:solidFill>
                                  <a:srgbClr val="000000"/>
                                </a:solidFill>
                                <a:latin typeface="Cambria Math" panose="02040503050406030204" pitchFamily="18" charset="0"/>
                                <a:ea typeface="Cambria Math" panose="02040503050406030204" pitchFamily="18" charset="0"/>
                              </a:rPr>
                            </m:ctrlPr>
                          </m:sSubPr>
                          <m:e>
                            <m:r>
                              <m:rPr>
                                <m:sty m:val="p"/>
                              </m:rPr>
                              <a:rPr lang="en-US" sz="2000">
                                <a:solidFill>
                                  <a:srgbClr val="000000"/>
                                </a:solidFill>
                                <a:latin typeface="Cambria Math" panose="02040503050406030204" pitchFamily="18" charset="0"/>
                                <a:ea typeface="Cambria Math" panose="02040503050406030204" pitchFamily="18" charset="0"/>
                              </a:rPr>
                              <m:t>R</m:t>
                            </m:r>
                          </m:e>
                          <m:sub>
                            <m:r>
                              <m:rPr>
                                <m:sty m:val="p"/>
                              </m:rPr>
                              <a:rPr lang="en-US" sz="2000">
                                <a:solidFill>
                                  <a:srgbClr val="000000"/>
                                </a:solidFill>
                                <a:latin typeface="Cambria Math" panose="02040503050406030204" pitchFamily="18" charset="0"/>
                                <a:ea typeface="Cambria Math" panose="02040503050406030204" pitchFamily="18" charset="0"/>
                              </a:rPr>
                              <m:t>s</m:t>
                            </m:r>
                          </m:sub>
                        </m:sSub>
                        <m:r>
                          <a:rPr lang="en-US" sz="2000">
                            <a:solidFill>
                              <a:srgbClr val="000000"/>
                            </a:solidFill>
                            <a:latin typeface="Cambria Math" panose="02040503050406030204" pitchFamily="18" charset="0"/>
                            <a:ea typeface="Cambria Math" panose="02040503050406030204" pitchFamily="18" charset="0"/>
                          </a:rPr>
                          <m:t> +</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a:solidFill>
                                  <a:srgbClr val="000000"/>
                                </a:solidFill>
                                <a:latin typeface="Cambria Math" panose="02040503050406030204" pitchFamily="18" charset="0"/>
                                <a:ea typeface="Cambria Math" panose="02040503050406030204" pitchFamily="18" charset="0"/>
                              </a:rPr>
                              <m:t> </m:t>
                            </m:r>
                            <m:r>
                              <m:rPr>
                                <m:sty m:val="p"/>
                              </m:rPr>
                              <a:rPr lang="en-US" sz="2000">
                                <a:solidFill>
                                  <a:srgbClr val="000000"/>
                                </a:solidFill>
                                <a:latin typeface="Cambria Math" panose="02040503050406030204" pitchFamily="18" charset="0"/>
                                <a:ea typeface="Cambria Math" panose="02040503050406030204" pitchFamily="18" charset="0"/>
                              </a:rPr>
                              <m:t>R</m:t>
                            </m:r>
                          </m:e>
                          <m:sub>
                            <m:r>
                              <m:rPr>
                                <m:sty m:val="p"/>
                              </m:rPr>
                              <a:rPr lang="en-US" sz="2000">
                                <a:solidFill>
                                  <a:srgbClr val="000000"/>
                                </a:solidFill>
                                <a:latin typeface="Cambria Math" panose="02040503050406030204" pitchFamily="18" charset="0"/>
                                <a:ea typeface="Cambria Math" panose="02040503050406030204" pitchFamily="18" charset="0"/>
                              </a:rPr>
                              <m:t>load</m:t>
                            </m:r>
                          </m:sub>
                        </m:sSub>
                      </m:den>
                    </m:f>
                  </m:oMath>
                </a14:m>
                <a:r>
                  <a:rPr lang="en-US" sz="2000" dirty="0">
                    <a:solidFill>
                      <a:srgbClr val="000000"/>
                    </a:solidFill>
                    <a:latin typeface="Cambria Math" panose="02040503050406030204" pitchFamily="18" charset="0"/>
                    <a:ea typeface="Cambria Math" panose="02040503050406030204" pitchFamily="18" charset="0"/>
                  </a:rPr>
                  <a:t>.</a:t>
                </a: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r>
                  <a:rPr lang="en-US" sz="2000" b="1" dirty="0">
                    <a:solidFill>
                      <a:srgbClr val="000000"/>
                    </a:solidFill>
                    <a:latin typeface="Cambria Math" panose="02040503050406030204" pitchFamily="18" charset="0"/>
                    <a:ea typeface="Cambria Math" panose="02040503050406030204" pitchFamily="18" charset="0"/>
                  </a:rPr>
                  <a:t>Stiff Current Source</a:t>
                </a:r>
                <a:r>
                  <a:rPr lang="en-US" sz="2000" dirty="0">
                    <a:solidFill>
                      <a:srgbClr val="000000"/>
                    </a:solidFill>
                    <a:latin typeface="Cambria Math" panose="02040503050406030204" pitchFamily="18" charset="0"/>
                    <a:ea typeface="Cambria Math" panose="02040503050406030204" pitchFamily="18" charset="0"/>
                  </a:rPr>
                  <a:t>: R</a:t>
                </a:r>
                <a:r>
                  <a:rPr lang="en-US" sz="2000" baseline="-25000" dirty="0">
                    <a:solidFill>
                      <a:srgbClr val="000000"/>
                    </a:solidFill>
                    <a:latin typeface="Cambria Math" panose="02040503050406030204" pitchFamily="18" charset="0"/>
                    <a:ea typeface="Cambria Math" panose="02040503050406030204" pitchFamily="18" charset="0"/>
                  </a:rPr>
                  <a:t>s</a:t>
                </a:r>
                <a:r>
                  <a:rPr lang="en-US" sz="2000" dirty="0">
                    <a:solidFill>
                      <a:srgbClr val="000000"/>
                    </a:solidFill>
                    <a:latin typeface="Cambria Math" panose="02040503050406030204" pitchFamily="18" charset="0"/>
                    <a:ea typeface="Cambria Math" panose="02040503050406030204" pitchFamily="18" charset="0"/>
                  </a:rPr>
                  <a:t> &gt; 100R</a:t>
                </a:r>
                <a:r>
                  <a:rPr lang="en-US" sz="2000" baseline="-25000" dirty="0">
                    <a:solidFill>
                      <a:srgbClr val="000000"/>
                    </a:solidFill>
                    <a:latin typeface="Cambria Math" panose="02040503050406030204" pitchFamily="18" charset="0"/>
                    <a:ea typeface="Cambria Math" panose="02040503050406030204" pitchFamily="18" charset="0"/>
                  </a:rPr>
                  <a:t>load</a:t>
                </a:r>
                <a:r>
                  <a:rPr lang="en-US" sz="2000" dirty="0">
                    <a:solidFill>
                      <a:srgbClr val="000000"/>
                    </a:solidFill>
                    <a:latin typeface="Cambria Math" panose="02040503050406030204" pitchFamily="18" charset="0"/>
                    <a:ea typeface="Cambria Math" panose="02040503050406030204" pitchFamily="18" charset="0"/>
                  </a:rPr>
                  <a:t>. Defines a load region where output is within -1% of ideal.</a:t>
                </a: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a:p>
                <a:pPr marL="342900" indent="-342900" fontAlgn="base">
                  <a:spcBef>
                    <a:spcPct val="0"/>
                  </a:spcBef>
                  <a:spcAft>
                    <a:spcPct val="0"/>
                  </a:spcAft>
                  <a:buFont typeface="Arial" panose="020B0604020202020204" pitchFamily="34" charset="0"/>
                  <a:buChar char="•"/>
                </a:pPr>
                <a:endParaRPr lang="en-US" sz="2000" dirty="0">
                  <a:solidFill>
                    <a:srgbClr val="000000"/>
                  </a:solidFill>
                  <a:latin typeface="Cambria Math" panose="02040503050406030204" pitchFamily="18" charset="0"/>
                  <a:ea typeface="Cambria Math" panose="020405030504060302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276045" y="613607"/>
                <a:ext cx="11507638" cy="6116674"/>
              </a:xfrm>
              <a:prstGeom prst="rect">
                <a:avLst/>
              </a:prstGeom>
              <a:blipFill>
                <a:blip r:embed="rId2"/>
                <a:stretch>
                  <a:fillRect l="-317" t="-297"/>
                </a:stretch>
              </a:blipFill>
              <a:ln w="38100" cmpd="thickThin">
                <a:solidFill>
                  <a:schemeClr val="accent1"/>
                </a:solidFill>
              </a:ln>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9267" y="4717405"/>
            <a:ext cx="3678120" cy="1915461"/>
          </a:xfrm>
          <a:prstGeom prst="rect">
            <a:avLst/>
          </a:prstGeom>
        </p:spPr>
      </p:pic>
      <p:pic>
        <p:nvPicPr>
          <p:cNvPr id="5" name="Picture 4" descr="A picture containing light&#10;&#10;Description automatically generated">
            <a:extLst>
              <a:ext uri="{FF2B5EF4-FFF2-40B4-BE49-F238E27FC236}">
                <a16:creationId xmlns:a16="http://schemas.microsoft.com/office/drawing/2014/main" id="{EDEAC4AD-396A-4CB7-AC08-7082DD4856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37868" y="4772188"/>
            <a:ext cx="4066384" cy="1774090"/>
          </a:xfrm>
          <a:prstGeom prst="rect">
            <a:avLst/>
          </a:prstGeom>
        </p:spPr>
      </p:pic>
    </p:spTree>
    <p:extLst>
      <p:ext uri="{BB962C8B-B14F-4D97-AF65-F5344CB8AC3E}">
        <p14:creationId xmlns:p14="http://schemas.microsoft.com/office/powerpoint/2010/main" val="126613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 calcmode="lin" valueType="num">
                                      <p:cBhvr additive="base">
                                        <p:cTn id="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 calcmode="lin" valueType="num">
                                      <p:cBhvr additive="base">
                                        <p:cTn id="1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8" end="8"/>
                                            </p:txEl>
                                          </p:spTgt>
                                        </p:tgtEl>
                                        <p:attrNameLst>
                                          <p:attrName>style.visibility</p:attrName>
                                        </p:attrNameLst>
                                      </p:cBhvr>
                                      <p:to>
                                        <p:strVal val="visible"/>
                                      </p:to>
                                    </p:set>
                                    <p:anim calcmode="lin" valueType="num">
                                      <p:cBhvr additive="base">
                                        <p:cTn id="1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10" end="10"/>
                                            </p:txEl>
                                          </p:spTgt>
                                        </p:tgtEl>
                                        <p:attrNameLst>
                                          <p:attrName>style.visibility</p:attrName>
                                        </p:attrNameLst>
                                      </p:cBhvr>
                                      <p:to>
                                        <p:strVal val="visible"/>
                                      </p:to>
                                    </p:set>
                                    <p:anim calcmode="lin" valueType="num">
                                      <p:cBhvr additive="base">
                                        <p:cTn id="19"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8523" y="18106"/>
            <a:ext cx="7112163" cy="533400"/>
          </a:xfrm>
        </p:spPr>
        <p:txBody>
          <a:bodyPr>
            <a:noAutofit/>
          </a:bodyPr>
          <a:lstStyle/>
          <a:p>
            <a:pPr algn="ctr"/>
            <a:r>
              <a:rPr lang="en-US" sz="4400" dirty="0">
                <a:gradFill>
                  <a:gsLst>
                    <a:gs pos="14000">
                      <a:schemeClr val="accent5"/>
                    </a:gs>
                    <a:gs pos="64000">
                      <a:schemeClr val="tx2"/>
                    </a:gs>
                    <a:gs pos="100000">
                      <a:schemeClr val="tx2"/>
                    </a:gs>
                  </a:gsLst>
                  <a:lin ang="16200000" scaled="1"/>
                </a:gradFill>
                <a:cs typeface="Arial" panose="020B0604020202020204" pitchFamily="34" charset="0"/>
              </a:rPr>
              <a:t>Dependent Voltage Sources</a:t>
            </a:r>
          </a:p>
        </p:txBody>
      </p:sp>
      <p:sp>
        <p:nvSpPr>
          <p:cNvPr id="203" name="Rectangle 202"/>
          <p:cNvSpPr/>
          <p:nvPr/>
        </p:nvSpPr>
        <p:spPr bwMode="auto">
          <a:xfrm>
            <a:off x="3443335" y="778575"/>
            <a:ext cx="5169529" cy="5486424"/>
          </a:xfrm>
          <a:prstGeom prst="rect">
            <a:avLst/>
          </a:prstGeom>
          <a:solidFill>
            <a:srgbClr val="EAEAEA"/>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4190" y="1133760"/>
            <a:ext cx="3907875" cy="2152075"/>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4261" y="3830034"/>
            <a:ext cx="3670110" cy="2133785"/>
          </a:xfrm>
          <a:prstGeom prst="rect">
            <a:avLst/>
          </a:prstGeom>
        </p:spPr>
      </p:pic>
      <p:sp>
        <p:nvSpPr>
          <p:cNvPr id="8" name="TextBox 7">
            <a:extLst>
              <a:ext uri="{FF2B5EF4-FFF2-40B4-BE49-F238E27FC236}">
                <a16:creationId xmlns:a16="http://schemas.microsoft.com/office/drawing/2014/main" id="{2F8CB744-B3C4-4ED7-973E-FDE47A9A1E07}"/>
              </a:ext>
            </a:extLst>
          </p:cNvPr>
          <p:cNvSpPr txBox="1"/>
          <p:nvPr/>
        </p:nvSpPr>
        <p:spPr>
          <a:xfrm>
            <a:off x="9023685" y="2033371"/>
            <a:ext cx="1669047" cy="369332"/>
          </a:xfrm>
          <a:prstGeom prst="rect">
            <a:avLst/>
          </a:prstGeom>
          <a:noFill/>
        </p:spPr>
        <p:txBody>
          <a:bodyPr wrap="none" rtlCol="0">
            <a:spAutoFit/>
          </a:bodyPr>
          <a:lstStyle/>
          <a:p>
            <a:r>
              <a:rPr lang="en-US" dirty="0"/>
              <a:t>Op-Amp Model</a:t>
            </a:r>
          </a:p>
        </p:txBody>
      </p:sp>
    </p:spTree>
    <p:extLst>
      <p:ext uri="{BB962C8B-B14F-4D97-AF65-F5344CB8AC3E}">
        <p14:creationId xmlns:p14="http://schemas.microsoft.com/office/powerpoint/2010/main" val="3382686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0034" y="-11371"/>
            <a:ext cx="7112163" cy="533400"/>
          </a:xfrm>
        </p:spPr>
        <p:txBody>
          <a:bodyPr>
            <a:noAutofit/>
          </a:bodyPr>
          <a:lstStyle/>
          <a:p>
            <a:pPr algn="ctr"/>
            <a:r>
              <a:rPr lang="en-US" sz="4400" dirty="0">
                <a:gradFill>
                  <a:gsLst>
                    <a:gs pos="14000">
                      <a:schemeClr val="accent5"/>
                    </a:gs>
                    <a:gs pos="64000">
                      <a:schemeClr val="tx2"/>
                    </a:gs>
                    <a:gs pos="100000">
                      <a:schemeClr val="tx2"/>
                    </a:gs>
                  </a:gsLst>
                  <a:lin ang="16200000" scaled="1"/>
                </a:gradFill>
                <a:cs typeface="Arial" panose="020B0604020202020204" pitchFamily="34" charset="0"/>
              </a:rPr>
              <a:t>Dependent Current Sources</a:t>
            </a:r>
          </a:p>
        </p:txBody>
      </p:sp>
      <p:sp>
        <p:nvSpPr>
          <p:cNvPr id="203" name="Rectangle 202"/>
          <p:cNvSpPr/>
          <p:nvPr/>
        </p:nvSpPr>
        <p:spPr bwMode="auto">
          <a:xfrm>
            <a:off x="2439020" y="778575"/>
            <a:ext cx="5169529" cy="5486424"/>
          </a:xfrm>
          <a:prstGeom prst="rect">
            <a:avLst/>
          </a:prstGeom>
          <a:solidFill>
            <a:srgbClr val="EAEAEA"/>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0755" y="1199917"/>
            <a:ext cx="3682303" cy="203624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0755" y="3801260"/>
            <a:ext cx="3889585" cy="2072820"/>
          </a:xfrm>
          <a:prstGeom prst="rect">
            <a:avLst/>
          </a:prstGeom>
        </p:spPr>
      </p:pic>
      <p:sp>
        <p:nvSpPr>
          <p:cNvPr id="4" name="TextBox 3">
            <a:extLst>
              <a:ext uri="{FF2B5EF4-FFF2-40B4-BE49-F238E27FC236}">
                <a16:creationId xmlns:a16="http://schemas.microsoft.com/office/drawing/2014/main" id="{5E5DD3FD-62C7-4446-B761-4823B8FA0837}"/>
              </a:ext>
            </a:extLst>
          </p:cNvPr>
          <p:cNvSpPr txBox="1"/>
          <p:nvPr/>
        </p:nvSpPr>
        <p:spPr>
          <a:xfrm>
            <a:off x="8163071" y="2033371"/>
            <a:ext cx="3516219" cy="369332"/>
          </a:xfrm>
          <a:prstGeom prst="rect">
            <a:avLst/>
          </a:prstGeom>
          <a:noFill/>
        </p:spPr>
        <p:txBody>
          <a:bodyPr wrap="none" rtlCol="0">
            <a:spAutoFit/>
          </a:bodyPr>
          <a:lstStyle/>
          <a:p>
            <a:r>
              <a:rPr lang="en-US" dirty="0"/>
              <a:t>Bipolar Junction Transistor Model</a:t>
            </a:r>
          </a:p>
        </p:txBody>
      </p:sp>
      <p:sp>
        <p:nvSpPr>
          <p:cNvPr id="7" name="TextBox 6">
            <a:extLst>
              <a:ext uri="{FF2B5EF4-FFF2-40B4-BE49-F238E27FC236}">
                <a16:creationId xmlns:a16="http://schemas.microsoft.com/office/drawing/2014/main" id="{CA3FDD86-0D18-40EC-A803-FA33D8D42E75}"/>
              </a:ext>
            </a:extLst>
          </p:cNvPr>
          <p:cNvSpPr txBox="1"/>
          <p:nvPr/>
        </p:nvSpPr>
        <p:spPr>
          <a:xfrm>
            <a:off x="8846974" y="4653004"/>
            <a:ext cx="2370072" cy="369332"/>
          </a:xfrm>
          <a:prstGeom prst="rect">
            <a:avLst/>
          </a:prstGeom>
          <a:noFill/>
        </p:spPr>
        <p:txBody>
          <a:bodyPr wrap="none" rtlCol="0">
            <a:spAutoFit/>
          </a:bodyPr>
          <a:lstStyle/>
          <a:p>
            <a:r>
              <a:rPr lang="en-US" dirty="0"/>
              <a:t>MOS Transistor Model</a:t>
            </a:r>
          </a:p>
        </p:txBody>
      </p:sp>
    </p:spTree>
    <p:extLst>
      <p:ext uri="{BB962C8B-B14F-4D97-AF65-F5344CB8AC3E}">
        <p14:creationId xmlns:p14="http://schemas.microsoft.com/office/powerpoint/2010/main" val="2783947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0" y="14918"/>
            <a:ext cx="7294451" cy="649901"/>
          </a:xfrm>
        </p:spPr>
        <p:txBody>
          <a:bodyPr>
            <a:normAutofit/>
          </a:bodyPr>
          <a:lstStyle/>
          <a:p>
            <a:pPr algn="ctr"/>
            <a:r>
              <a:rPr lang="en-US" sz="4000" dirty="0"/>
              <a:t>Superposition Principle</a:t>
            </a:r>
          </a:p>
        </p:txBody>
      </p:sp>
      <p:sp>
        <p:nvSpPr>
          <p:cNvPr id="5" name="Rectangle 4"/>
          <p:cNvSpPr/>
          <p:nvPr/>
        </p:nvSpPr>
        <p:spPr>
          <a:xfrm>
            <a:off x="277906" y="678422"/>
            <a:ext cx="11669452" cy="6043706"/>
          </a:xfrm>
          <a:prstGeom prst="rect">
            <a:avLst/>
          </a:prstGeom>
          <a:solidFill>
            <a:schemeClr val="tx1">
              <a:lumMod val="95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base" latinLnBrk="0" hangingPunct="1">
              <a:lnSpc>
                <a:spcPct val="107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The voltage across or current through an element in a linear circuit is the algebraic sum of the voltages across or the currents through that element due to each independent source acting alone. (Additivity property of linear systems).</a:t>
            </a:r>
          </a:p>
          <a:p>
            <a:pPr marL="285750" marR="0" lvl="0" indent="-285750" algn="l" defTabSz="914400" rtl="0" eaLnBrk="1" fontAlgn="base" latinLnBrk="0" hangingPunct="1">
              <a:lnSpc>
                <a:spcPct val="107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Good way to solve systems with</a:t>
            </a:r>
            <a:r>
              <a:rPr kumimoji="0" lang="en-US" sz="1800" b="0" i="0" u="none" strike="noStrike" kern="1200" cap="none" spc="0" normalizeH="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 both AC and DC sources, such as audio amplifiers</a:t>
            </a: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a:t>
            </a:r>
          </a:p>
          <a:p>
            <a:pPr marL="285750" marR="0" lvl="0" indent="-285750" algn="l" defTabSz="914400" rtl="0" eaLnBrk="1" fontAlgn="base" latinLnBrk="0" hangingPunct="1">
              <a:lnSpc>
                <a:spcPct val="107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Consider each independent source separately, then algebraically sum the results together.</a:t>
            </a:r>
          </a:p>
          <a:p>
            <a:pPr marL="285750" marR="0" lvl="0" indent="-285750" algn="l" defTabSz="914400" rtl="0" eaLnBrk="1" fontAlgn="base" latinLnBrk="0" hangingPunct="1">
              <a:lnSpc>
                <a:spcPct val="107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To consider each independent source separately, independent sources not being considered must be turned off.</a:t>
            </a:r>
          </a:p>
          <a:p>
            <a:pPr marL="342900" marR="0" lvl="0" indent="-342900" algn="l" defTabSz="914400" rtl="0" eaLnBrk="1" fontAlgn="base" latinLnBrk="0" hangingPunct="1">
              <a:lnSpc>
                <a:spcPct val="107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How do you turn off a voltage source?</a:t>
            </a: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Set it equal to zero. Can short across it for schematics to achieve 0 V, </a:t>
            </a: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but don’t do this for real circuits.</a:t>
            </a:r>
          </a:p>
          <a:p>
            <a:pPr marL="0" marR="0" lvl="0" indent="0" algn="l" defTabSz="914400" rtl="0" eaLnBrk="1" fontAlgn="base" latinLnBrk="0" hangingPunct="1">
              <a:lnSpc>
                <a:spcPct val="107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endParaRPr>
          </a:p>
          <a:p>
            <a:pPr marL="285750" marR="0" lvl="0" indent="-285750" algn="l" defTabSz="914400" rtl="0" eaLnBrk="1" fontAlgn="base" latinLnBrk="0" hangingPunct="1">
              <a:lnSpc>
                <a:spcPct val="107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How do you turn off a current source?</a:t>
            </a: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Simply remove it, i.e., open circuit it from the circuit, because a current </a:t>
            </a: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source with zero current provides 0 A at all possible voltages, which is </a:t>
            </a:r>
          </a:p>
          <a:p>
            <a:pPr marL="0" marR="0" lvl="0" indent="0" algn="l" defTabSz="914400" rtl="0" eaLnBrk="1" fontAlgn="base" latinLnBrk="0" hangingPunct="1">
              <a:lnSpc>
                <a:spcPct val="107000"/>
              </a:lnSpc>
              <a:spcBef>
                <a:spcPts val="0"/>
              </a:spcBef>
              <a:spcAft>
                <a:spcPts val="12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achieved with an open circuit.</a:t>
            </a:r>
          </a:p>
          <a:p>
            <a:pPr marL="0" marR="0" lvl="0" indent="0" algn="l" defTabSz="914400" rtl="0" eaLnBrk="1" fontAlgn="base" latinLnBrk="0" hangingPunct="1">
              <a:lnSpc>
                <a:spcPct val="107000"/>
              </a:lnSpc>
              <a:spcBef>
                <a:spcPts val="0"/>
              </a:spcBef>
              <a:spcAft>
                <a:spcPts val="1200"/>
              </a:spcAft>
              <a:buClrTx/>
              <a:buSzTx/>
              <a:buFontTx/>
              <a:buNone/>
              <a:tabLst/>
              <a:defRPr/>
            </a:pPr>
            <a:endParaRPr lang="en-US" dirty="0">
              <a:solidFill>
                <a:srgbClr val="000000"/>
              </a:solidFill>
              <a:latin typeface="Cambria" panose="02040503050406030204"/>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6D6F354B-5594-4A93-8FFA-A2BC3A64BC5B}"/>
              </a:ext>
            </a:extLst>
          </p:cNvPr>
          <p:cNvPicPr>
            <a:picLocks noChangeAspect="1"/>
          </p:cNvPicPr>
          <p:nvPr/>
        </p:nvPicPr>
        <p:blipFill>
          <a:blip r:embed="rId2"/>
          <a:stretch>
            <a:fillRect/>
          </a:stretch>
        </p:blipFill>
        <p:spPr>
          <a:xfrm>
            <a:off x="8667393" y="3348370"/>
            <a:ext cx="1294058" cy="1199698"/>
          </a:xfrm>
          <a:prstGeom prst="rect">
            <a:avLst/>
          </a:prstGeom>
        </p:spPr>
      </p:pic>
      <p:pic>
        <p:nvPicPr>
          <p:cNvPr id="4" name="Picture 3">
            <a:extLst>
              <a:ext uri="{FF2B5EF4-FFF2-40B4-BE49-F238E27FC236}">
                <a16:creationId xmlns:a16="http://schemas.microsoft.com/office/drawing/2014/main" id="{A36C0A75-25F2-41DB-9575-1565D977C81B}"/>
              </a:ext>
            </a:extLst>
          </p:cNvPr>
          <p:cNvPicPr>
            <a:picLocks noChangeAspect="1"/>
          </p:cNvPicPr>
          <p:nvPr/>
        </p:nvPicPr>
        <p:blipFill>
          <a:blip r:embed="rId3"/>
          <a:stretch>
            <a:fillRect/>
          </a:stretch>
        </p:blipFill>
        <p:spPr>
          <a:xfrm>
            <a:off x="8703829" y="5112733"/>
            <a:ext cx="1257622" cy="1281545"/>
          </a:xfrm>
          <a:prstGeom prst="rect">
            <a:avLst/>
          </a:prstGeom>
        </p:spPr>
      </p:pic>
    </p:spTree>
    <p:extLst>
      <p:ext uri="{BB962C8B-B14F-4D97-AF65-F5344CB8AC3E}">
        <p14:creationId xmlns:p14="http://schemas.microsoft.com/office/powerpoint/2010/main" val="2335173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 calcmode="lin" valueType="num">
                                      <p:cBhvr additive="base">
                                        <p:cTn id="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anim calcmode="lin" valueType="num">
                                      <p:cBhvr additive="base">
                                        <p:cTn id="1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5" end="5"/>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anim calcmode="lin" valueType="num">
                                      <p:cBhvr additive="base">
                                        <p:cTn id="1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anim calcmode="lin" valueType="num">
                                      <p:cBhvr additive="base">
                                        <p:cTn id="29"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anim calcmode="lin" valueType="num">
                                      <p:cBhvr additive="base">
                                        <p:cTn id="35"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anim calcmode="lin" valueType="num">
                                      <p:cBhvr additive="base">
                                        <p:cTn id="39"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5">
                                            <p:txEl>
                                              <p:pRg st="11" end="11"/>
                                            </p:txEl>
                                          </p:spTgt>
                                        </p:tgtEl>
                                        <p:attrNameLst>
                                          <p:attrName>style.visibility</p:attrName>
                                        </p:attrNameLst>
                                      </p:cBhvr>
                                      <p:to>
                                        <p:strVal val="visible"/>
                                      </p:to>
                                    </p:set>
                                    <p:anim calcmode="lin" valueType="num">
                                      <p:cBhvr additive="base">
                                        <p:cTn id="4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additive="base">
                                        <p:cTn id="49" dur="500" fill="hold"/>
                                        <p:tgtEl>
                                          <p:spTgt spid="4"/>
                                        </p:tgtEl>
                                        <p:attrNameLst>
                                          <p:attrName>ppt_x</p:attrName>
                                        </p:attrNameLst>
                                      </p:cBhvr>
                                      <p:tavLst>
                                        <p:tav tm="0">
                                          <p:val>
                                            <p:strVal val="#ppt_x"/>
                                          </p:val>
                                        </p:tav>
                                        <p:tav tm="100000">
                                          <p:val>
                                            <p:strVal val="#ppt_x"/>
                                          </p:val>
                                        </p:tav>
                                      </p:tavLst>
                                    </p:anim>
                                    <p:anim calcmode="lin" valueType="num">
                                      <p:cBhvr additive="base">
                                        <p:cTn id="5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8019" y="24281"/>
            <a:ext cx="5134707" cy="533400"/>
          </a:xfrm>
        </p:spPr>
        <p:txBody>
          <a:bodyPr>
            <a:noAutofit/>
          </a:bodyPr>
          <a:lstStyle/>
          <a:p>
            <a:pPr algn="ctr"/>
            <a:r>
              <a:rPr lang="en-US" sz="4000" dirty="0" err="1"/>
              <a:t>Thevenin’s</a:t>
            </a:r>
            <a:r>
              <a:rPr lang="en-US" sz="4000" dirty="0"/>
              <a:t> Theorem</a:t>
            </a:r>
          </a:p>
        </p:txBody>
      </p:sp>
      <p:sp>
        <p:nvSpPr>
          <p:cNvPr id="5" name="Rectangle 2"/>
          <p:cNvSpPr>
            <a:spLocks noChangeArrowheads="1"/>
          </p:cNvSpPr>
          <p:nvPr/>
        </p:nvSpPr>
        <p:spPr bwMode="auto">
          <a:xfrm>
            <a:off x="152400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charset="0"/>
              <a:ea typeface="+mn-ea"/>
              <a:cs typeface="+mn-cs"/>
            </a:endParaRPr>
          </a:p>
        </p:txBody>
      </p:sp>
      <p:sp>
        <p:nvSpPr>
          <p:cNvPr id="8" name="Rectangle 3"/>
          <p:cNvSpPr>
            <a:spLocks noChangeArrowheads="1"/>
          </p:cNvSpPr>
          <p:nvPr/>
        </p:nvSpPr>
        <p:spPr bwMode="auto">
          <a:xfrm>
            <a:off x="1524000" y="83402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charset="0"/>
              <a:ea typeface="+mn-ea"/>
              <a:cs typeface="+mn-cs"/>
            </a:endParaRPr>
          </a:p>
        </p:txBody>
      </p:sp>
      <p:sp>
        <p:nvSpPr>
          <p:cNvPr id="39" name="TextBox 38">
            <a:extLst>
              <a:ext uri="{FF2B5EF4-FFF2-40B4-BE49-F238E27FC236}">
                <a16:creationId xmlns:a16="http://schemas.microsoft.com/office/drawing/2014/main" id="{8E0E362E-5AB8-46FF-BED6-B8A3029BBF8A}"/>
              </a:ext>
            </a:extLst>
          </p:cNvPr>
          <p:cNvSpPr txBox="1"/>
          <p:nvPr/>
        </p:nvSpPr>
        <p:spPr>
          <a:xfrm>
            <a:off x="189935" y="598260"/>
            <a:ext cx="11786912" cy="6186309"/>
          </a:xfrm>
          <a:prstGeom prst="rect">
            <a:avLst/>
          </a:prstGeom>
          <a:solidFill>
            <a:schemeClr val="tx1">
              <a:lumMod val="95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Sometimes, we only care about what happens at the output terminals of a given circuit when </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connec</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ted to some load. Thevenin’s and Norton’s Theorems provide simplified equivalent circuits for any linear circuit having two output terminals.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1" i="0" u="sng"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Thevenin’s Theorem:</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 Any linear two-terminal circuit can be replaced by a voltage source (V</a:t>
            </a:r>
            <a:r>
              <a:rPr kumimoji="0" lang="en-US" altLang="en-US" sz="1800" b="0" i="0" u="none" strike="noStrike" kern="1200" cap="none" spc="0" normalizeH="0" baseline="-2500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th</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 in series with a resistance (</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R</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th</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 The voltage source (V</a:t>
            </a:r>
            <a:r>
              <a:rPr kumimoji="0" lang="en-US" altLang="en-US" sz="1800" b="0" i="0" u="none" strike="noStrike" kern="1200" cap="none" spc="0" normalizeH="0" baseline="-2500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th</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 is the open-circuit voltage at the output  terminals and the resistance (</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R</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th</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 is the equivalent resistance between the output terminals with all independent sources turned off.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A Thevenin’s Equivalent circuit is a practical voltage source.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The resulting Thevenin’s equivalent circuit provides equivalent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performance as the original circuit with regards to an external loads.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7934EDB3-F634-695E-64AB-3B1004A7AAE9}"/>
              </a:ext>
            </a:extLst>
          </p:cNvPr>
          <p:cNvPicPr>
            <a:picLocks noChangeAspect="1"/>
          </p:cNvPicPr>
          <p:nvPr/>
        </p:nvPicPr>
        <p:blipFill>
          <a:blip r:embed="rId3"/>
          <a:stretch>
            <a:fillRect/>
          </a:stretch>
        </p:blipFill>
        <p:spPr>
          <a:xfrm>
            <a:off x="8620124" y="4804808"/>
            <a:ext cx="2103345" cy="1821239"/>
          </a:xfrm>
          <a:prstGeom prst="rect">
            <a:avLst/>
          </a:prstGeom>
        </p:spPr>
      </p:pic>
      <p:grpSp>
        <p:nvGrpSpPr>
          <p:cNvPr id="7" name="Group 6">
            <a:extLst>
              <a:ext uri="{FF2B5EF4-FFF2-40B4-BE49-F238E27FC236}">
                <a16:creationId xmlns:a16="http://schemas.microsoft.com/office/drawing/2014/main" id="{FB8871F5-B3C3-C780-FEB4-EB202B2E8037}"/>
              </a:ext>
            </a:extLst>
          </p:cNvPr>
          <p:cNvGrpSpPr/>
          <p:nvPr/>
        </p:nvGrpSpPr>
        <p:grpSpPr>
          <a:xfrm>
            <a:off x="1284350" y="1460594"/>
            <a:ext cx="9802593" cy="2410161"/>
            <a:chOff x="1284350" y="1496454"/>
            <a:chExt cx="9802593" cy="2410161"/>
          </a:xfrm>
        </p:grpSpPr>
        <p:pic>
          <p:nvPicPr>
            <p:cNvPr id="6" name="Picture 5">
              <a:extLst>
                <a:ext uri="{FF2B5EF4-FFF2-40B4-BE49-F238E27FC236}">
                  <a16:creationId xmlns:a16="http://schemas.microsoft.com/office/drawing/2014/main" id="{AC70F92D-EE40-7CEF-938E-04FF5FBF59BA}"/>
                </a:ext>
              </a:extLst>
            </p:cNvPr>
            <p:cNvPicPr>
              <a:picLocks noChangeAspect="1"/>
            </p:cNvPicPr>
            <p:nvPr/>
          </p:nvPicPr>
          <p:blipFill>
            <a:blip r:embed="rId4"/>
            <a:stretch>
              <a:fillRect/>
            </a:stretch>
          </p:blipFill>
          <p:spPr>
            <a:xfrm>
              <a:off x="1284350" y="1496454"/>
              <a:ext cx="9802593" cy="2410161"/>
            </a:xfrm>
            <a:prstGeom prst="rect">
              <a:avLst/>
            </a:prstGeom>
          </p:spPr>
        </p:pic>
        <p:sp>
          <p:nvSpPr>
            <p:cNvPr id="3" name="TextBox 2">
              <a:extLst>
                <a:ext uri="{FF2B5EF4-FFF2-40B4-BE49-F238E27FC236}">
                  <a16:creationId xmlns:a16="http://schemas.microsoft.com/office/drawing/2014/main" id="{A279E439-D05D-2A13-5C74-EB65957E9276}"/>
                </a:ext>
              </a:extLst>
            </p:cNvPr>
            <p:cNvSpPr txBox="1"/>
            <p:nvPr/>
          </p:nvSpPr>
          <p:spPr>
            <a:xfrm>
              <a:off x="3852818" y="1710435"/>
              <a:ext cx="3483157" cy="4147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Thevenin’s Theorem Diagrams</a:t>
              </a:r>
            </a:p>
          </p:txBody>
        </p:sp>
      </p:grpSp>
    </p:spTree>
    <p:extLst>
      <p:ext uri="{BB962C8B-B14F-4D97-AF65-F5344CB8AC3E}">
        <p14:creationId xmlns:p14="http://schemas.microsoft.com/office/powerpoint/2010/main" val="354987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xEl>
                                              <p:pRg st="10" end="10"/>
                                            </p:txEl>
                                          </p:spTgt>
                                        </p:tgtEl>
                                        <p:attrNameLst>
                                          <p:attrName>style.visibility</p:attrName>
                                        </p:attrNameLst>
                                      </p:cBhvr>
                                      <p:to>
                                        <p:strVal val="visible"/>
                                      </p:to>
                                    </p:set>
                                    <p:anim calcmode="lin" valueType="num">
                                      <p:cBhvr additive="base">
                                        <p:cTn id="7" dur="500" fill="hold"/>
                                        <p:tgtEl>
                                          <p:spTgt spid="39">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
                                            <p:txEl>
                                              <p:pRg st="12" end="12"/>
                                            </p:txEl>
                                          </p:spTgt>
                                        </p:tgtEl>
                                        <p:attrNameLst>
                                          <p:attrName>style.visibility</p:attrName>
                                        </p:attrNameLst>
                                      </p:cBhvr>
                                      <p:to>
                                        <p:strVal val="visible"/>
                                      </p:to>
                                    </p:set>
                                    <p:anim calcmode="lin" valueType="num">
                                      <p:cBhvr additive="base">
                                        <p:cTn id="19" dur="500" fill="hold"/>
                                        <p:tgtEl>
                                          <p:spTgt spid="39">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
                                            <p:txEl>
                                              <p:pRg st="14" end="14"/>
                                            </p:txEl>
                                          </p:spTgt>
                                        </p:tgtEl>
                                        <p:attrNameLst>
                                          <p:attrName>style.visibility</p:attrName>
                                        </p:attrNameLst>
                                      </p:cBhvr>
                                      <p:to>
                                        <p:strVal val="visible"/>
                                      </p:to>
                                    </p:set>
                                    <p:anim calcmode="lin" valueType="num">
                                      <p:cBhvr additive="base">
                                        <p:cTn id="25" dur="500" fill="hold"/>
                                        <p:tgtEl>
                                          <p:spTgt spid="39">
                                            <p:txEl>
                                              <p:pRg st="14" end="1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
                                            <p:txEl>
                                              <p:pRg st="14" end="1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9">
                                            <p:txEl>
                                              <p:pRg st="15" end="15"/>
                                            </p:txEl>
                                          </p:spTgt>
                                        </p:tgtEl>
                                        <p:attrNameLst>
                                          <p:attrName>style.visibility</p:attrName>
                                        </p:attrNameLst>
                                      </p:cBhvr>
                                      <p:to>
                                        <p:strVal val="visible"/>
                                      </p:to>
                                    </p:set>
                                    <p:anim calcmode="lin" valueType="num">
                                      <p:cBhvr additive="base">
                                        <p:cTn id="29" dur="500" fill="hold"/>
                                        <p:tgtEl>
                                          <p:spTgt spid="39">
                                            <p:txEl>
                                              <p:pRg st="15" end="1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9">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2535" y="40417"/>
            <a:ext cx="7626928" cy="533400"/>
          </a:xfrm>
        </p:spPr>
        <p:txBody>
          <a:bodyPr>
            <a:noAutofit/>
          </a:bodyPr>
          <a:lstStyle/>
          <a:p>
            <a:pPr algn="ctr"/>
            <a:r>
              <a:rPr lang="en-US" sz="4000" dirty="0" err="1"/>
              <a:t>Thevenin’s</a:t>
            </a:r>
            <a:r>
              <a:rPr lang="en-US" sz="4000" dirty="0"/>
              <a:t> Theorem Example 1</a:t>
            </a:r>
          </a:p>
        </p:txBody>
      </p:sp>
      <p:sp>
        <p:nvSpPr>
          <p:cNvPr id="5" name="Rectangle 2"/>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solidFill>
                <a:srgbClr val="FFFFFF"/>
              </a:solidFill>
              <a:latin typeface="Arial" charset="0"/>
            </a:endParaRPr>
          </a:p>
        </p:txBody>
      </p:sp>
      <p:sp>
        <p:nvSpPr>
          <p:cNvPr id="8" name="Rectangle 3"/>
          <p:cNvSpPr>
            <a:spLocks noChangeArrowheads="1"/>
          </p:cNvSpPr>
          <p:nvPr/>
        </p:nvSpPr>
        <p:spPr bwMode="auto">
          <a:xfrm>
            <a:off x="1524001" y="83402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solidFill>
                <a:srgbClr val="FFFFFF"/>
              </a:solidFill>
              <a:latin typeface="Arial" charset="0"/>
            </a:endParaRPr>
          </a:p>
        </p:txBody>
      </p:sp>
      <p:sp>
        <p:nvSpPr>
          <p:cNvPr id="4" name="TextBox 3"/>
          <p:cNvSpPr txBox="1"/>
          <p:nvPr/>
        </p:nvSpPr>
        <p:spPr>
          <a:xfrm>
            <a:off x="289249" y="734286"/>
            <a:ext cx="11581173" cy="5602624"/>
          </a:xfrm>
          <a:prstGeom prst="rect">
            <a:avLst/>
          </a:prstGeom>
          <a:solidFill>
            <a:schemeClr val="tx1">
              <a:lumMod val="95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fontAlgn="base">
              <a:lnSpc>
                <a:spcPct val="107000"/>
              </a:lnSpc>
              <a:buFont typeface="Arial" panose="020B0604020202020204" pitchFamily="34" charset="0"/>
              <a:buChar char="•"/>
            </a:pPr>
            <a:r>
              <a:rPr lang="en-US" dirty="0">
                <a:solidFill>
                  <a:srgbClr val="000000"/>
                </a:solidFill>
                <a:ea typeface="Calibri" panose="020F0502020204030204" pitchFamily="34" charset="0"/>
                <a:cs typeface="Times New Roman" panose="02020603050405020304" pitchFamily="18" charset="0"/>
              </a:rPr>
              <a:t>Find the Thevenin’s equivalent circuit to the left of terminals a and b. </a:t>
            </a:r>
          </a:p>
          <a:p>
            <a:pPr fontAlgn="base">
              <a:lnSpc>
                <a:spcPct val="107000"/>
              </a:lnSpc>
            </a:pPr>
            <a:endParaRPr lang="en-US" dirty="0">
              <a:solidFill>
                <a:srgbClr val="000000"/>
              </a:solidFill>
              <a:ea typeface="Calibri" panose="020F0502020204030204" pitchFamily="34" charset="0"/>
              <a:cs typeface="Times New Roman" panose="02020603050405020304" pitchFamily="18" charset="0"/>
            </a:endParaRPr>
          </a:p>
          <a:p>
            <a:pPr fontAlgn="base">
              <a:lnSpc>
                <a:spcPct val="107000"/>
              </a:lnSpc>
            </a:pPr>
            <a:endParaRPr lang="en-US" dirty="0">
              <a:solidFill>
                <a:srgbClr val="000000"/>
              </a:solidFill>
              <a:ea typeface="Calibri" panose="020F0502020204030204" pitchFamily="34" charset="0"/>
              <a:cs typeface="Times New Roman" panose="02020603050405020304" pitchFamily="18" charset="0"/>
            </a:endParaRPr>
          </a:p>
          <a:p>
            <a:pPr fontAlgn="base">
              <a:lnSpc>
                <a:spcPct val="107000"/>
              </a:lnSpc>
              <a:spcAft>
                <a:spcPts val="800"/>
              </a:spcAft>
            </a:pPr>
            <a:endParaRPr lang="en-US" altLang="en-US" dirty="0">
              <a:solidFill>
                <a:srgbClr val="000000"/>
              </a:solidFill>
              <a:ea typeface="Calibri" panose="020F0502020204030204" pitchFamily="34" charset="0"/>
              <a:cs typeface="Arial" panose="020B0604020202020204" pitchFamily="34" charset="0"/>
            </a:endParaRPr>
          </a:p>
          <a:p>
            <a:pPr fontAlgn="base">
              <a:lnSpc>
                <a:spcPct val="107000"/>
              </a:lnSpc>
            </a:pPr>
            <a:r>
              <a:rPr lang="en-US" altLang="en-US" dirty="0">
                <a:solidFill>
                  <a:srgbClr val="000000"/>
                </a:solidFill>
                <a:ea typeface="Calibri" panose="020F0502020204030204" pitchFamily="34" charset="0"/>
                <a:cs typeface="Arial" panose="020B0604020202020204" pitchFamily="34" charset="0"/>
              </a:rPr>
              <a:t>First remove </a:t>
            </a:r>
            <a:r>
              <a:rPr lang="en-US" altLang="en-US" dirty="0" err="1">
                <a:solidFill>
                  <a:srgbClr val="000000"/>
                </a:solidFill>
                <a:ea typeface="Calibri" panose="020F0502020204030204" pitchFamily="34" charset="0"/>
                <a:cs typeface="Arial" panose="020B0604020202020204" pitchFamily="34" charset="0"/>
              </a:rPr>
              <a:t>Rload</a:t>
            </a:r>
            <a:r>
              <a:rPr lang="en-US" altLang="en-US" dirty="0">
                <a:solidFill>
                  <a:srgbClr val="000000"/>
                </a:solidFill>
                <a:ea typeface="Calibri" panose="020F0502020204030204" pitchFamily="34" charset="0"/>
                <a:cs typeface="Arial" panose="020B0604020202020204" pitchFamily="34" charset="0"/>
              </a:rPr>
              <a:t>, to open-circuit </a:t>
            </a:r>
          </a:p>
          <a:p>
            <a:pPr fontAlgn="base">
              <a:lnSpc>
                <a:spcPct val="107000"/>
              </a:lnSpc>
              <a:spcAft>
                <a:spcPts val="800"/>
              </a:spcAft>
            </a:pPr>
            <a:r>
              <a:rPr lang="en-US" altLang="en-US" dirty="0">
                <a:solidFill>
                  <a:srgbClr val="000000"/>
                </a:solidFill>
                <a:ea typeface="Calibri" panose="020F0502020204030204" pitchFamily="34" charset="0"/>
                <a:cs typeface="Arial" panose="020B0604020202020204" pitchFamily="34" charset="0"/>
              </a:rPr>
              <a:t>terminals a - b to find V</a:t>
            </a:r>
            <a:r>
              <a:rPr lang="en-US" altLang="en-US" baseline="-25000" dirty="0">
                <a:solidFill>
                  <a:srgbClr val="000000"/>
                </a:solidFill>
                <a:ea typeface="Calibri" panose="020F0502020204030204" pitchFamily="34" charset="0"/>
                <a:cs typeface="Arial" panose="020B0604020202020204" pitchFamily="34" charset="0"/>
              </a:rPr>
              <a:t>th</a:t>
            </a:r>
            <a:r>
              <a:rPr lang="en-US" altLang="en-US" dirty="0">
                <a:solidFill>
                  <a:srgbClr val="000000"/>
                </a:solidFill>
                <a:ea typeface="Calibri" panose="020F0502020204030204" pitchFamily="34" charset="0"/>
                <a:cs typeface="Arial" panose="020B0604020202020204" pitchFamily="34" charset="0"/>
              </a:rPr>
              <a:t> and </a:t>
            </a:r>
            <a:r>
              <a:rPr lang="en-US" altLang="en-US" dirty="0" err="1">
                <a:solidFill>
                  <a:srgbClr val="000000"/>
                </a:solidFill>
                <a:ea typeface="Calibri" panose="020F0502020204030204" pitchFamily="34" charset="0"/>
                <a:cs typeface="Arial" panose="020B0604020202020204" pitchFamily="34" charset="0"/>
              </a:rPr>
              <a:t>R</a:t>
            </a:r>
            <a:r>
              <a:rPr lang="en-US" altLang="en-US" baseline="-25000" dirty="0" err="1">
                <a:solidFill>
                  <a:srgbClr val="000000"/>
                </a:solidFill>
                <a:ea typeface="Calibri" panose="020F0502020204030204" pitchFamily="34" charset="0"/>
                <a:cs typeface="Arial" panose="020B0604020202020204" pitchFamily="34" charset="0"/>
              </a:rPr>
              <a:t>th</a:t>
            </a:r>
            <a:r>
              <a:rPr lang="en-US" altLang="en-US" dirty="0">
                <a:solidFill>
                  <a:srgbClr val="000000"/>
                </a:solidFill>
                <a:ea typeface="Calibri" panose="020F0502020204030204" pitchFamily="34" charset="0"/>
                <a:cs typeface="Arial" panose="020B0604020202020204" pitchFamily="34" charset="0"/>
              </a:rPr>
              <a:t>.</a:t>
            </a:r>
            <a:endParaRPr lang="en-US" altLang="en-US" dirty="0">
              <a:solidFill>
                <a:srgbClr val="000000"/>
              </a:solidFill>
              <a:cs typeface="Arial" panose="020B0604020202020204" pitchFamily="34" charset="0"/>
            </a:endParaRPr>
          </a:p>
          <a:p>
            <a:pPr fontAlgn="base">
              <a:lnSpc>
                <a:spcPct val="107000"/>
              </a:lnSpc>
              <a:spcAft>
                <a:spcPts val="800"/>
              </a:spcAft>
            </a:pPr>
            <a:r>
              <a:rPr lang="en-US" dirty="0">
                <a:solidFill>
                  <a:srgbClr val="000000"/>
                </a:solidFill>
                <a:ea typeface="Calibri" panose="020F0502020204030204" pitchFamily="34" charset="0"/>
                <a:cs typeface="Times New Roman" panose="02020603050405020304" pitchFamily="18" charset="0"/>
              </a:rPr>
              <a:t>V</a:t>
            </a:r>
            <a:r>
              <a:rPr lang="en-US" baseline="-25000" dirty="0">
                <a:solidFill>
                  <a:srgbClr val="000000"/>
                </a:solidFill>
                <a:ea typeface="Calibri" panose="020F0502020204030204" pitchFamily="34" charset="0"/>
                <a:cs typeface="Times New Roman" panose="02020603050405020304" pitchFamily="18" charset="0"/>
              </a:rPr>
              <a:t>th</a:t>
            </a:r>
            <a:r>
              <a:rPr lang="en-US" dirty="0">
                <a:solidFill>
                  <a:srgbClr val="000000"/>
                </a:solidFill>
                <a:ea typeface="Calibri" panose="020F0502020204030204" pitchFamily="34" charset="0"/>
                <a:cs typeface="Times New Roman" panose="02020603050405020304" pitchFamily="18" charset="0"/>
              </a:rPr>
              <a:t> = </a:t>
            </a:r>
            <a:r>
              <a:rPr lang="en-US" dirty="0" err="1">
                <a:solidFill>
                  <a:srgbClr val="000000"/>
                </a:solidFill>
                <a:ea typeface="Calibri" panose="020F0502020204030204" pitchFamily="34" charset="0"/>
                <a:cs typeface="Times New Roman" panose="02020603050405020304" pitchFamily="18" charset="0"/>
              </a:rPr>
              <a:t>V</a:t>
            </a:r>
            <a:r>
              <a:rPr lang="en-US" baseline="-25000" dirty="0" err="1">
                <a:solidFill>
                  <a:srgbClr val="000000"/>
                </a:solidFill>
                <a:ea typeface="Calibri" panose="020F0502020204030204" pitchFamily="34" charset="0"/>
                <a:cs typeface="Times New Roman" panose="02020603050405020304" pitchFamily="18" charset="0"/>
              </a:rPr>
              <a:t>ab</a:t>
            </a:r>
            <a:r>
              <a:rPr lang="en-US" dirty="0">
                <a:solidFill>
                  <a:srgbClr val="000000"/>
                </a:solidFill>
                <a:ea typeface="Calibri" panose="020F0502020204030204" pitchFamily="34" charset="0"/>
                <a:cs typeface="Times New Roman" panose="02020603050405020304" pitchFamily="18" charset="0"/>
              </a:rPr>
              <a:t> = V</a:t>
            </a:r>
            <a:r>
              <a:rPr lang="en-US" baseline="-25000" dirty="0">
                <a:solidFill>
                  <a:srgbClr val="000000"/>
                </a:solidFill>
                <a:ea typeface="Calibri" panose="020F0502020204030204" pitchFamily="34" charset="0"/>
                <a:cs typeface="Times New Roman" panose="02020603050405020304" pitchFamily="18" charset="0"/>
              </a:rPr>
              <a:t>s</a:t>
            </a:r>
            <a:r>
              <a:rPr lang="en-US" dirty="0">
                <a:solidFill>
                  <a:srgbClr val="000000"/>
                </a:solidFill>
                <a:ea typeface="Calibri" panose="020F0502020204030204" pitchFamily="34" charset="0"/>
                <a:cs typeface="Times New Roman" panose="02020603050405020304" pitchFamily="18" charset="0"/>
              </a:rPr>
              <a:t>R2/(R1 + R2) </a:t>
            </a:r>
          </a:p>
          <a:p>
            <a:pPr fontAlgn="base">
              <a:lnSpc>
                <a:spcPct val="107000"/>
              </a:lnSpc>
              <a:spcAft>
                <a:spcPts val="800"/>
              </a:spcAft>
            </a:pPr>
            <a:r>
              <a:rPr lang="en-US" dirty="0">
                <a:solidFill>
                  <a:srgbClr val="000000"/>
                </a:solidFill>
                <a:ea typeface="Calibri" panose="020F0502020204030204" pitchFamily="34" charset="0"/>
                <a:cs typeface="Times New Roman" panose="02020603050405020304" pitchFamily="18" charset="0"/>
              </a:rPr>
              <a:t>V</a:t>
            </a:r>
            <a:r>
              <a:rPr lang="en-US" baseline="-25000" dirty="0">
                <a:solidFill>
                  <a:srgbClr val="000000"/>
                </a:solidFill>
                <a:ea typeface="Calibri" panose="020F0502020204030204" pitchFamily="34" charset="0"/>
                <a:cs typeface="Times New Roman" panose="02020603050405020304" pitchFamily="18" charset="0"/>
              </a:rPr>
              <a:t>th</a:t>
            </a:r>
            <a:r>
              <a:rPr lang="en-US" dirty="0">
                <a:solidFill>
                  <a:srgbClr val="000000"/>
                </a:solidFill>
                <a:ea typeface="Calibri" panose="020F0502020204030204" pitchFamily="34" charset="0"/>
                <a:cs typeface="Times New Roman" panose="02020603050405020304" pitchFamily="18" charset="0"/>
              </a:rPr>
              <a:t> = (10 V)(10 kΩ)/(20 kΩ) = 5.0 V. </a:t>
            </a:r>
          </a:p>
          <a:p>
            <a:pPr fontAlgn="base">
              <a:lnSpc>
                <a:spcPct val="107000"/>
              </a:lnSpc>
              <a:spcAft>
                <a:spcPts val="800"/>
              </a:spcAft>
            </a:pPr>
            <a:r>
              <a:rPr lang="en-US" dirty="0">
                <a:solidFill>
                  <a:srgbClr val="000000"/>
                </a:solidFill>
                <a:ea typeface="Calibri" panose="020F0502020204030204" pitchFamily="34" charset="0"/>
                <a:cs typeface="Times New Roman" panose="02020603050405020304" pitchFamily="18" charset="0"/>
              </a:rPr>
              <a:t>V</a:t>
            </a:r>
            <a:r>
              <a:rPr lang="en-US" baseline="-25000" dirty="0">
                <a:solidFill>
                  <a:srgbClr val="000000"/>
                </a:solidFill>
                <a:ea typeface="Calibri" panose="020F0502020204030204" pitchFamily="34" charset="0"/>
                <a:cs typeface="Times New Roman" panose="02020603050405020304" pitchFamily="18" charset="0"/>
              </a:rPr>
              <a:t>th</a:t>
            </a:r>
            <a:r>
              <a:rPr lang="en-US" dirty="0">
                <a:solidFill>
                  <a:srgbClr val="000000"/>
                </a:solidFill>
                <a:ea typeface="Calibri" panose="020F0502020204030204" pitchFamily="34" charset="0"/>
                <a:cs typeface="Times New Roman" panose="02020603050405020304" pitchFamily="18" charset="0"/>
              </a:rPr>
              <a:t> = 5.0 V.</a:t>
            </a:r>
            <a:endParaRPr lang="en-US" sz="1600" dirty="0">
              <a:solidFill>
                <a:srgbClr val="000000"/>
              </a:solidFill>
              <a:ea typeface="Calibri" panose="020F0502020204030204" pitchFamily="34" charset="0"/>
              <a:cs typeface="Times New Roman" panose="02020603050405020304" pitchFamily="18" charset="0"/>
            </a:endParaRPr>
          </a:p>
          <a:p>
            <a:pPr fontAlgn="base">
              <a:lnSpc>
                <a:spcPct val="107000"/>
              </a:lnSpc>
              <a:spcAft>
                <a:spcPts val="800"/>
              </a:spcAft>
            </a:pPr>
            <a:r>
              <a:rPr lang="en-US" dirty="0" err="1">
                <a:solidFill>
                  <a:srgbClr val="000000"/>
                </a:solidFill>
                <a:ea typeface="Calibri" panose="020F0502020204030204" pitchFamily="34" charset="0"/>
                <a:cs typeface="Times New Roman" panose="02020603050405020304" pitchFamily="18" charset="0"/>
              </a:rPr>
              <a:t>R</a:t>
            </a:r>
            <a:r>
              <a:rPr lang="en-US" baseline="-25000" dirty="0" err="1">
                <a:solidFill>
                  <a:srgbClr val="000000"/>
                </a:solidFill>
                <a:ea typeface="Calibri" panose="020F0502020204030204" pitchFamily="34" charset="0"/>
                <a:cs typeface="Times New Roman" panose="02020603050405020304" pitchFamily="18" charset="0"/>
              </a:rPr>
              <a:t>th</a:t>
            </a:r>
            <a:r>
              <a:rPr lang="en-US" dirty="0">
                <a:solidFill>
                  <a:srgbClr val="000000"/>
                </a:solidFill>
                <a:ea typeface="Calibri" panose="020F0502020204030204" pitchFamily="34" charset="0"/>
                <a:cs typeface="Times New Roman" panose="02020603050405020304" pitchFamily="18" charset="0"/>
              </a:rPr>
              <a:t> = R1ǁR2 = (10 kΩ)(10 kΩ)/(20 kΩ) = 5 kΩ.</a:t>
            </a:r>
            <a:endParaRPr lang="en-US" sz="1600" dirty="0">
              <a:solidFill>
                <a:srgbClr val="000000"/>
              </a:solidFill>
              <a:ea typeface="Calibri" panose="020F0502020204030204" pitchFamily="34" charset="0"/>
              <a:cs typeface="Times New Roman" panose="02020603050405020304" pitchFamily="18" charset="0"/>
            </a:endParaRPr>
          </a:p>
          <a:p>
            <a:pPr fontAlgn="base">
              <a:lnSpc>
                <a:spcPct val="107000"/>
              </a:lnSpc>
              <a:spcAft>
                <a:spcPts val="800"/>
              </a:spcAft>
            </a:pPr>
            <a:r>
              <a:rPr lang="en-US" dirty="0" err="1">
                <a:solidFill>
                  <a:srgbClr val="000000"/>
                </a:solidFill>
                <a:ea typeface="Calibri" panose="020F0502020204030204" pitchFamily="34" charset="0"/>
                <a:cs typeface="Times New Roman" panose="02020603050405020304" pitchFamily="18" charset="0"/>
              </a:rPr>
              <a:t>R</a:t>
            </a:r>
            <a:r>
              <a:rPr lang="en-US" baseline="-25000" dirty="0" err="1">
                <a:solidFill>
                  <a:srgbClr val="000000"/>
                </a:solidFill>
                <a:ea typeface="Calibri" panose="020F0502020204030204" pitchFamily="34" charset="0"/>
                <a:cs typeface="Times New Roman" panose="02020603050405020304" pitchFamily="18" charset="0"/>
              </a:rPr>
              <a:t>th</a:t>
            </a:r>
            <a:r>
              <a:rPr lang="en-US" dirty="0">
                <a:solidFill>
                  <a:srgbClr val="000000"/>
                </a:solidFill>
                <a:ea typeface="Calibri" panose="020F0502020204030204" pitchFamily="34" charset="0"/>
                <a:cs typeface="Times New Roman" panose="02020603050405020304" pitchFamily="18" charset="0"/>
              </a:rPr>
              <a:t> = 5 kΩ.</a:t>
            </a:r>
          </a:p>
          <a:p>
            <a:pPr fontAlgn="base">
              <a:lnSpc>
                <a:spcPct val="107000"/>
              </a:lnSpc>
              <a:spcAft>
                <a:spcPts val="800"/>
              </a:spcAft>
            </a:pPr>
            <a:endParaRPr lang="en-US" sz="1600" dirty="0">
              <a:solidFill>
                <a:srgbClr val="000000"/>
              </a:solidFill>
              <a:ea typeface="Calibri" panose="020F0502020204030204" pitchFamily="34" charset="0"/>
              <a:cs typeface="Times New Roman" panose="02020603050405020304" pitchFamily="18" charset="0"/>
            </a:endParaRPr>
          </a:p>
          <a:p>
            <a:pPr fontAlgn="base">
              <a:lnSpc>
                <a:spcPct val="107000"/>
              </a:lnSpc>
            </a:pPr>
            <a:r>
              <a:rPr lang="en-US" dirty="0">
                <a:solidFill>
                  <a:srgbClr val="000000"/>
                </a:solidFill>
                <a:ea typeface="Calibri" panose="020F0502020204030204" pitchFamily="34" charset="0"/>
                <a:cs typeface="Times New Roman" panose="02020603050405020304" pitchFamily="18" charset="0"/>
              </a:rPr>
              <a:t>Now can load output and solve for load</a:t>
            </a:r>
          </a:p>
          <a:p>
            <a:pPr fontAlgn="base">
              <a:lnSpc>
                <a:spcPct val="107000"/>
              </a:lnSpc>
            </a:pPr>
            <a:r>
              <a:rPr lang="en-US" dirty="0">
                <a:solidFill>
                  <a:srgbClr val="000000"/>
                </a:solidFill>
                <a:ea typeface="Calibri" panose="020F0502020204030204" pitchFamily="34" charset="0"/>
                <a:cs typeface="Times New Roman" panose="02020603050405020304" pitchFamily="18" charset="0"/>
              </a:rPr>
              <a:t>voltages and currents using simplified </a:t>
            </a:r>
          </a:p>
          <a:p>
            <a:pPr fontAlgn="base">
              <a:lnSpc>
                <a:spcPct val="107000"/>
              </a:lnSpc>
            </a:pPr>
            <a:r>
              <a:rPr lang="en-US" dirty="0" err="1">
                <a:solidFill>
                  <a:srgbClr val="000000"/>
                </a:solidFill>
                <a:ea typeface="Calibri" panose="020F0502020204030204" pitchFamily="34" charset="0"/>
                <a:cs typeface="Times New Roman" panose="02020603050405020304" pitchFamily="18" charset="0"/>
              </a:rPr>
              <a:t>Thevenin’s</a:t>
            </a:r>
            <a:r>
              <a:rPr lang="en-US" dirty="0">
                <a:solidFill>
                  <a:srgbClr val="000000"/>
                </a:solidFill>
                <a:ea typeface="Calibri" panose="020F0502020204030204" pitchFamily="34" charset="0"/>
                <a:cs typeface="Times New Roman" panose="02020603050405020304" pitchFamily="18" charset="0"/>
              </a:rPr>
              <a:t> equivalent. </a:t>
            </a:r>
            <a:endParaRPr lang="en-US" dirty="0">
              <a:solidFill>
                <a:srgbClr val="000000"/>
              </a:solidFill>
            </a:endParaRPr>
          </a:p>
          <a:p>
            <a:pPr marL="285750" indent="-285750" fontAlgn="base">
              <a:spcBef>
                <a:spcPct val="0"/>
              </a:spcBef>
              <a:spcAft>
                <a:spcPct val="0"/>
              </a:spcAft>
              <a:buFont typeface="Arial" panose="020B0604020202020204" pitchFamily="34" charset="0"/>
              <a:buChar char="•"/>
            </a:pPr>
            <a:endParaRPr lang="en-US" dirty="0">
              <a:solidFill>
                <a:srgbClr val="000000"/>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4410" y="3796668"/>
            <a:ext cx="3562139" cy="2067253"/>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5111" y="1376658"/>
            <a:ext cx="4432583" cy="1947022"/>
          </a:xfrm>
          <a:prstGeom prst="rect">
            <a:avLst/>
          </a:prstGeom>
        </p:spPr>
      </p:pic>
    </p:spTree>
    <p:extLst>
      <p:ext uri="{BB962C8B-B14F-4D97-AF65-F5344CB8AC3E}">
        <p14:creationId xmlns:p14="http://schemas.microsoft.com/office/powerpoint/2010/main" val="328694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 calcmode="lin" valueType="num">
                                      <p:cBhvr additive="base">
                                        <p:cTn id="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anim calcmode="lin" valueType="num">
                                      <p:cBhvr additive="base">
                                        <p:cTn id="1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 calcmode="lin" valueType="num">
                                      <p:cBhvr additive="base">
                                        <p:cTn id="1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anim calcmode="lin" valueType="num">
                                      <p:cBhvr additive="base">
                                        <p:cTn id="2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anim calcmode="lin" valueType="num">
                                      <p:cBhvr additive="base">
                                        <p:cTn id="2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anim calcmode="lin" valueType="num">
                                      <p:cBhvr additive="base">
                                        <p:cTn id="33"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9" end="9"/>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anim calcmode="lin" valueType="num">
                                      <p:cBhvr additive="base">
                                        <p:cTn id="37"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ppt_x"/>
                                          </p:val>
                                        </p:tav>
                                        <p:tav tm="100000">
                                          <p:val>
                                            <p:strVal val="#ppt_x"/>
                                          </p:val>
                                        </p:tav>
                                      </p:tavLst>
                                    </p:anim>
                                    <p:anim calcmode="lin" valueType="num">
                                      <p:cBhvr additive="base">
                                        <p:cTn id="4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12" end="12"/>
                                            </p:txEl>
                                          </p:spTgt>
                                        </p:tgtEl>
                                        <p:attrNameLst>
                                          <p:attrName>style.visibility</p:attrName>
                                        </p:attrNameLst>
                                      </p:cBhvr>
                                      <p:to>
                                        <p:strVal val="visible"/>
                                      </p:to>
                                    </p:set>
                                    <p:anim calcmode="lin" valueType="num">
                                      <p:cBhvr additive="base">
                                        <p:cTn id="49"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4">
                                            <p:txEl>
                                              <p:pRg st="13" end="13"/>
                                            </p:txEl>
                                          </p:spTgt>
                                        </p:tgtEl>
                                        <p:attrNameLst>
                                          <p:attrName>style.visibility</p:attrName>
                                        </p:attrNameLst>
                                      </p:cBhvr>
                                      <p:to>
                                        <p:strVal val="visible"/>
                                      </p:to>
                                    </p:set>
                                    <p:anim calcmode="lin" valueType="num">
                                      <p:cBhvr additive="base">
                                        <p:cTn id="53"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txEl>
                                              <p:pRg st="13" end="13"/>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4">
                                            <p:txEl>
                                              <p:pRg st="14" end="14"/>
                                            </p:txEl>
                                          </p:spTgt>
                                        </p:tgtEl>
                                        <p:attrNameLst>
                                          <p:attrName>style.visibility</p:attrName>
                                        </p:attrNameLst>
                                      </p:cBhvr>
                                      <p:to>
                                        <p:strVal val="visible"/>
                                      </p:to>
                                    </p:set>
                                    <p:anim calcmode="lin" valueType="num">
                                      <p:cBhvr additive="base">
                                        <p:cTn id="57"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3693" y="39987"/>
            <a:ext cx="5134707" cy="533400"/>
          </a:xfrm>
        </p:spPr>
        <p:txBody>
          <a:bodyPr>
            <a:noAutofit/>
          </a:bodyPr>
          <a:lstStyle/>
          <a:p>
            <a:pPr algn="ctr"/>
            <a:r>
              <a:rPr lang="en-US" sz="4000" dirty="0"/>
              <a:t>Norton’s Theorem</a:t>
            </a:r>
          </a:p>
        </p:txBody>
      </p:sp>
      <p:sp>
        <p:nvSpPr>
          <p:cNvPr id="5" name="Rectangle 2"/>
          <p:cNvSpPr>
            <a:spLocks noChangeArrowheads="1"/>
          </p:cNvSpPr>
          <p:nvPr/>
        </p:nvSpPr>
        <p:spPr bwMode="auto">
          <a:xfrm>
            <a:off x="152400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charset="0"/>
              <a:ea typeface="+mn-ea"/>
              <a:cs typeface="+mn-cs"/>
            </a:endParaRPr>
          </a:p>
        </p:txBody>
      </p:sp>
      <p:sp>
        <p:nvSpPr>
          <p:cNvPr id="8" name="Rectangle 3"/>
          <p:cNvSpPr>
            <a:spLocks noChangeArrowheads="1"/>
          </p:cNvSpPr>
          <p:nvPr/>
        </p:nvSpPr>
        <p:spPr bwMode="auto">
          <a:xfrm>
            <a:off x="1524000" y="83402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charset="0"/>
              <a:ea typeface="+mn-ea"/>
              <a:cs typeface="+mn-cs"/>
            </a:endParaRPr>
          </a:p>
        </p:txBody>
      </p:sp>
      <p:sp>
        <p:nvSpPr>
          <p:cNvPr id="4" name="TextBox 3"/>
          <p:cNvSpPr txBox="1"/>
          <p:nvPr/>
        </p:nvSpPr>
        <p:spPr>
          <a:xfrm>
            <a:off x="152399" y="652776"/>
            <a:ext cx="11779623" cy="5909310"/>
          </a:xfrm>
          <a:prstGeom prst="rect">
            <a:avLst/>
          </a:prstGeom>
          <a:solidFill>
            <a:schemeClr val="tx1">
              <a:lumMod val="95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Any linear two-terminal circuit can be replaced by a current source (I</a:t>
            </a:r>
            <a:r>
              <a:rPr kumimoji="0" lang="en-US" altLang="en-US" sz="1800" b="0" i="0" u="none" strike="noStrike" kern="1200" cap="none" spc="0" normalizeH="0" baseline="-2500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n</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 in parallel with a resistance (R</a:t>
            </a:r>
            <a:r>
              <a:rPr kumimoji="0" lang="en-US" altLang="en-US" sz="1800" b="0" i="0" u="none" strike="noStrike" kern="1200" cap="none" spc="0" normalizeH="0" baseline="-2500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n</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 The current source (I</a:t>
            </a:r>
            <a:r>
              <a:rPr kumimoji="0" lang="en-US" altLang="en-US" sz="1800" b="0" i="0" u="none" strike="noStrike" kern="1200" cap="none" spc="0" normalizeH="0" baseline="-2500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n</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 is the short-circuit current at the output terminals and the resistance (R</a:t>
            </a:r>
            <a:r>
              <a:rPr kumimoji="0" lang="en-US" altLang="en-US" sz="1800" b="0" i="0" u="none" strike="noStrike" kern="1200" cap="none" spc="0" normalizeH="0" baseline="-2500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n</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 is the equivalent resistance between the output terminals with all independent sources turned off.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The Norton’s Equivalent circuit is a practical current source.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The resulting Norton’s equivalent circuit provides equivalent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performance as the original circuit with regards to an external load.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The Norton resistance R</a:t>
            </a:r>
            <a:r>
              <a:rPr kumimoji="0" lang="en-US" sz="1800" b="0" i="0" u="none" strike="noStrike" kern="1200" cap="none" spc="0" normalizeH="0" baseline="-25000" noProof="0" dirty="0">
                <a:ln>
                  <a:noFill/>
                </a:ln>
                <a:solidFill>
                  <a:srgbClr val="000000"/>
                </a:solidFill>
                <a:effectLst/>
                <a:uLnTx/>
                <a:uFillTx/>
                <a:latin typeface="Cambria" panose="02040503050406030204"/>
                <a:ea typeface="+mn-ea"/>
                <a:cs typeface="+mn-cs"/>
              </a:rPr>
              <a:t>n</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is equivalent to the Thevenin resistance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R</a:t>
            </a:r>
            <a:r>
              <a:rPr kumimoji="0" lang="en-US" sz="1800" b="0" i="0" u="none" strike="noStrike" kern="1200" cap="none" spc="0" normalizeH="0" baseline="-25000" noProof="0" dirty="0" err="1">
                <a:ln>
                  <a:noFill/>
                </a:ln>
                <a:solidFill>
                  <a:srgbClr val="000000"/>
                </a:solidFill>
                <a:effectLst/>
                <a:uLnTx/>
                <a:uFillTx/>
                <a:latin typeface="Cambria" panose="02040503050406030204"/>
                <a:ea typeface="+mn-ea"/>
                <a:cs typeface="+mn-cs"/>
              </a:rPr>
              <a:t>th</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p:pic>
        <p:nvPicPr>
          <p:cNvPr id="9" name="Picture 8">
            <a:extLst>
              <a:ext uri="{FF2B5EF4-FFF2-40B4-BE49-F238E27FC236}">
                <a16:creationId xmlns:a16="http://schemas.microsoft.com/office/drawing/2014/main" id="{857EF168-EA02-5C7A-3BF5-91CF15F5E787}"/>
              </a:ext>
            </a:extLst>
          </p:cNvPr>
          <p:cNvPicPr>
            <a:picLocks noChangeAspect="1"/>
          </p:cNvPicPr>
          <p:nvPr/>
        </p:nvPicPr>
        <p:blipFill>
          <a:blip r:embed="rId3"/>
          <a:stretch>
            <a:fillRect/>
          </a:stretch>
        </p:blipFill>
        <p:spPr>
          <a:xfrm>
            <a:off x="8634423" y="4186515"/>
            <a:ext cx="2620863" cy="2060056"/>
          </a:xfrm>
          <a:prstGeom prst="rect">
            <a:avLst/>
          </a:prstGeom>
        </p:spPr>
      </p:pic>
      <p:grpSp>
        <p:nvGrpSpPr>
          <p:cNvPr id="10" name="Group 9">
            <a:extLst>
              <a:ext uri="{FF2B5EF4-FFF2-40B4-BE49-F238E27FC236}">
                <a16:creationId xmlns:a16="http://schemas.microsoft.com/office/drawing/2014/main" id="{65D9B960-EA5F-7547-E18F-B3F707DF2A2A}"/>
              </a:ext>
            </a:extLst>
          </p:cNvPr>
          <p:cNvGrpSpPr/>
          <p:nvPr/>
        </p:nvGrpSpPr>
        <p:grpSpPr>
          <a:xfrm>
            <a:off x="864164" y="1636020"/>
            <a:ext cx="9793067" cy="2400635"/>
            <a:chOff x="864164" y="1546370"/>
            <a:chExt cx="9793067" cy="2400635"/>
          </a:xfrm>
        </p:grpSpPr>
        <p:pic>
          <p:nvPicPr>
            <p:cNvPr id="6" name="Picture 5">
              <a:extLst>
                <a:ext uri="{FF2B5EF4-FFF2-40B4-BE49-F238E27FC236}">
                  <a16:creationId xmlns:a16="http://schemas.microsoft.com/office/drawing/2014/main" id="{26800380-6D50-B86A-6001-EBD667128D33}"/>
                </a:ext>
              </a:extLst>
            </p:cNvPr>
            <p:cNvPicPr>
              <a:picLocks noChangeAspect="1"/>
            </p:cNvPicPr>
            <p:nvPr/>
          </p:nvPicPr>
          <p:blipFill>
            <a:blip r:embed="rId4"/>
            <a:stretch>
              <a:fillRect/>
            </a:stretch>
          </p:blipFill>
          <p:spPr>
            <a:xfrm>
              <a:off x="864164" y="1546370"/>
              <a:ext cx="9793067" cy="2400635"/>
            </a:xfrm>
            <a:prstGeom prst="rect">
              <a:avLst/>
            </a:prstGeom>
          </p:spPr>
        </p:pic>
        <p:sp>
          <p:nvSpPr>
            <p:cNvPr id="37" name="TextBox 36">
              <a:extLst>
                <a:ext uri="{FF2B5EF4-FFF2-40B4-BE49-F238E27FC236}">
                  <a16:creationId xmlns:a16="http://schemas.microsoft.com/office/drawing/2014/main" id="{32789A44-DE2F-04A3-9C38-6B14C1E1CA0C}"/>
                </a:ext>
              </a:extLst>
            </p:cNvPr>
            <p:cNvSpPr txBox="1"/>
            <p:nvPr/>
          </p:nvSpPr>
          <p:spPr>
            <a:xfrm>
              <a:off x="3726496" y="1707157"/>
              <a:ext cx="31315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Norto</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n’s Theorem Diagrams</a:t>
              </a:r>
            </a:p>
          </p:txBody>
        </p:sp>
      </p:grpSp>
    </p:spTree>
    <p:extLst>
      <p:ext uri="{BB962C8B-B14F-4D97-AF65-F5344CB8AC3E}">
        <p14:creationId xmlns:p14="http://schemas.microsoft.com/office/powerpoint/2010/main" val="75958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2" end="12"/>
                                            </p:txEl>
                                          </p:spTgt>
                                        </p:tgtEl>
                                        <p:attrNameLst>
                                          <p:attrName>style.visibility</p:attrName>
                                        </p:attrNameLst>
                                      </p:cBhvr>
                                      <p:to>
                                        <p:strVal val="visible"/>
                                      </p:to>
                                    </p:set>
                                    <p:anim calcmode="lin" valueType="num">
                                      <p:cBhvr additive="base">
                                        <p:cTn id="7"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14" end="14"/>
                                            </p:txEl>
                                          </p:spTgt>
                                        </p:tgtEl>
                                        <p:attrNameLst>
                                          <p:attrName>style.visibility</p:attrName>
                                        </p:attrNameLst>
                                      </p:cBhvr>
                                      <p:to>
                                        <p:strVal val="visible"/>
                                      </p:to>
                                    </p:set>
                                    <p:anim calcmode="lin" valueType="num">
                                      <p:cBhvr additive="base">
                                        <p:cTn id="19"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4" end="1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15" end="15"/>
                                            </p:txEl>
                                          </p:spTgt>
                                        </p:tgtEl>
                                        <p:attrNameLst>
                                          <p:attrName>style.visibility</p:attrName>
                                        </p:attrNameLst>
                                      </p:cBhvr>
                                      <p:to>
                                        <p:strVal val="visible"/>
                                      </p:to>
                                    </p:set>
                                    <p:anim calcmode="lin" valueType="num">
                                      <p:cBhvr additive="base">
                                        <p:cTn id="23"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xEl>
                                              <p:pRg st="17" end="17"/>
                                            </p:txEl>
                                          </p:spTgt>
                                        </p:tgtEl>
                                        <p:attrNameLst>
                                          <p:attrName>style.visibility</p:attrName>
                                        </p:attrNameLst>
                                      </p:cBhvr>
                                      <p:to>
                                        <p:strVal val="visible"/>
                                      </p:to>
                                    </p:set>
                                    <p:anim calcmode="lin" valueType="num">
                                      <p:cBhvr additive="base">
                                        <p:cTn id="29"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2536" y="12670"/>
            <a:ext cx="7626928" cy="533400"/>
          </a:xfrm>
        </p:spPr>
        <p:txBody>
          <a:bodyPr>
            <a:noAutofit/>
          </a:bodyPr>
          <a:lstStyle/>
          <a:p>
            <a:pPr algn="ctr"/>
            <a:r>
              <a:rPr lang="en-US" sz="4000" dirty="0"/>
              <a:t>Norton’s Theorem Example 1</a:t>
            </a:r>
          </a:p>
        </p:txBody>
      </p:sp>
      <p:sp>
        <p:nvSpPr>
          <p:cNvPr id="5" name="Rectangle 2"/>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solidFill>
                <a:srgbClr val="FFFFFF"/>
              </a:solidFill>
              <a:latin typeface="Arial" charset="0"/>
            </a:endParaRPr>
          </a:p>
        </p:txBody>
      </p:sp>
      <p:sp>
        <p:nvSpPr>
          <p:cNvPr id="8" name="Rectangle 3"/>
          <p:cNvSpPr>
            <a:spLocks noChangeArrowheads="1"/>
          </p:cNvSpPr>
          <p:nvPr/>
        </p:nvSpPr>
        <p:spPr bwMode="auto">
          <a:xfrm>
            <a:off x="1524001" y="83402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solidFill>
                <a:srgbClr val="FFFFFF"/>
              </a:solidFill>
              <a:latin typeface="Arial" charset="0"/>
            </a:endParaRPr>
          </a:p>
        </p:txBody>
      </p:sp>
      <p:sp>
        <p:nvSpPr>
          <p:cNvPr id="4" name="TextBox 3"/>
          <p:cNvSpPr txBox="1"/>
          <p:nvPr/>
        </p:nvSpPr>
        <p:spPr>
          <a:xfrm>
            <a:off x="373224" y="763291"/>
            <a:ext cx="10813760" cy="5792932"/>
          </a:xfrm>
          <a:prstGeom prst="rect">
            <a:avLst/>
          </a:prstGeom>
          <a:solidFill>
            <a:schemeClr val="tx1">
              <a:lumMod val="95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fontAlgn="base">
              <a:lnSpc>
                <a:spcPct val="107000"/>
              </a:lnSpc>
              <a:buFont typeface="Arial" panose="020B0604020202020204" pitchFamily="34" charset="0"/>
              <a:buChar char="•"/>
            </a:pPr>
            <a:r>
              <a:rPr lang="en-US" dirty="0">
                <a:solidFill>
                  <a:srgbClr val="000000"/>
                </a:solidFill>
                <a:ea typeface="Calibri" panose="020F0502020204030204" pitchFamily="34" charset="0"/>
                <a:cs typeface="Times New Roman" panose="02020603050405020304" pitchFamily="18" charset="0"/>
              </a:rPr>
              <a:t>Find the Norton’s equivalent circuit </a:t>
            </a:r>
          </a:p>
          <a:p>
            <a:pPr fontAlgn="base">
              <a:lnSpc>
                <a:spcPct val="107000"/>
              </a:lnSpc>
            </a:pPr>
            <a:r>
              <a:rPr lang="en-US" dirty="0">
                <a:solidFill>
                  <a:srgbClr val="000000"/>
                </a:solidFill>
                <a:ea typeface="Calibri" panose="020F0502020204030204" pitchFamily="34" charset="0"/>
                <a:cs typeface="Times New Roman" panose="02020603050405020304" pitchFamily="18" charset="0"/>
              </a:rPr>
              <a:t>left of terminals a and b. </a:t>
            </a:r>
          </a:p>
          <a:p>
            <a:pPr fontAlgn="base">
              <a:lnSpc>
                <a:spcPct val="107000"/>
              </a:lnSpc>
            </a:pPr>
            <a:endParaRPr lang="en-US" dirty="0">
              <a:solidFill>
                <a:srgbClr val="000000"/>
              </a:solidFill>
              <a:ea typeface="Calibri" panose="020F0502020204030204" pitchFamily="34" charset="0"/>
              <a:cs typeface="Times New Roman" panose="02020603050405020304" pitchFamily="18" charset="0"/>
            </a:endParaRPr>
          </a:p>
          <a:p>
            <a:pPr fontAlgn="base">
              <a:lnSpc>
                <a:spcPct val="107000"/>
              </a:lnSpc>
            </a:pPr>
            <a:endParaRPr lang="en-US" dirty="0">
              <a:solidFill>
                <a:srgbClr val="000000"/>
              </a:solidFill>
              <a:ea typeface="Calibri" panose="020F0502020204030204" pitchFamily="34" charset="0"/>
              <a:cs typeface="Times New Roman" panose="02020603050405020304" pitchFamily="18" charset="0"/>
            </a:endParaRPr>
          </a:p>
          <a:p>
            <a:pPr fontAlgn="base">
              <a:lnSpc>
                <a:spcPct val="107000"/>
              </a:lnSpc>
              <a:spcAft>
                <a:spcPts val="800"/>
              </a:spcAft>
            </a:pPr>
            <a:endParaRPr lang="en-US" altLang="en-US" dirty="0">
              <a:solidFill>
                <a:srgbClr val="000000"/>
              </a:solidFill>
              <a:ea typeface="Calibri" panose="020F0502020204030204" pitchFamily="34" charset="0"/>
              <a:cs typeface="Arial" panose="020B0604020202020204" pitchFamily="34" charset="0"/>
            </a:endParaRPr>
          </a:p>
          <a:p>
            <a:pPr fontAlgn="base">
              <a:lnSpc>
                <a:spcPct val="107000"/>
              </a:lnSpc>
            </a:pPr>
            <a:r>
              <a:rPr lang="en-US" altLang="en-US" dirty="0">
                <a:solidFill>
                  <a:srgbClr val="000000"/>
                </a:solidFill>
                <a:ea typeface="Calibri" panose="020F0502020204030204" pitchFamily="34" charset="0"/>
                <a:cs typeface="Arial" panose="020B0604020202020204" pitchFamily="34" charset="0"/>
              </a:rPr>
              <a:t>First short-circuit the a - b terminals</a:t>
            </a:r>
          </a:p>
          <a:p>
            <a:pPr fontAlgn="base">
              <a:lnSpc>
                <a:spcPct val="107000"/>
              </a:lnSpc>
            </a:pPr>
            <a:r>
              <a:rPr lang="en-US" altLang="en-US" dirty="0">
                <a:solidFill>
                  <a:srgbClr val="000000"/>
                </a:solidFill>
                <a:ea typeface="Calibri" panose="020F0502020204030204" pitchFamily="34" charset="0"/>
                <a:cs typeface="Arial" panose="020B0604020202020204" pitchFamily="34" charset="0"/>
              </a:rPr>
              <a:t>in order to find I</a:t>
            </a:r>
            <a:r>
              <a:rPr lang="en-US" altLang="en-US" baseline="-25000" dirty="0">
                <a:solidFill>
                  <a:srgbClr val="000000"/>
                </a:solidFill>
                <a:ea typeface="Calibri" panose="020F0502020204030204" pitchFamily="34" charset="0"/>
                <a:cs typeface="Arial" panose="020B0604020202020204" pitchFamily="34" charset="0"/>
              </a:rPr>
              <a:t>n</a:t>
            </a:r>
            <a:r>
              <a:rPr lang="en-US" altLang="en-US" dirty="0">
                <a:solidFill>
                  <a:srgbClr val="000000"/>
                </a:solidFill>
                <a:ea typeface="Calibri" panose="020F0502020204030204" pitchFamily="34" charset="0"/>
                <a:cs typeface="Arial" panose="020B0604020202020204" pitchFamily="34" charset="0"/>
              </a:rPr>
              <a:t>.</a:t>
            </a:r>
          </a:p>
          <a:p>
            <a:pPr fontAlgn="base">
              <a:lnSpc>
                <a:spcPct val="107000"/>
              </a:lnSpc>
            </a:pPr>
            <a:endParaRPr lang="en-US" altLang="en-US" dirty="0">
              <a:solidFill>
                <a:srgbClr val="000000"/>
              </a:solidFill>
              <a:cs typeface="Arial" panose="020B0604020202020204" pitchFamily="34" charset="0"/>
            </a:endParaRPr>
          </a:p>
          <a:p>
            <a:pPr fontAlgn="base">
              <a:lnSpc>
                <a:spcPct val="107000"/>
              </a:lnSpc>
            </a:pPr>
            <a:r>
              <a:rPr lang="en-US" dirty="0">
                <a:solidFill>
                  <a:srgbClr val="000000"/>
                </a:solidFill>
                <a:ea typeface="Calibri" panose="020F0502020204030204" pitchFamily="34" charset="0"/>
                <a:cs typeface="Times New Roman" panose="02020603050405020304" pitchFamily="18" charset="0"/>
              </a:rPr>
              <a:t>I</a:t>
            </a:r>
            <a:r>
              <a:rPr lang="en-US" baseline="-25000" dirty="0">
                <a:solidFill>
                  <a:srgbClr val="000000"/>
                </a:solidFill>
                <a:ea typeface="Calibri" panose="020F0502020204030204" pitchFamily="34" charset="0"/>
                <a:cs typeface="Times New Roman" panose="02020603050405020304" pitchFamily="18" charset="0"/>
              </a:rPr>
              <a:t>n</a:t>
            </a:r>
            <a:r>
              <a:rPr lang="en-US" dirty="0">
                <a:solidFill>
                  <a:srgbClr val="000000"/>
                </a:solidFill>
                <a:ea typeface="Calibri" panose="020F0502020204030204" pitchFamily="34" charset="0"/>
                <a:cs typeface="Times New Roman" panose="02020603050405020304" pitchFamily="18" charset="0"/>
              </a:rPr>
              <a:t> = V</a:t>
            </a:r>
            <a:r>
              <a:rPr lang="en-US" baseline="-25000" dirty="0">
                <a:solidFill>
                  <a:srgbClr val="000000"/>
                </a:solidFill>
                <a:ea typeface="Calibri" panose="020F0502020204030204" pitchFamily="34" charset="0"/>
                <a:cs typeface="Times New Roman" panose="02020603050405020304" pitchFamily="18" charset="0"/>
              </a:rPr>
              <a:t>s</a:t>
            </a:r>
            <a:r>
              <a:rPr lang="en-US" dirty="0">
                <a:solidFill>
                  <a:srgbClr val="000000"/>
                </a:solidFill>
                <a:ea typeface="Calibri" panose="020F0502020204030204" pitchFamily="34" charset="0"/>
                <a:cs typeface="Times New Roman" panose="02020603050405020304" pitchFamily="18" charset="0"/>
              </a:rPr>
              <a:t>/(R1 + R3) = (10 V)/(20 kΩ) </a:t>
            </a:r>
          </a:p>
          <a:p>
            <a:pPr fontAlgn="base">
              <a:lnSpc>
                <a:spcPct val="107000"/>
              </a:lnSpc>
            </a:pPr>
            <a:r>
              <a:rPr lang="en-US" dirty="0">
                <a:solidFill>
                  <a:srgbClr val="000000"/>
                </a:solidFill>
                <a:ea typeface="Calibri" panose="020F0502020204030204" pitchFamily="34" charset="0"/>
                <a:cs typeface="Times New Roman" panose="02020603050405020304" pitchFamily="18" charset="0"/>
              </a:rPr>
              <a:t>I</a:t>
            </a:r>
            <a:r>
              <a:rPr lang="en-US" baseline="-25000" dirty="0">
                <a:solidFill>
                  <a:srgbClr val="000000"/>
                </a:solidFill>
                <a:ea typeface="Calibri" panose="020F0502020204030204" pitchFamily="34" charset="0"/>
                <a:cs typeface="Times New Roman" panose="02020603050405020304" pitchFamily="18" charset="0"/>
              </a:rPr>
              <a:t>n </a:t>
            </a:r>
            <a:r>
              <a:rPr lang="en-US" dirty="0">
                <a:solidFill>
                  <a:srgbClr val="000000"/>
                </a:solidFill>
                <a:ea typeface="Calibri" panose="020F0502020204030204" pitchFamily="34" charset="0"/>
                <a:cs typeface="Times New Roman" panose="02020603050405020304" pitchFamily="18" charset="0"/>
              </a:rPr>
              <a:t>= 0.5 mA. I</a:t>
            </a:r>
            <a:r>
              <a:rPr lang="en-US" baseline="-25000" dirty="0">
                <a:solidFill>
                  <a:srgbClr val="000000"/>
                </a:solidFill>
                <a:ea typeface="Calibri" panose="020F0502020204030204" pitchFamily="34" charset="0"/>
                <a:cs typeface="Times New Roman" panose="02020603050405020304" pitchFamily="18" charset="0"/>
              </a:rPr>
              <a:t>n</a:t>
            </a:r>
            <a:r>
              <a:rPr lang="en-US" dirty="0">
                <a:solidFill>
                  <a:srgbClr val="000000"/>
                </a:solidFill>
                <a:ea typeface="Calibri" panose="020F0502020204030204" pitchFamily="34" charset="0"/>
                <a:cs typeface="Times New Roman" panose="02020603050405020304" pitchFamily="18" charset="0"/>
              </a:rPr>
              <a:t> = 0.5 mA.</a:t>
            </a:r>
          </a:p>
          <a:p>
            <a:pPr fontAlgn="base">
              <a:lnSpc>
                <a:spcPct val="107000"/>
              </a:lnSpc>
            </a:pPr>
            <a:endParaRPr lang="en-US" dirty="0">
              <a:solidFill>
                <a:srgbClr val="000000"/>
              </a:solidFill>
              <a:ea typeface="Calibri" panose="020F0502020204030204" pitchFamily="34" charset="0"/>
              <a:cs typeface="Times New Roman" panose="02020603050405020304" pitchFamily="18" charset="0"/>
            </a:endParaRPr>
          </a:p>
          <a:p>
            <a:pPr fontAlgn="base">
              <a:lnSpc>
                <a:spcPct val="107000"/>
              </a:lnSpc>
            </a:pPr>
            <a:r>
              <a:rPr lang="en-US" dirty="0">
                <a:solidFill>
                  <a:srgbClr val="000000"/>
                </a:solidFill>
                <a:ea typeface="Calibri" panose="020F0502020204030204" pitchFamily="34" charset="0"/>
                <a:cs typeface="Times New Roman" panose="02020603050405020304" pitchFamily="18" charset="0"/>
              </a:rPr>
              <a:t>Next remove the a –b terminal short, set V</a:t>
            </a:r>
            <a:r>
              <a:rPr lang="en-US" baseline="-25000" dirty="0">
                <a:solidFill>
                  <a:srgbClr val="000000"/>
                </a:solidFill>
                <a:ea typeface="Calibri" panose="020F0502020204030204" pitchFamily="34" charset="0"/>
                <a:cs typeface="Times New Roman" panose="02020603050405020304" pitchFamily="18" charset="0"/>
              </a:rPr>
              <a:t>s</a:t>
            </a:r>
            <a:r>
              <a:rPr lang="en-US" dirty="0">
                <a:solidFill>
                  <a:srgbClr val="000000"/>
                </a:solidFill>
                <a:ea typeface="Calibri" panose="020F0502020204030204" pitchFamily="34" charset="0"/>
                <a:cs typeface="Times New Roman" panose="02020603050405020304" pitchFamily="18" charset="0"/>
              </a:rPr>
              <a:t>= 0, and look into the a – b terminals to determine </a:t>
            </a:r>
            <a:r>
              <a:rPr lang="en-US" altLang="en-US" dirty="0">
                <a:solidFill>
                  <a:srgbClr val="000000"/>
                </a:solidFill>
                <a:ea typeface="Calibri" panose="020F0502020204030204" pitchFamily="34" charset="0"/>
                <a:cs typeface="Arial" panose="020B0604020202020204" pitchFamily="34" charset="0"/>
              </a:rPr>
              <a:t>R</a:t>
            </a:r>
            <a:r>
              <a:rPr lang="en-US" altLang="en-US" baseline="-25000" dirty="0">
                <a:solidFill>
                  <a:srgbClr val="000000"/>
                </a:solidFill>
                <a:ea typeface="Calibri" panose="020F0502020204030204" pitchFamily="34" charset="0"/>
                <a:cs typeface="Arial" panose="020B0604020202020204" pitchFamily="34" charset="0"/>
              </a:rPr>
              <a:t>n</a:t>
            </a:r>
            <a:r>
              <a:rPr lang="en-US" altLang="en-US" dirty="0">
                <a:solidFill>
                  <a:srgbClr val="000000"/>
                </a:solidFill>
                <a:ea typeface="Calibri" panose="020F0502020204030204" pitchFamily="34" charset="0"/>
                <a:cs typeface="Arial" panose="020B0604020202020204" pitchFamily="34" charset="0"/>
              </a:rPr>
              <a:t>.</a:t>
            </a:r>
          </a:p>
          <a:p>
            <a:pPr fontAlgn="base">
              <a:lnSpc>
                <a:spcPct val="107000"/>
              </a:lnSpc>
            </a:pPr>
            <a:endParaRPr lang="en-US" dirty="0">
              <a:solidFill>
                <a:srgbClr val="000000"/>
              </a:solidFill>
              <a:ea typeface="Calibri" panose="020F0502020204030204" pitchFamily="34" charset="0"/>
              <a:cs typeface="Times New Roman" panose="02020603050405020304" pitchFamily="18" charset="0"/>
            </a:endParaRPr>
          </a:p>
          <a:p>
            <a:pPr fontAlgn="base">
              <a:lnSpc>
                <a:spcPct val="107000"/>
              </a:lnSpc>
            </a:pPr>
            <a:r>
              <a:rPr lang="en-US" dirty="0">
                <a:solidFill>
                  <a:srgbClr val="000000"/>
                </a:solidFill>
                <a:ea typeface="Calibri" panose="020F0502020204030204" pitchFamily="34" charset="0"/>
                <a:cs typeface="Times New Roman" panose="02020603050405020304" pitchFamily="18" charset="0"/>
              </a:rPr>
              <a:t>R</a:t>
            </a:r>
            <a:r>
              <a:rPr lang="en-US" baseline="-25000" dirty="0">
                <a:solidFill>
                  <a:srgbClr val="000000"/>
                </a:solidFill>
                <a:ea typeface="Calibri" panose="020F0502020204030204" pitchFamily="34" charset="0"/>
                <a:cs typeface="Times New Roman" panose="02020603050405020304" pitchFamily="18" charset="0"/>
              </a:rPr>
              <a:t>n</a:t>
            </a:r>
            <a:r>
              <a:rPr lang="en-US" dirty="0">
                <a:solidFill>
                  <a:srgbClr val="000000"/>
                </a:solidFill>
                <a:ea typeface="Calibri" panose="020F0502020204030204" pitchFamily="34" charset="0"/>
                <a:cs typeface="Times New Roman" panose="02020603050405020304" pitchFamily="18" charset="0"/>
              </a:rPr>
              <a:t> = (R1 + R3)ǁR2.</a:t>
            </a:r>
          </a:p>
          <a:p>
            <a:pPr fontAlgn="base">
              <a:lnSpc>
                <a:spcPct val="107000"/>
              </a:lnSpc>
            </a:pPr>
            <a:r>
              <a:rPr lang="en-US" dirty="0">
                <a:solidFill>
                  <a:srgbClr val="000000"/>
                </a:solidFill>
                <a:ea typeface="Calibri" panose="020F0502020204030204" pitchFamily="34" charset="0"/>
                <a:cs typeface="Times New Roman" panose="02020603050405020304" pitchFamily="18" charset="0"/>
              </a:rPr>
              <a:t>R</a:t>
            </a:r>
            <a:r>
              <a:rPr lang="en-US" baseline="-25000" dirty="0">
                <a:solidFill>
                  <a:srgbClr val="000000"/>
                </a:solidFill>
                <a:ea typeface="Calibri" panose="020F0502020204030204" pitchFamily="34" charset="0"/>
                <a:cs typeface="Times New Roman" panose="02020603050405020304" pitchFamily="18" charset="0"/>
              </a:rPr>
              <a:t>n </a:t>
            </a:r>
            <a:r>
              <a:rPr lang="en-US" dirty="0">
                <a:solidFill>
                  <a:srgbClr val="000000"/>
                </a:solidFill>
                <a:ea typeface="Calibri" panose="020F0502020204030204" pitchFamily="34" charset="0"/>
                <a:cs typeface="Times New Roman" panose="02020603050405020304" pitchFamily="18" charset="0"/>
              </a:rPr>
              <a:t>= (20 kΩ)(10 kΩ)/(20 kΩ  + 10 kΩ) = 6.67 kΩ.</a:t>
            </a:r>
            <a:endParaRPr lang="en-US" sz="1600" dirty="0">
              <a:solidFill>
                <a:srgbClr val="000000"/>
              </a:solidFill>
              <a:ea typeface="Calibri" panose="020F0502020204030204" pitchFamily="34" charset="0"/>
              <a:cs typeface="Times New Roman" panose="02020603050405020304" pitchFamily="18" charset="0"/>
            </a:endParaRPr>
          </a:p>
          <a:p>
            <a:pPr fontAlgn="base">
              <a:lnSpc>
                <a:spcPct val="107000"/>
              </a:lnSpc>
            </a:pPr>
            <a:r>
              <a:rPr lang="en-US" dirty="0">
                <a:solidFill>
                  <a:srgbClr val="000000"/>
                </a:solidFill>
                <a:ea typeface="Calibri" panose="020F0502020204030204" pitchFamily="34" charset="0"/>
                <a:cs typeface="Times New Roman" panose="02020603050405020304" pitchFamily="18" charset="0"/>
              </a:rPr>
              <a:t>R</a:t>
            </a:r>
            <a:r>
              <a:rPr lang="en-US" baseline="-25000" dirty="0">
                <a:solidFill>
                  <a:srgbClr val="000000"/>
                </a:solidFill>
                <a:ea typeface="Calibri" panose="020F0502020204030204" pitchFamily="34" charset="0"/>
                <a:cs typeface="Times New Roman" panose="02020603050405020304" pitchFamily="18" charset="0"/>
              </a:rPr>
              <a:t>n</a:t>
            </a:r>
            <a:r>
              <a:rPr lang="en-US" dirty="0">
                <a:solidFill>
                  <a:srgbClr val="000000"/>
                </a:solidFill>
                <a:ea typeface="Calibri" panose="020F0502020204030204" pitchFamily="34" charset="0"/>
                <a:cs typeface="Times New Roman" panose="02020603050405020304" pitchFamily="18" charset="0"/>
              </a:rPr>
              <a:t> = 6.67 kΩ.</a:t>
            </a:r>
          </a:p>
          <a:p>
            <a:pPr fontAlgn="base">
              <a:lnSpc>
                <a:spcPct val="107000"/>
              </a:lnSpc>
            </a:pPr>
            <a:endParaRPr lang="en-US" sz="1600" dirty="0">
              <a:solidFill>
                <a:srgbClr val="000000"/>
              </a:solidFill>
              <a:ea typeface="Calibri" panose="020F0502020204030204" pitchFamily="34" charset="0"/>
              <a:cs typeface="Times New Roman" panose="02020603050405020304" pitchFamily="18" charset="0"/>
            </a:endParaRPr>
          </a:p>
          <a:p>
            <a:pPr fontAlgn="base">
              <a:lnSpc>
                <a:spcPct val="107000"/>
              </a:lnSpc>
            </a:pPr>
            <a:r>
              <a:rPr lang="en-US" dirty="0">
                <a:solidFill>
                  <a:srgbClr val="000000"/>
                </a:solidFill>
                <a:ea typeface="Calibri" panose="020F0502020204030204" pitchFamily="34" charset="0"/>
                <a:cs typeface="Times New Roman" panose="02020603050405020304" pitchFamily="18" charset="0"/>
              </a:rPr>
              <a:t>Now can load output and solve for load voltages </a:t>
            </a:r>
          </a:p>
          <a:p>
            <a:pPr fontAlgn="base">
              <a:lnSpc>
                <a:spcPct val="107000"/>
              </a:lnSpc>
            </a:pPr>
            <a:r>
              <a:rPr lang="en-US" dirty="0">
                <a:solidFill>
                  <a:srgbClr val="000000"/>
                </a:solidFill>
                <a:ea typeface="Calibri" panose="020F0502020204030204" pitchFamily="34" charset="0"/>
                <a:cs typeface="Times New Roman" panose="02020603050405020304" pitchFamily="18" charset="0"/>
              </a:rPr>
              <a:t>and currents using simplified Norton’s equivalent. </a:t>
            </a:r>
            <a:endParaRPr lang="en-US" dirty="0">
              <a:solidFill>
                <a:srgbClr val="000000"/>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9734" y="4783597"/>
            <a:ext cx="3737065" cy="1630142"/>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35828" y="1794175"/>
            <a:ext cx="4865685" cy="2206912"/>
          </a:xfrm>
          <a:prstGeom prst="rect">
            <a:avLst/>
          </a:prstGeom>
        </p:spPr>
      </p:pic>
      <p:sp>
        <p:nvSpPr>
          <p:cNvPr id="3" name="TextBox 2">
            <a:extLst>
              <a:ext uri="{FF2B5EF4-FFF2-40B4-BE49-F238E27FC236}">
                <a16:creationId xmlns:a16="http://schemas.microsoft.com/office/drawing/2014/main" id="{FB0C373E-1918-553A-9A01-B32F938A88D1}"/>
              </a:ext>
            </a:extLst>
          </p:cNvPr>
          <p:cNvSpPr txBox="1"/>
          <p:nvPr/>
        </p:nvSpPr>
        <p:spPr>
          <a:xfrm>
            <a:off x="8410418" y="1011665"/>
            <a:ext cx="1592615" cy="369332"/>
          </a:xfrm>
          <a:prstGeom prst="rect">
            <a:avLst/>
          </a:prstGeom>
          <a:noFill/>
        </p:spPr>
        <p:txBody>
          <a:bodyPr wrap="none" rtlCol="0">
            <a:spAutoFit/>
          </a:bodyPr>
          <a:lstStyle/>
          <a:p>
            <a:r>
              <a:rPr lang="en-US" dirty="0">
                <a:solidFill>
                  <a:schemeClr val="bg1"/>
                </a:solidFill>
                <a:latin typeface="+mn-lt"/>
              </a:rPr>
              <a:t>Poll Questions</a:t>
            </a:r>
          </a:p>
        </p:txBody>
      </p:sp>
    </p:spTree>
    <p:extLst>
      <p:ext uri="{BB962C8B-B14F-4D97-AF65-F5344CB8AC3E}">
        <p14:creationId xmlns:p14="http://schemas.microsoft.com/office/powerpoint/2010/main" val="3600034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 calcmode="lin" valueType="num">
                                      <p:cBhvr additive="base">
                                        <p:cTn id="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anim calcmode="lin" valueType="num">
                                      <p:cBhvr additive="base">
                                        <p:cTn id="1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anim calcmode="lin" valueType="num">
                                      <p:cBhvr additive="base">
                                        <p:cTn id="1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8" end="8"/>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anim calcmode="lin" valueType="num">
                                      <p:cBhvr additive="base">
                                        <p:cTn id="2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anim calcmode="lin" valueType="num">
                                      <p:cBhvr additive="base">
                                        <p:cTn id="27"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xEl>
                                              <p:pRg st="13" end="13"/>
                                            </p:txEl>
                                          </p:spTgt>
                                        </p:tgtEl>
                                        <p:attrNameLst>
                                          <p:attrName>style.visibility</p:attrName>
                                        </p:attrNameLst>
                                      </p:cBhvr>
                                      <p:to>
                                        <p:strVal val="visible"/>
                                      </p:to>
                                    </p:set>
                                    <p:anim calcmode="lin" valueType="num">
                                      <p:cBhvr additive="base">
                                        <p:cTn id="33"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13" end="13"/>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14" end="14"/>
                                            </p:txEl>
                                          </p:spTgt>
                                        </p:tgtEl>
                                        <p:attrNameLst>
                                          <p:attrName>style.visibility</p:attrName>
                                        </p:attrNameLst>
                                      </p:cBhvr>
                                      <p:to>
                                        <p:strVal val="visible"/>
                                      </p:to>
                                    </p:set>
                                    <p:anim calcmode="lin" valueType="num">
                                      <p:cBhvr additive="base">
                                        <p:cTn id="37"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4" end="14"/>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15" end="15"/>
                                            </p:txEl>
                                          </p:spTgt>
                                        </p:tgtEl>
                                        <p:attrNameLst>
                                          <p:attrName>style.visibility</p:attrName>
                                        </p:attrNameLst>
                                      </p:cBhvr>
                                      <p:to>
                                        <p:strVal val="visible"/>
                                      </p:to>
                                    </p:set>
                                    <p:anim calcmode="lin" valueType="num">
                                      <p:cBhvr additive="base">
                                        <p:cTn id="41"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additive="base">
                                        <p:cTn id="47" dur="500" fill="hold"/>
                                        <p:tgtEl>
                                          <p:spTgt spid="6"/>
                                        </p:tgtEl>
                                        <p:attrNameLst>
                                          <p:attrName>ppt_x</p:attrName>
                                        </p:attrNameLst>
                                      </p:cBhvr>
                                      <p:tavLst>
                                        <p:tav tm="0">
                                          <p:val>
                                            <p:strVal val="#ppt_x"/>
                                          </p:val>
                                        </p:tav>
                                        <p:tav tm="100000">
                                          <p:val>
                                            <p:strVal val="#ppt_x"/>
                                          </p:val>
                                        </p:tav>
                                      </p:tavLst>
                                    </p:anim>
                                    <p:anim calcmode="lin" valueType="num">
                                      <p:cBhvr additive="base">
                                        <p:cTn id="4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
                                            <p:txEl>
                                              <p:pRg st="17" end="17"/>
                                            </p:txEl>
                                          </p:spTgt>
                                        </p:tgtEl>
                                        <p:attrNameLst>
                                          <p:attrName>style.visibility</p:attrName>
                                        </p:attrNameLst>
                                      </p:cBhvr>
                                      <p:to>
                                        <p:strVal val="visible"/>
                                      </p:to>
                                    </p:set>
                                    <p:anim calcmode="lin" valueType="num">
                                      <p:cBhvr additive="base">
                                        <p:cTn id="53"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txEl>
                                              <p:pRg st="17" end="17"/>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4">
                                            <p:txEl>
                                              <p:pRg st="18" end="18"/>
                                            </p:txEl>
                                          </p:spTgt>
                                        </p:tgtEl>
                                        <p:attrNameLst>
                                          <p:attrName>style.visibility</p:attrName>
                                        </p:attrNameLst>
                                      </p:cBhvr>
                                      <p:to>
                                        <p:strVal val="visible"/>
                                      </p:to>
                                    </p:set>
                                    <p:anim calcmode="lin" valueType="num">
                                      <p:cBhvr additive="base">
                                        <p:cTn id="57" dur="500" fill="hold"/>
                                        <p:tgtEl>
                                          <p:spTgt spid="4">
                                            <p:txEl>
                                              <p:pRg st="18" end="18"/>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txEl>
                                              <p:pRg st="18" end="18"/>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3"/>
                                        </p:tgtEl>
                                        <p:attrNameLst>
                                          <p:attrName>style.visibility</p:attrName>
                                        </p:attrNameLst>
                                      </p:cBhvr>
                                      <p:to>
                                        <p:strVal val="visible"/>
                                      </p:to>
                                    </p:set>
                                    <p:anim calcmode="lin" valueType="num">
                                      <p:cBhvr additive="base">
                                        <p:cTn id="63" dur="500" fill="hold"/>
                                        <p:tgtEl>
                                          <p:spTgt spid="3"/>
                                        </p:tgtEl>
                                        <p:attrNameLst>
                                          <p:attrName>ppt_x</p:attrName>
                                        </p:attrNameLst>
                                      </p:cBhvr>
                                      <p:tavLst>
                                        <p:tav tm="0">
                                          <p:val>
                                            <p:strVal val="#ppt_x"/>
                                          </p:val>
                                        </p:tav>
                                        <p:tav tm="100000">
                                          <p:val>
                                            <p:strVal val="#ppt_x"/>
                                          </p:val>
                                        </p:tav>
                                      </p:tavLst>
                                    </p:anim>
                                    <p:anim calcmode="lin" valueType="num">
                                      <p:cBhvr additive="base">
                                        <p:cTn id="6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3504" y="-8238"/>
            <a:ext cx="5453448" cy="602622"/>
          </a:xfrm>
        </p:spPr>
        <p:txBody>
          <a:bodyPr>
            <a:noAutofit/>
          </a:bodyPr>
          <a:lstStyle/>
          <a:p>
            <a:r>
              <a:rPr lang="en-US" sz="4000" dirty="0"/>
              <a:t>Alternating Current - AC</a:t>
            </a:r>
          </a:p>
        </p:txBody>
      </p:sp>
      <p:sp>
        <p:nvSpPr>
          <p:cNvPr id="11" name="Rectangle 10"/>
          <p:cNvSpPr/>
          <p:nvPr/>
        </p:nvSpPr>
        <p:spPr>
          <a:xfrm>
            <a:off x="310393" y="594384"/>
            <a:ext cx="11618752" cy="618630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fontAlgn="base">
              <a:spcBef>
                <a:spcPct val="0"/>
              </a:spcBef>
              <a:spcAft>
                <a:spcPct val="0"/>
              </a:spcAft>
              <a:buFont typeface="Arial" panose="020B0604020202020204" pitchFamily="34" charset="0"/>
              <a:buChar char="•"/>
            </a:pPr>
            <a:r>
              <a:rPr lang="en-US" dirty="0">
                <a:solidFill>
                  <a:srgbClr val="000000"/>
                </a:solidFill>
                <a:ea typeface="Calibri" panose="020F0502020204030204" pitchFamily="34" charset="0"/>
                <a:cs typeface="Arial" panose="020B0604020202020204" pitchFamily="34" charset="0"/>
              </a:rPr>
              <a:t>Current and voltage have to change polarity (alternate) to be AC signal. </a:t>
            </a: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p:txBody>
      </p:sp>
      <p:pic>
        <p:nvPicPr>
          <p:cNvPr id="16" name="Picture 15" descr="A picture containing shape&#10;&#10;Description automatically generated">
            <a:extLst>
              <a:ext uri="{FF2B5EF4-FFF2-40B4-BE49-F238E27FC236}">
                <a16:creationId xmlns:a16="http://schemas.microsoft.com/office/drawing/2014/main" id="{8CA642AA-00EE-4C26-A8CF-537AF50738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746" y="963814"/>
            <a:ext cx="3816427" cy="3151905"/>
          </a:xfrm>
          <a:prstGeom prst="rect">
            <a:avLst/>
          </a:prstGeom>
        </p:spPr>
      </p:pic>
      <p:pic>
        <p:nvPicPr>
          <p:cNvPr id="18" name="Picture 17" descr="A picture containing schematic&#10;&#10;Description automatically generated">
            <a:extLst>
              <a:ext uri="{FF2B5EF4-FFF2-40B4-BE49-F238E27FC236}">
                <a16:creationId xmlns:a16="http://schemas.microsoft.com/office/drawing/2014/main" id="{6BF2D82F-5B99-4EDA-87C4-B5055AD1CC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7633" y="963814"/>
            <a:ext cx="4584589" cy="3267739"/>
          </a:xfrm>
          <a:prstGeom prst="rect">
            <a:avLst/>
          </a:prstGeom>
        </p:spPr>
      </p:pic>
      <p:pic>
        <p:nvPicPr>
          <p:cNvPr id="24" name="Picture 23" descr="A picture containing schematic&#10;&#10;Description automatically generated">
            <a:extLst>
              <a:ext uri="{FF2B5EF4-FFF2-40B4-BE49-F238E27FC236}">
                <a16:creationId xmlns:a16="http://schemas.microsoft.com/office/drawing/2014/main" id="{8B185C7D-BD0B-462C-9542-CCFD4872CC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8910" y="3462329"/>
            <a:ext cx="4584589" cy="3273836"/>
          </a:xfrm>
          <a:prstGeom prst="rect">
            <a:avLst/>
          </a:prstGeom>
        </p:spPr>
      </p:pic>
    </p:spTree>
    <p:extLst>
      <p:ext uri="{BB962C8B-B14F-4D97-AF65-F5344CB8AC3E}">
        <p14:creationId xmlns:p14="http://schemas.microsoft.com/office/powerpoint/2010/main" val="392208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ven and Odd Functions (Symmetry)"/>
          <p:cNvSpPr txBox="1">
            <a:spLocks/>
          </p:cNvSpPr>
          <p:nvPr/>
        </p:nvSpPr>
        <p:spPr bwMode="white">
          <a:xfrm>
            <a:off x="3860801" y="-24063"/>
            <a:ext cx="4139795" cy="553998"/>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150" normalizeH="0" baseline="0" noProof="0"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uLnTx/>
                <a:uFillTx/>
                <a:latin typeface="Cambria" panose="02040503050406030204"/>
                <a:ea typeface="+mn-ea"/>
                <a:cs typeface="Arial" charset="0"/>
              </a:rPr>
              <a:t>Transformers</a:t>
            </a:r>
          </a:p>
        </p:txBody>
      </p:sp>
      <p:sp>
        <p:nvSpPr>
          <p:cNvPr id="13" name="Rectangle 12"/>
          <p:cNvSpPr/>
          <p:nvPr/>
        </p:nvSpPr>
        <p:spPr>
          <a:xfrm>
            <a:off x="146266" y="596772"/>
            <a:ext cx="11899467" cy="247862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Transformer: Magnetic circuit used for stepping AC voltages and currents up or down.</a:t>
            </a:r>
          </a:p>
          <a:p>
            <a:pPr marL="285750" marR="0" lvl="0" indent="-2857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Magnetic flux is contained within high permeability (low reluctance) core.</a:t>
            </a:r>
          </a:p>
          <a:p>
            <a:pPr marL="285750" marR="0" lvl="0" indent="-2857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Changing (AC) primary current produces changing magnetic flux in the transformer core that induces a changing (AC) secondary voltage. Mainstream application of Faraday’s Law.</a:t>
            </a:r>
          </a:p>
          <a:p>
            <a:pPr marL="285750" marR="0" lvl="0" indent="-2857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Why AC and not DC also?</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Because changing flux is necessary for electromagnetic induction.</a:t>
            </a:r>
          </a:p>
        </p:txBody>
      </p:sp>
      <mc:AlternateContent xmlns:mc="http://schemas.openxmlformats.org/markup-compatibility/2006" xmlns:a14="http://schemas.microsoft.com/office/drawing/2010/main">
        <mc:Choice Requires="a14">
          <p:sp>
            <p:nvSpPr>
              <p:cNvPr id="14" name="Rectangle 13"/>
              <p:cNvSpPr/>
              <p:nvPr/>
            </p:nvSpPr>
            <p:spPr>
              <a:xfrm>
                <a:off x="6633410" y="3446287"/>
                <a:ext cx="5476925" cy="337900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V</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N</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dΦ</m:t>
                          </m:r>
                        </m:num>
                        <m:den>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V</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N</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dΦ</m:t>
                          </m:r>
                        </m:num>
                        <m:den>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dΦ</m:t>
                          </m:r>
                        </m:num>
                        <m:den>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V</m:t>
                              </m:r>
                            </m:e>
                            <m:sub>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num>
                        <m:den>
                          <m: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N</m:t>
                              </m:r>
                            </m:e>
                            <m:sub>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V</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num>
                        <m:den>
                          <m: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N</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20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fPr>
                        <m:num>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Secondary</m:t>
                          </m:r>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 </m:t>
                          </m:r>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Voltage</m:t>
                          </m:r>
                        </m:num>
                        <m:den>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Primary</m:t>
                          </m:r>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 </m:t>
                          </m:r>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Voltage</m:t>
                          </m:r>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fPr>
                        <m:num>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V</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num>
                        <m:den>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V</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den>
                      </m:f>
                      <m: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fPr>
                        <m:num>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N</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num>
                        <m:den>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N</m:t>
                              </m:r>
                            </m:e>
                            <m:sub>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oMath>
                  </m:oMathPara>
                </a14:m>
                <a:endParaRPr kumimoji="0" lang="en-US" sz="20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Ideally</m:t>
                      </m:r>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 </m:t>
                      </m:r>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 </m:t>
                      </m:r>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V</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I</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V</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I</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  </m:t>
                      </m:r>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I</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I</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fPr>
                        <m:num>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V</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num>
                        <m:den>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V</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den>
                      </m:f>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I</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fPr>
                        <m:num>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N</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num>
                        <m:den>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N</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oMath>
                  </m:oMathPara>
                </a14:m>
                <a:endParaRPr kumimoji="0" lang="en-US" sz="20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fPr>
                        <m:num>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Secondary</m:t>
                          </m:r>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 </m:t>
                          </m:r>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Current</m:t>
                          </m:r>
                        </m:num>
                        <m:den>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Primary</m:t>
                          </m:r>
                          <m: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 </m:t>
                          </m:r>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Current</m:t>
                          </m:r>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m:t>
                      </m:r>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fPr>
                        <m:num>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I</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num>
                        <m:den>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I</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den>
                      </m:f>
                      <m: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m:t>
                      </m:r>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fPr>
                        <m:num>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N</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p</m:t>
                              </m:r>
                            </m:sub>
                          </m:sSub>
                        </m:num>
                        <m:den>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N</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s</m:t>
                              </m:r>
                            </m:sub>
                          </m:sSub>
                        </m:den>
                      </m:f>
                      <m: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t>. </m:t>
                      </m:r>
                    </m:oMath>
                  </m:oMathPara>
                </a14:m>
                <a:endParaRPr kumimoji="0" lang="en-US" sz="20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mc:Choice>
        <mc:Fallback xmlns="">
          <p:sp>
            <p:nvSpPr>
              <p:cNvPr id="14" name="Rectangle 13"/>
              <p:cNvSpPr>
                <a:spLocks noRot="1" noChangeAspect="1" noMove="1" noResize="1" noEditPoints="1" noAdjustHandles="1" noChangeArrowheads="1" noChangeShapeType="1" noTextEdit="1"/>
              </p:cNvSpPr>
              <p:nvPr/>
            </p:nvSpPr>
            <p:spPr>
              <a:xfrm>
                <a:off x="6633410" y="3446287"/>
                <a:ext cx="5476925" cy="3379002"/>
              </a:xfrm>
              <a:prstGeom prst="rect">
                <a:avLst/>
              </a:prstGeom>
              <a:blipFill>
                <a:blip r:embed="rId2"/>
                <a:stretch>
                  <a:fillRect/>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E47D4E72-0E8B-4C51-8FBD-2E33B4F957D5}"/>
              </a:ext>
            </a:extLst>
          </p:cNvPr>
          <p:cNvGrpSpPr/>
          <p:nvPr/>
        </p:nvGrpSpPr>
        <p:grpSpPr>
          <a:xfrm>
            <a:off x="17930" y="3560824"/>
            <a:ext cx="6254533" cy="2984355"/>
            <a:chOff x="17930" y="3560824"/>
            <a:chExt cx="6254533" cy="2984355"/>
          </a:xfrm>
        </p:grpSpPr>
        <p:grpSp>
          <p:nvGrpSpPr>
            <p:cNvPr id="6" name="Group 5">
              <a:extLst>
                <a:ext uri="{FF2B5EF4-FFF2-40B4-BE49-F238E27FC236}">
                  <a16:creationId xmlns:a16="http://schemas.microsoft.com/office/drawing/2014/main" id="{5885F80D-10B2-42D9-954F-D92817A8F62E}"/>
                </a:ext>
              </a:extLst>
            </p:cNvPr>
            <p:cNvGrpSpPr/>
            <p:nvPr/>
          </p:nvGrpSpPr>
          <p:grpSpPr>
            <a:xfrm>
              <a:off x="17930" y="3560824"/>
              <a:ext cx="6254533" cy="2984355"/>
              <a:chOff x="17930" y="3496656"/>
              <a:chExt cx="6254533" cy="2984355"/>
            </a:xfrm>
          </p:grpSpPr>
          <p:sp>
            <p:nvSpPr>
              <p:cNvPr id="5" name="Rectangle 4">
                <a:extLst>
                  <a:ext uri="{FF2B5EF4-FFF2-40B4-BE49-F238E27FC236}">
                    <a16:creationId xmlns:a16="http://schemas.microsoft.com/office/drawing/2014/main" id="{4498A508-4D7C-4344-844B-F8AE94B09419}"/>
                  </a:ext>
                </a:extLst>
              </p:cNvPr>
              <p:cNvSpPr/>
              <p:nvPr/>
            </p:nvSpPr>
            <p:spPr bwMode="auto">
              <a:xfrm>
                <a:off x="17930" y="3504677"/>
                <a:ext cx="6254533" cy="2976334"/>
              </a:xfrm>
              <a:prstGeom prst="rect">
                <a:avLst/>
              </a:prstGeom>
              <a:ln>
                <a:headEnd type="none" w="med" len="med"/>
                <a:tailEnd type="none" w="med" len="med"/>
              </a:ln>
              <a:scene3d>
                <a:camera prst="orthographicFront" fov="0">
                  <a:rot lat="0" lon="0" rev="0"/>
                </a:camera>
                <a:lightRig rig="glow" dir="t">
                  <a:rot lat="0" lon="0" rev="6360000"/>
                </a:lightRig>
              </a:scene3d>
              <a:sp3d contourW="1000" prstMaterial="flat">
                <a:contourClr>
                  <a:schemeClr val="accent2">
                    <a:satMod val="300000"/>
                  </a:schemeClr>
                </a:contourClr>
              </a:sp3d>
            </p:spPr>
            <p:style>
              <a:lnRef idx="0">
                <a:schemeClr val="accent2"/>
              </a:lnRef>
              <a:fillRef idx="1001">
                <a:schemeClr val="lt1"/>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3717" r="2967"/>
              <a:stretch/>
            </p:blipFill>
            <p:spPr>
              <a:xfrm>
                <a:off x="17930" y="3496656"/>
                <a:ext cx="3714535" cy="2976334"/>
              </a:xfrm>
              <a:prstGeom prst="rect">
                <a:avLst/>
              </a:prstGeom>
            </p:spPr>
          </p:pic>
          <p:pic>
            <p:nvPicPr>
              <p:cNvPr id="3" name="Picture 2">
                <a:extLst>
                  <a:ext uri="{FF2B5EF4-FFF2-40B4-BE49-F238E27FC236}">
                    <a16:creationId xmlns:a16="http://schemas.microsoft.com/office/drawing/2014/main" id="{677FC7CA-69C3-45A3-8349-C53042064F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85805" y="4441485"/>
                <a:ext cx="1873600" cy="1195138"/>
              </a:xfrm>
              <a:prstGeom prst="rect">
                <a:avLst/>
              </a:prstGeom>
            </p:spPr>
          </p:pic>
          <p:sp>
            <p:nvSpPr>
              <p:cNvPr id="4" name="Arrow: Right 3">
                <a:extLst>
                  <a:ext uri="{FF2B5EF4-FFF2-40B4-BE49-F238E27FC236}">
                    <a16:creationId xmlns:a16="http://schemas.microsoft.com/office/drawing/2014/main" id="{54EABE8F-4A32-46CD-B110-642C6D8D2E2C}"/>
                  </a:ext>
                </a:extLst>
              </p:cNvPr>
              <p:cNvSpPr/>
              <p:nvPr/>
            </p:nvSpPr>
            <p:spPr bwMode="auto">
              <a:xfrm>
                <a:off x="3708402" y="4794023"/>
                <a:ext cx="464345" cy="490061"/>
              </a:xfrm>
              <a:prstGeom prst="rightArrow">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grpSp>
        <p:sp>
          <p:nvSpPr>
            <p:cNvPr id="2" name="Oval 1">
              <a:extLst>
                <a:ext uri="{FF2B5EF4-FFF2-40B4-BE49-F238E27FC236}">
                  <a16:creationId xmlns:a16="http://schemas.microsoft.com/office/drawing/2014/main" id="{A65EBF5B-93BF-4413-8F1F-95C560A15DD5}"/>
                </a:ext>
              </a:extLst>
            </p:cNvPr>
            <p:cNvSpPr/>
            <p:nvPr/>
          </p:nvSpPr>
          <p:spPr bwMode="auto">
            <a:xfrm>
              <a:off x="4999703" y="4804610"/>
              <a:ext cx="86648" cy="91855"/>
            </a:xfrm>
            <a:prstGeom prst="ellipse">
              <a:avLst/>
            </a:prstGeom>
            <a:ln>
              <a:headEnd type="none" w="med" len="med"/>
              <a:tailEnd type="none" w="med" len="med"/>
            </a:ln>
            <a:scene3d>
              <a:camera prst="orthographicFront" fov="0">
                <a:rot lat="0" lon="0" rev="0"/>
              </a:camera>
              <a:lightRig rig="glow" dir="t">
                <a:rot lat="0" lon="0" rev="6360000"/>
              </a:lightRig>
            </a:scene3d>
            <a:sp3d contourW="1000" prstMaterial="flat">
              <a:contourClr>
                <a:schemeClr val="accent2">
                  <a:satMod val="300000"/>
                </a:schemeClr>
              </a:contourClr>
            </a:sp3d>
          </p:spPr>
          <p:style>
            <a:lnRef idx="0">
              <a:schemeClr val="accent2"/>
            </a:lnRef>
            <a:fillRef idx="1001">
              <a:schemeClr val="dk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12" name="Oval 11">
              <a:extLst>
                <a:ext uri="{FF2B5EF4-FFF2-40B4-BE49-F238E27FC236}">
                  <a16:creationId xmlns:a16="http://schemas.microsoft.com/office/drawing/2014/main" id="{23C0877E-C49B-4041-9E73-9EA7819F6889}"/>
                </a:ext>
              </a:extLst>
            </p:cNvPr>
            <p:cNvSpPr/>
            <p:nvPr/>
          </p:nvSpPr>
          <p:spPr bwMode="auto">
            <a:xfrm>
              <a:off x="5388078" y="4809523"/>
              <a:ext cx="86648" cy="91855"/>
            </a:xfrm>
            <a:prstGeom prst="ellipse">
              <a:avLst/>
            </a:prstGeom>
            <a:ln>
              <a:headEnd type="none" w="med" len="med"/>
              <a:tailEnd type="none" w="med" len="med"/>
            </a:ln>
            <a:scene3d>
              <a:camera prst="orthographicFront" fov="0">
                <a:rot lat="0" lon="0" rev="0"/>
              </a:camera>
              <a:lightRig rig="glow" dir="t">
                <a:rot lat="0" lon="0" rev="6360000"/>
              </a:lightRig>
            </a:scene3d>
            <a:sp3d contourW="1000" prstMaterial="flat">
              <a:contourClr>
                <a:schemeClr val="accent2">
                  <a:satMod val="300000"/>
                </a:schemeClr>
              </a:contourClr>
            </a:sp3d>
          </p:spPr>
          <p:style>
            <a:lnRef idx="0">
              <a:schemeClr val="accent2"/>
            </a:lnRef>
            <a:fillRef idx="1001">
              <a:schemeClr val="dk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grpSp>
    </p:spTree>
    <p:extLst>
      <p:ext uri="{BB962C8B-B14F-4D97-AF65-F5344CB8AC3E}">
        <p14:creationId xmlns:p14="http://schemas.microsoft.com/office/powerpoint/2010/main" val="726244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3" end="3"/>
                                            </p:txEl>
                                          </p:spTgt>
                                        </p:tgtEl>
                                        <p:attrNameLst>
                                          <p:attrName>style.visibility</p:attrName>
                                        </p:attrNameLst>
                                      </p:cBhvr>
                                      <p:to>
                                        <p:strVal val="visible"/>
                                      </p:to>
                                    </p:set>
                                    <p:anim calcmode="lin" valueType="num">
                                      <p:cBhvr additive="base">
                                        <p:cTn id="7"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4" end="4"/>
                                            </p:txEl>
                                          </p:spTgt>
                                        </p:tgtEl>
                                        <p:attrNameLst>
                                          <p:attrName>style.visibility</p:attrName>
                                        </p:attrNameLst>
                                      </p:cBhvr>
                                      <p:to>
                                        <p:strVal val="visible"/>
                                      </p:to>
                                    </p:set>
                                    <p:anim calcmode="lin" valueType="num">
                                      <p:cBhvr additive="base">
                                        <p:cTn id="13"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anim calcmode="lin" valueType="num">
                                      <p:cBhvr additive="base">
                                        <p:cTn id="19"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1" end="1"/>
                                            </p:txEl>
                                          </p:spTgt>
                                        </p:tgtEl>
                                        <p:attrNameLst>
                                          <p:attrName>style.visibility</p:attrName>
                                        </p:attrNameLst>
                                      </p:cBhvr>
                                      <p:to>
                                        <p:strVal val="visible"/>
                                      </p:to>
                                    </p:set>
                                    <p:anim calcmode="lin" valueType="num">
                                      <p:cBhvr additive="base">
                                        <p:cTn id="25"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xEl>
                                              <p:pRg st="2" end="2"/>
                                            </p:txEl>
                                          </p:spTgt>
                                        </p:tgtEl>
                                        <p:attrNameLst>
                                          <p:attrName>style.visibility</p:attrName>
                                        </p:attrNameLst>
                                      </p:cBhvr>
                                      <p:to>
                                        <p:strVal val="visible"/>
                                      </p:to>
                                    </p:set>
                                    <p:anim calcmode="lin" valueType="num">
                                      <p:cBhvr additive="base">
                                        <p:cTn id="31"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xEl>
                                              <p:pRg st="3" end="3"/>
                                            </p:txEl>
                                          </p:spTgt>
                                        </p:tgtEl>
                                        <p:attrNameLst>
                                          <p:attrName>style.visibility</p:attrName>
                                        </p:attrNameLst>
                                      </p:cBhvr>
                                      <p:to>
                                        <p:strVal val="visible"/>
                                      </p:to>
                                    </p:set>
                                    <p:anim calcmode="lin" valueType="num">
                                      <p:cBhvr additive="base">
                                        <p:cTn id="37"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3342" y="-39863"/>
            <a:ext cx="7615817" cy="533400"/>
          </a:xfrm>
        </p:spPr>
        <p:txBody>
          <a:bodyPr>
            <a:noAutofit/>
          </a:bodyPr>
          <a:lstStyle/>
          <a:p>
            <a:pPr algn="ctr"/>
            <a:r>
              <a:rPr lang="en-US" sz="4000" dirty="0"/>
              <a:t>Center-Tapped Transformer</a:t>
            </a:r>
          </a:p>
        </p:txBody>
      </p:sp>
      <p:sp>
        <p:nvSpPr>
          <p:cNvPr id="5" name="Rectangle 4"/>
          <p:cNvSpPr/>
          <p:nvPr/>
        </p:nvSpPr>
        <p:spPr>
          <a:xfrm>
            <a:off x="173620" y="616271"/>
            <a:ext cx="11875626" cy="583967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171450" marR="0" lvl="0" indent="-171450" algn="l" defTabSz="914400" rtl="0" eaLnBrk="1" fontAlgn="base" latinLnBrk="0" hangingPunct="1">
              <a:lnSpc>
                <a:spcPct val="100000"/>
              </a:lnSpc>
              <a:spcBef>
                <a:spcPct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Center-tapped transformer has 3 secondary terminals, with the middle terminal often connected to ground.</a:t>
            </a:r>
          </a:p>
          <a:p>
            <a:pPr marL="171450" marR="0" lvl="0" indent="-171450" algn="l" defTabSz="914400" rtl="0" eaLnBrk="1" fontAlgn="base" latinLnBrk="0" hangingPunct="1">
              <a:lnSpc>
                <a:spcPct val="100000"/>
              </a:lnSpc>
              <a:spcBef>
                <a:spcPct val="0"/>
              </a:spcBef>
              <a:spcAft>
                <a:spcPts val="24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Connecting the middle secondary terminal to ground results in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s1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s2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i.e., each half of the secondary produces equal magnitude but opposite sign sinusoids. So when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s1</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is positive,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s2</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 is negative and vice versa. </a:t>
            </a:r>
          </a:p>
          <a:p>
            <a:pPr marL="0" marR="0" lvl="0" indent="0" algn="l" defTabSz="914400" rtl="0" eaLnBrk="1" fontAlgn="base" latinLnBrk="0" hangingPunct="1">
              <a:lnSpc>
                <a:spcPct val="107000"/>
              </a:lnSpc>
              <a:spcBef>
                <a:spcPct val="0"/>
              </a:spcBef>
              <a:spcAft>
                <a:spcPts val="8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7000"/>
              </a:lnSpc>
              <a:spcBef>
                <a:spcPct val="0"/>
              </a:spcBef>
              <a:spcAft>
                <a:spcPts val="8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7000"/>
              </a:lnSpc>
              <a:spcBef>
                <a:spcPct val="0"/>
              </a:spcBef>
              <a:spcAft>
                <a:spcPts val="8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7000"/>
              </a:lnSpc>
              <a:spcBef>
                <a:spcPct val="0"/>
              </a:spcBef>
              <a:spcAft>
                <a:spcPts val="8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7000"/>
              </a:lnSpc>
              <a:spcBef>
                <a:spcPct val="0"/>
              </a:spcBef>
              <a:spcAft>
                <a:spcPts val="8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7000"/>
              </a:lnSpc>
              <a:spcBef>
                <a:spcPct val="0"/>
              </a:spcBef>
              <a:spcAft>
                <a:spcPts val="8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base" latinLnBrk="0" hangingPunct="1">
              <a:lnSpc>
                <a:spcPct val="107000"/>
              </a:lnSpc>
              <a:spcBef>
                <a:spcPct val="0"/>
              </a:spcBef>
              <a:spcAft>
                <a:spcPts val="8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For the above transformer </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V</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prim</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V</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sec_Total</a:t>
            </a:r>
            <a:r>
              <a:rPr kumimoji="0" lang="en-US" altLang="en-US" sz="1800" b="0" i="0" u="none" strike="noStrike" kern="1200" cap="none" spc="0" normalizeH="0" baseline="-25000" noProof="0" dirty="0">
                <a:ln>
                  <a:noFill/>
                </a:ln>
                <a:solidFill>
                  <a:srgbClr val="000000"/>
                </a:solidFill>
                <a:effectLst/>
                <a:uLnTx/>
                <a:uFillTx/>
                <a:latin typeface="Cambria" panose="02040503050406030204"/>
                <a:ea typeface="+mn-ea"/>
                <a:cs typeface="Arial" panose="020B0604020202020204" pitchFamily="34" charset="0"/>
              </a:rPr>
              <a:t> </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 </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N</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prim</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N</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sec_Total</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 </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V</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sec_Total</a:t>
            </a:r>
            <a:r>
              <a:rPr kumimoji="0" lang="en-US" altLang="en-US" sz="1800" b="0" i="0" u="none" strike="noStrike" kern="1200" cap="none" spc="0" normalizeH="0" baseline="-25000" noProof="0" dirty="0">
                <a:ln>
                  <a:noFill/>
                </a:ln>
                <a:solidFill>
                  <a:srgbClr val="000000"/>
                </a:solidFill>
                <a:effectLst/>
                <a:uLnTx/>
                <a:uFillTx/>
                <a:latin typeface="Cambria" panose="02040503050406030204"/>
                <a:ea typeface="+mn-ea"/>
                <a:cs typeface="Arial" panose="020B0604020202020204" pitchFamily="34" charset="0"/>
              </a:rPr>
              <a:t> </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 </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V</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prim</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N</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sec_Total</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N</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prim</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 = </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V</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prim</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/N, where N = </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N</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prim</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N</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sec_Total</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Because of the grounded center tap, each secondary has a peak value of </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V</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p_prim</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/2N, i.e., V</a:t>
            </a:r>
            <a:r>
              <a:rPr kumimoji="0" lang="en-US" altLang="en-US" sz="1800" b="0" i="0" u="none" strike="noStrike" kern="1200" cap="none" spc="0" normalizeH="0" baseline="-25000" noProof="0" dirty="0">
                <a:ln>
                  <a:noFill/>
                </a:ln>
                <a:solidFill>
                  <a:srgbClr val="000000"/>
                </a:solidFill>
                <a:effectLst/>
                <a:uLnTx/>
                <a:uFillTx/>
                <a:latin typeface="Cambria" panose="02040503050406030204"/>
                <a:ea typeface="+mn-ea"/>
                <a:cs typeface="Arial" panose="020B0604020202020204" pitchFamily="34" charset="0"/>
              </a:rPr>
              <a:t>p_sec_1</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 = V</a:t>
            </a:r>
            <a:r>
              <a:rPr kumimoji="0" lang="en-US" altLang="en-US" sz="1800" b="0" i="0" u="none" strike="noStrike" kern="1200" cap="none" spc="0" normalizeH="0" baseline="-25000" noProof="0" dirty="0">
                <a:ln>
                  <a:noFill/>
                </a:ln>
                <a:solidFill>
                  <a:srgbClr val="000000"/>
                </a:solidFill>
                <a:effectLst/>
                <a:uLnTx/>
                <a:uFillTx/>
                <a:latin typeface="Cambria" panose="02040503050406030204"/>
                <a:ea typeface="+mn-ea"/>
                <a:cs typeface="Arial" panose="020B0604020202020204" pitchFamily="34" charset="0"/>
              </a:rPr>
              <a:t>p_sec_2</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 = </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V</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p_prim</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/2N.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Grounded center tap results in two equal magnitude, opposite sign sinusoids, having peak amplitudes of </a:t>
            </a:r>
            <a:r>
              <a:rPr kumimoji="0" lang="en-US" altLang="en-US" sz="1800" b="0" i="0" u="none" strike="noStrike" kern="1200" cap="none" spc="0" normalizeH="0" baseline="0" noProof="0" dirty="0" err="1">
                <a:ln>
                  <a:noFill/>
                </a:ln>
                <a:solidFill>
                  <a:srgbClr val="000000"/>
                </a:solidFill>
                <a:effectLst/>
                <a:uLnTx/>
                <a:uFillTx/>
                <a:latin typeface="Cambria" panose="02040503050406030204"/>
                <a:ea typeface="+mn-ea"/>
                <a:cs typeface="Arial" panose="020B0604020202020204" pitchFamily="34" charset="0"/>
              </a:rPr>
              <a:t>V</a:t>
            </a:r>
            <a:r>
              <a:rPr kumimoji="0" lang="en-US" altLang="en-US" sz="1800" b="0" i="0" u="none" strike="noStrike" kern="1200" cap="none" spc="0" normalizeH="0" baseline="-25000" noProof="0" dirty="0" err="1">
                <a:ln>
                  <a:noFill/>
                </a:ln>
                <a:solidFill>
                  <a:srgbClr val="000000"/>
                </a:solidFill>
                <a:effectLst/>
                <a:uLnTx/>
                <a:uFillTx/>
                <a:latin typeface="Cambria" panose="02040503050406030204"/>
                <a:ea typeface="+mn-ea"/>
                <a:cs typeface="Arial" panose="020B0604020202020204" pitchFamily="34" charset="0"/>
              </a:rPr>
              <a:t>p_prim</a:t>
            </a:r>
            <a:r>
              <a:rPr kumimoji="0" lang="en-US" altLang="en-US" sz="1800" b="0" i="0" u="none" strike="noStrike" kern="1200" cap="none" spc="0" normalizeH="0" baseline="0" noProof="0" dirty="0">
                <a:ln>
                  <a:noFill/>
                </a:ln>
                <a:solidFill>
                  <a:srgbClr val="000000"/>
                </a:solidFill>
                <a:effectLst/>
                <a:uLnTx/>
                <a:uFillTx/>
                <a:latin typeface="Cambria" panose="02040503050406030204"/>
                <a:ea typeface="+mn-ea"/>
                <a:cs typeface="Arial" panose="020B0604020202020204" pitchFamily="34" charset="0"/>
              </a:rPr>
              <a:t>/2N.</a:t>
            </a:r>
          </a:p>
        </p:txBody>
      </p:sp>
      <p:sp>
        <p:nvSpPr>
          <p:cNvPr id="7" name="Arrow: Right 6">
            <a:extLst>
              <a:ext uri="{FF2B5EF4-FFF2-40B4-BE49-F238E27FC236}">
                <a16:creationId xmlns:a16="http://schemas.microsoft.com/office/drawing/2014/main" id="{C352BF13-4F7C-4DEA-B192-5AEB1C8A8572}"/>
              </a:ext>
            </a:extLst>
          </p:cNvPr>
          <p:cNvSpPr/>
          <p:nvPr/>
        </p:nvSpPr>
        <p:spPr bwMode="auto">
          <a:xfrm>
            <a:off x="3768687" y="2972275"/>
            <a:ext cx="629693" cy="495532"/>
          </a:xfrm>
          <a:prstGeom prst="rightArrow">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pic>
        <p:nvPicPr>
          <p:cNvPr id="6" name="Picture 5">
            <a:extLst>
              <a:ext uri="{FF2B5EF4-FFF2-40B4-BE49-F238E27FC236}">
                <a16:creationId xmlns:a16="http://schemas.microsoft.com/office/drawing/2014/main" id="{7D4FE051-1D8D-B899-E357-9CA7A1BEABE9}"/>
              </a:ext>
            </a:extLst>
          </p:cNvPr>
          <p:cNvPicPr>
            <a:picLocks noChangeAspect="1"/>
          </p:cNvPicPr>
          <p:nvPr/>
        </p:nvPicPr>
        <p:blipFill>
          <a:blip r:embed="rId3"/>
          <a:stretch>
            <a:fillRect/>
          </a:stretch>
        </p:blipFill>
        <p:spPr>
          <a:xfrm>
            <a:off x="525299" y="1850596"/>
            <a:ext cx="3038456" cy="2738890"/>
          </a:xfrm>
          <a:prstGeom prst="rect">
            <a:avLst/>
          </a:prstGeom>
        </p:spPr>
      </p:pic>
      <p:pic>
        <p:nvPicPr>
          <p:cNvPr id="10" name="Picture 9">
            <a:extLst>
              <a:ext uri="{FF2B5EF4-FFF2-40B4-BE49-F238E27FC236}">
                <a16:creationId xmlns:a16="http://schemas.microsoft.com/office/drawing/2014/main" id="{33974698-4C36-421B-82B9-5761C3F3A9F5}"/>
              </a:ext>
            </a:extLst>
          </p:cNvPr>
          <p:cNvPicPr>
            <a:picLocks noChangeAspect="1"/>
          </p:cNvPicPr>
          <p:nvPr/>
        </p:nvPicPr>
        <p:blipFill>
          <a:blip r:embed="rId4"/>
          <a:stretch>
            <a:fillRect/>
          </a:stretch>
        </p:blipFill>
        <p:spPr>
          <a:xfrm>
            <a:off x="4614368" y="1818808"/>
            <a:ext cx="2099973" cy="2851814"/>
          </a:xfrm>
          <a:prstGeom prst="rect">
            <a:avLst/>
          </a:prstGeom>
        </p:spPr>
      </p:pic>
      <p:pic>
        <p:nvPicPr>
          <p:cNvPr id="13" name="Picture 12">
            <a:extLst>
              <a:ext uri="{FF2B5EF4-FFF2-40B4-BE49-F238E27FC236}">
                <a16:creationId xmlns:a16="http://schemas.microsoft.com/office/drawing/2014/main" id="{49B422AA-5E9B-4399-17AC-28CEF8706DF4}"/>
              </a:ext>
            </a:extLst>
          </p:cNvPr>
          <p:cNvPicPr>
            <a:picLocks noChangeAspect="1"/>
          </p:cNvPicPr>
          <p:nvPr/>
        </p:nvPicPr>
        <p:blipFill>
          <a:blip r:embed="rId5"/>
          <a:stretch>
            <a:fillRect/>
          </a:stretch>
        </p:blipFill>
        <p:spPr>
          <a:xfrm>
            <a:off x="7661082" y="1760932"/>
            <a:ext cx="4176702" cy="2828665"/>
          </a:xfrm>
          <a:prstGeom prst="rect">
            <a:avLst/>
          </a:prstGeom>
        </p:spPr>
      </p:pic>
      <p:sp>
        <p:nvSpPr>
          <p:cNvPr id="14" name="Arrow: Right 13">
            <a:extLst>
              <a:ext uri="{FF2B5EF4-FFF2-40B4-BE49-F238E27FC236}">
                <a16:creationId xmlns:a16="http://schemas.microsoft.com/office/drawing/2014/main" id="{E25B0CF7-1138-E3E7-BFE3-CA2C2ADE8394}"/>
              </a:ext>
            </a:extLst>
          </p:cNvPr>
          <p:cNvSpPr/>
          <p:nvPr/>
        </p:nvSpPr>
        <p:spPr bwMode="auto">
          <a:xfrm>
            <a:off x="6937099" y="2996949"/>
            <a:ext cx="629693" cy="495532"/>
          </a:xfrm>
          <a:prstGeom prst="rightArrow">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Tree>
    <p:extLst>
      <p:ext uri="{BB962C8B-B14F-4D97-AF65-F5344CB8AC3E}">
        <p14:creationId xmlns:p14="http://schemas.microsoft.com/office/powerpoint/2010/main" val="4145213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9" end="9"/>
                                            </p:txEl>
                                          </p:spTgt>
                                        </p:tgtEl>
                                        <p:attrNameLst>
                                          <p:attrName>style.visibility</p:attrName>
                                        </p:attrNameLst>
                                      </p:cBhvr>
                                      <p:to>
                                        <p:strVal val="visible"/>
                                      </p:to>
                                    </p:set>
                                    <p:anim calcmode="lin" valueType="num">
                                      <p:cBhvr additive="base">
                                        <p:cTn id="7"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1" end="11"/>
                                            </p:txEl>
                                          </p:spTgt>
                                        </p:tgtEl>
                                        <p:attrNameLst>
                                          <p:attrName>style.visibility</p:attrName>
                                        </p:attrNameLst>
                                      </p:cBhvr>
                                      <p:to>
                                        <p:strVal val="visible"/>
                                      </p:to>
                                    </p:set>
                                    <p:anim calcmode="lin" valueType="num">
                                      <p:cBhvr additive="base">
                                        <p:cTn id="1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13" end="13"/>
                                            </p:txEl>
                                          </p:spTgt>
                                        </p:tgtEl>
                                        <p:attrNameLst>
                                          <p:attrName>style.visibility</p:attrName>
                                        </p:attrNameLst>
                                      </p:cBhvr>
                                      <p:to>
                                        <p:strVal val="visible"/>
                                      </p:to>
                                    </p:set>
                                    <p:anim calcmode="lin" valueType="num">
                                      <p:cBhvr additive="base">
                                        <p:cTn id="19"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6505" y="-23764"/>
            <a:ext cx="5029202" cy="400050"/>
          </a:xfrm>
        </p:spPr>
        <p:txBody>
          <a:bodyPr>
            <a:noAutofit/>
          </a:bodyPr>
          <a:lstStyle/>
          <a:p>
            <a:r>
              <a:rPr lang="en-US" sz="4000" dirty="0"/>
              <a:t>DC Blocking Capacitor</a:t>
            </a:r>
          </a:p>
        </p:txBody>
      </p:sp>
      <p:sp>
        <p:nvSpPr>
          <p:cNvPr id="11" name="Rectangle 10"/>
          <p:cNvSpPr/>
          <p:nvPr/>
        </p:nvSpPr>
        <p:spPr>
          <a:xfrm>
            <a:off x="310393" y="722806"/>
            <a:ext cx="11652307" cy="577709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fontAlgn="base">
              <a:spcBef>
                <a:spcPct val="0"/>
              </a:spcBef>
              <a:spcAft>
                <a:spcPct val="0"/>
              </a:spcAft>
              <a:buFont typeface="Arial" panose="020B0604020202020204" pitchFamily="34" charset="0"/>
              <a:buChar char="•"/>
            </a:pPr>
            <a:r>
              <a:rPr lang="en-US" dirty="0">
                <a:solidFill>
                  <a:srgbClr val="000000"/>
                </a:solidFill>
                <a:ea typeface="Calibri" panose="020F0502020204030204" pitchFamily="34" charset="0"/>
                <a:cs typeface="Arial" panose="020B0604020202020204" pitchFamily="34" charset="0"/>
              </a:rPr>
              <a:t>Given that </a:t>
            </a:r>
            <a:r>
              <a:rPr lang="en-US" dirty="0" err="1">
                <a:solidFill>
                  <a:srgbClr val="000000"/>
                </a:solidFill>
                <a:ea typeface="Calibri" panose="020F0502020204030204" pitchFamily="34" charset="0"/>
                <a:cs typeface="Arial" panose="020B0604020202020204" pitchFamily="34" charset="0"/>
              </a:rPr>
              <a:t>V</a:t>
            </a:r>
            <a:r>
              <a:rPr lang="en-US" baseline="-25000" dirty="0" err="1">
                <a:solidFill>
                  <a:srgbClr val="000000"/>
                </a:solidFill>
                <a:ea typeface="Calibri" panose="020F0502020204030204" pitchFamily="34" charset="0"/>
                <a:cs typeface="Arial" panose="020B0604020202020204" pitchFamily="34" charset="0"/>
              </a:rPr>
              <a:t>ac</a:t>
            </a:r>
            <a:r>
              <a:rPr lang="en-US" dirty="0">
                <a:solidFill>
                  <a:srgbClr val="000000"/>
                </a:solidFill>
                <a:ea typeface="Calibri" panose="020F0502020204030204" pitchFamily="34" charset="0"/>
                <a:cs typeface="Arial" panose="020B0604020202020204" pitchFamily="34" charset="0"/>
              </a:rPr>
              <a:t> is a high frequency ac signal, what does the output voltage </a:t>
            </a:r>
            <a:r>
              <a:rPr lang="en-US" dirty="0" err="1">
                <a:solidFill>
                  <a:srgbClr val="000000"/>
                </a:solidFill>
                <a:ea typeface="Calibri" panose="020F0502020204030204" pitchFamily="34" charset="0"/>
                <a:cs typeface="Arial" panose="020B0604020202020204" pitchFamily="34" charset="0"/>
              </a:rPr>
              <a:t>V</a:t>
            </a:r>
            <a:r>
              <a:rPr lang="en-US" baseline="-25000" dirty="0" err="1">
                <a:solidFill>
                  <a:srgbClr val="000000"/>
                </a:solidFill>
                <a:ea typeface="Calibri" panose="020F0502020204030204" pitchFamily="34" charset="0"/>
                <a:cs typeface="Arial" panose="020B0604020202020204" pitchFamily="34" charset="0"/>
              </a:rPr>
              <a:t>out</a:t>
            </a:r>
            <a:r>
              <a:rPr lang="en-US" dirty="0">
                <a:solidFill>
                  <a:srgbClr val="000000"/>
                </a:solidFill>
                <a:ea typeface="Calibri" panose="020F0502020204030204" pitchFamily="34" charset="0"/>
                <a:cs typeface="Arial" panose="020B0604020202020204" pitchFamily="34" charset="0"/>
              </a:rPr>
              <a:t> equal in the circuit below?</a:t>
            </a: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spcBef>
                <a:spcPct val="0"/>
              </a:spcBef>
              <a:spcAft>
                <a:spcPct val="0"/>
              </a:spcAft>
            </a:pPr>
            <a:endParaRPr lang="en-US" dirty="0">
              <a:solidFill>
                <a:srgbClr val="000000"/>
              </a:solidFill>
              <a:ea typeface="Calibri" panose="020F0502020204030204" pitchFamily="34" charset="0"/>
              <a:cs typeface="Arial" panose="020B0604020202020204" pitchFamily="34" charset="0"/>
            </a:endParaRPr>
          </a:p>
          <a:p>
            <a:pPr fontAlgn="base">
              <a:lnSpc>
                <a:spcPct val="107000"/>
              </a:lnSpc>
              <a:spcAft>
                <a:spcPts val="800"/>
              </a:spcAft>
            </a:pPr>
            <a:r>
              <a:rPr lang="en-US" dirty="0" err="1">
                <a:solidFill>
                  <a:srgbClr val="000000"/>
                </a:solidFill>
                <a:ea typeface="Calibri" panose="020F0502020204030204" pitchFamily="34" charset="0"/>
                <a:cs typeface="Arial" panose="020B0604020202020204" pitchFamily="34" charset="0"/>
              </a:rPr>
              <a:t>V</a:t>
            </a:r>
            <a:r>
              <a:rPr lang="en-US" baseline="-25000" dirty="0" err="1">
                <a:solidFill>
                  <a:srgbClr val="000000"/>
                </a:solidFill>
                <a:ea typeface="Calibri" panose="020F0502020204030204" pitchFamily="34" charset="0"/>
                <a:cs typeface="Arial" panose="020B0604020202020204" pitchFamily="34" charset="0"/>
              </a:rPr>
              <a:t>out</a:t>
            </a:r>
            <a:r>
              <a:rPr lang="en-US" dirty="0">
                <a:solidFill>
                  <a:srgbClr val="000000"/>
                </a:solidFill>
                <a:ea typeface="Calibri" panose="020F0502020204030204" pitchFamily="34" charset="0"/>
                <a:cs typeface="Arial" panose="020B0604020202020204" pitchFamily="34" charset="0"/>
              </a:rPr>
              <a:t> = </a:t>
            </a:r>
            <a:r>
              <a:rPr lang="en-US" dirty="0" err="1">
                <a:solidFill>
                  <a:srgbClr val="000000"/>
                </a:solidFill>
                <a:ea typeface="Calibri" panose="020F0502020204030204" pitchFamily="34" charset="0"/>
                <a:cs typeface="Arial" panose="020B0604020202020204" pitchFamily="34" charset="0"/>
              </a:rPr>
              <a:t>V</a:t>
            </a:r>
            <a:r>
              <a:rPr lang="en-US" baseline="-25000" dirty="0" err="1">
                <a:solidFill>
                  <a:srgbClr val="000000"/>
                </a:solidFill>
                <a:ea typeface="Calibri" panose="020F0502020204030204" pitchFamily="34" charset="0"/>
                <a:cs typeface="Arial" panose="020B0604020202020204" pitchFamily="34" charset="0"/>
              </a:rPr>
              <a:t>ac</a:t>
            </a:r>
            <a:r>
              <a:rPr lang="en-US" dirty="0">
                <a:solidFill>
                  <a:srgbClr val="000000"/>
                </a:solidFill>
                <a:ea typeface="Calibri" panose="020F0502020204030204" pitchFamily="34" charset="0"/>
                <a:cs typeface="Arial" panose="020B0604020202020204" pitchFamily="34" charset="0"/>
              </a:rPr>
              <a:t>, because capacitors block constant dc voltages.</a:t>
            </a:r>
          </a:p>
          <a:p>
            <a:pPr fontAlgn="base">
              <a:lnSpc>
                <a:spcPct val="107000"/>
              </a:lnSpc>
              <a:spcAft>
                <a:spcPts val="800"/>
              </a:spcAft>
            </a:pPr>
            <a:endParaRPr lang="en-US" dirty="0">
              <a:solidFill>
                <a:srgbClr val="000000"/>
              </a:solidFill>
              <a:ea typeface="Calibri" panose="020F0502020204030204" pitchFamily="34" charset="0"/>
              <a:cs typeface="Arial" panose="020B0604020202020204" pitchFamily="34" charset="0"/>
            </a:endParaRPr>
          </a:p>
          <a:p>
            <a:pPr fontAlgn="base">
              <a:lnSpc>
                <a:spcPct val="107000"/>
              </a:lnSpc>
            </a:pPr>
            <a:r>
              <a:rPr lang="en-US" dirty="0">
                <a:solidFill>
                  <a:srgbClr val="000000"/>
                </a:solidFill>
                <a:ea typeface="Calibri" panose="020F0502020204030204" pitchFamily="34" charset="0"/>
                <a:cs typeface="Arial" panose="020B0604020202020204" pitchFamily="34" charset="0"/>
              </a:rPr>
              <a:t>Can analyze this circuit using Superposition, separating </a:t>
            </a:r>
          </a:p>
          <a:p>
            <a:pPr fontAlgn="base">
              <a:lnSpc>
                <a:spcPct val="107000"/>
              </a:lnSpc>
            </a:pPr>
            <a:r>
              <a:rPr lang="en-US" dirty="0">
                <a:solidFill>
                  <a:srgbClr val="000000"/>
                </a:solidFill>
                <a:ea typeface="Calibri" panose="020F0502020204030204" pitchFamily="34" charset="0"/>
                <a:cs typeface="Arial" panose="020B0604020202020204" pitchFamily="34" charset="0"/>
              </a:rPr>
              <a:t>out the DC and AC supplies.</a:t>
            </a:r>
          </a:p>
          <a:p>
            <a:pPr fontAlgn="base">
              <a:lnSpc>
                <a:spcPct val="107000"/>
              </a:lnSpc>
              <a:spcAft>
                <a:spcPts val="800"/>
              </a:spcAft>
            </a:pPr>
            <a:endParaRPr lang="en-US" dirty="0">
              <a:solidFill>
                <a:srgbClr val="000000"/>
              </a:solidFill>
              <a:ea typeface="Calibri" panose="020F0502020204030204" pitchFamily="34" charset="0"/>
              <a:cs typeface="Arial" panose="020B0604020202020204" pitchFamily="34" charset="0"/>
            </a:endParaRPr>
          </a:p>
          <a:p>
            <a:pPr marL="285750" indent="-285750" fontAlgn="base">
              <a:lnSpc>
                <a:spcPct val="107000"/>
              </a:lnSpc>
              <a:spcAft>
                <a:spcPts val="800"/>
              </a:spcAft>
              <a:buFont typeface="Arial" panose="020B0604020202020204" pitchFamily="34" charset="0"/>
              <a:buChar char="•"/>
            </a:pPr>
            <a:r>
              <a:rPr lang="en-US" dirty="0">
                <a:solidFill>
                  <a:srgbClr val="000000"/>
                </a:solidFill>
                <a:ea typeface="Calibri" panose="020F0502020204030204" pitchFamily="34" charset="0"/>
                <a:cs typeface="Arial" panose="020B0604020202020204" pitchFamily="34" charset="0"/>
              </a:rPr>
              <a:t>Oscilloscopes offer ac coupling, meaning that a large value capacitor is placed in series with the input to block constant dc voltages associated with the signal to be measured.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775" y="1497019"/>
            <a:ext cx="4445461" cy="2487827"/>
          </a:xfrm>
          <a:prstGeom prst="rect">
            <a:avLst/>
          </a:prstGeom>
        </p:spPr>
      </p:pic>
      <p:pic>
        <p:nvPicPr>
          <p:cNvPr id="5" name="Picture 4" descr="Shape&#10;&#10;Description automatically generated with low confidence">
            <a:extLst>
              <a:ext uri="{FF2B5EF4-FFF2-40B4-BE49-F238E27FC236}">
                <a16:creationId xmlns:a16="http://schemas.microsoft.com/office/drawing/2014/main" id="{B488237D-2689-43CE-BB8B-DFBAA4E787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5699" y="1194261"/>
            <a:ext cx="2679536" cy="4553368"/>
          </a:xfrm>
          <a:prstGeom prst="rect">
            <a:avLst/>
          </a:prstGeom>
        </p:spPr>
      </p:pic>
    </p:spTree>
    <p:extLst>
      <p:ext uri="{BB962C8B-B14F-4D97-AF65-F5344CB8AC3E}">
        <p14:creationId xmlns:p14="http://schemas.microsoft.com/office/powerpoint/2010/main" val="3647202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xEl>
                                              <p:pRg st="12" end="12"/>
                                            </p:txEl>
                                          </p:spTgt>
                                        </p:tgtEl>
                                        <p:attrNameLst>
                                          <p:attrName>style.visibility</p:attrName>
                                        </p:attrNameLst>
                                      </p:cBhvr>
                                      <p:to>
                                        <p:strVal val="visible"/>
                                      </p:to>
                                    </p:set>
                                    <p:anim calcmode="lin" valueType="num">
                                      <p:cBhvr additive="base">
                                        <p:cTn id="7" dur="500" fill="hold"/>
                                        <p:tgtEl>
                                          <p:spTgt spid="11">
                                            <p:txEl>
                                              <p:pRg st="12" end="1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12" end="1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xEl>
                                              <p:pRg st="14" end="14"/>
                                            </p:txEl>
                                          </p:spTgt>
                                        </p:tgtEl>
                                        <p:attrNameLst>
                                          <p:attrName>style.visibility</p:attrName>
                                        </p:attrNameLst>
                                      </p:cBhvr>
                                      <p:to>
                                        <p:strVal val="visible"/>
                                      </p:to>
                                    </p:set>
                                    <p:anim calcmode="lin" valueType="num">
                                      <p:cBhvr additive="base">
                                        <p:cTn id="11" dur="500" fill="hold"/>
                                        <p:tgtEl>
                                          <p:spTgt spid="11">
                                            <p:txEl>
                                              <p:pRg st="14" end="1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
                                            <p:txEl>
                                              <p:pRg st="14" end="1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xEl>
                                              <p:pRg st="15" end="15"/>
                                            </p:txEl>
                                          </p:spTgt>
                                        </p:tgtEl>
                                        <p:attrNameLst>
                                          <p:attrName>style.visibility</p:attrName>
                                        </p:attrNameLst>
                                      </p:cBhvr>
                                      <p:to>
                                        <p:strVal val="visible"/>
                                      </p:to>
                                    </p:set>
                                    <p:anim calcmode="lin" valueType="num">
                                      <p:cBhvr additive="base">
                                        <p:cTn id="15" dur="500" fill="hold"/>
                                        <p:tgtEl>
                                          <p:spTgt spid="11">
                                            <p:txEl>
                                              <p:pRg st="15" end="1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1">
                                            <p:txEl>
                                              <p:pRg st="17" end="17"/>
                                            </p:txEl>
                                          </p:spTgt>
                                        </p:tgtEl>
                                        <p:attrNameLst>
                                          <p:attrName>style.visibility</p:attrName>
                                        </p:attrNameLst>
                                      </p:cBhvr>
                                      <p:to>
                                        <p:strVal val="visible"/>
                                      </p:to>
                                    </p:set>
                                    <p:anim calcmode="lin" valueType="num">
                                      <p:cBhvr additive="base">
                                        <p:cTn id="21" dur="500" fill="hold"/>
                                        <p:tgtEl>
                                          <p:spTgt spid="11">
                                            <p:txEl>
                                              <p:pRg st="17" end="1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3930" y="0"/>
            <a:ext cx="7326622" cy="400050"/>
          </a:xfrm>
        </p:spPr>
        <p:txBody>
          <a:bodyPr>
            <a:noAutofit/>
          </a:bodyPr>
          <a:lstStyle/>
          <a:p>
            <a:r>
              <a:rPr lang="en-US" sz="4000" dirty="0"/>
              <a:t>Inductive and Capacitive Reactance</a:t>
            </a:r>
          </a:p>
        </p:txBody>
      </p:sp>
      <mc:AlternateContent xmlns:mc="http://schemas.openxmlformats.org/markup-compatibility/2006" xmlns:a14="http://schemas.microsoft.com/office/drawing/2010/main">
        <mc:Choice Requires="a14">
          <p:sp>
            <p:nvSpPr>
              <p:cNvPr id="4" name="TextBox 3"/>
              <p:cNvSpPr txBox="1"/>
              <p:nvPr/>
            </p:nvSpPr>
            <p:spPr>
              <a:xfrm>
                <a:off x="419450" y="752854"/>
                <a:ext cx="11551640" cy="597060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US" sz="1350" dirty="0">
                  <a:solidFill>
                    <a:srgbClr val="000000"/>
                  </a:solidFill>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a:solidFill>
                            <a:srgbClr val="000000"/>
                          </a:solidFill>
                          <a:latin typeface="Cambria Math" panose="02040503050406030204" pitchFamily="18" charset="0"/>
                        </a:rPr>
                        <m:t>For</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an</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inductor</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impedance</m:t>
                      </m:r>
                      <m:r>
                        <a:rPr lang="en-US" i="1">
                          <a:solidFill>
                            <a:srgbClr val="000000"/>
                          </a:solidFill>
                          <a:latin typeface="Cambria Math" panose="02040503050406030204" pitchFamily="18" charset="0"/>
                        </a:rPr>
                        <m:t> </m:t>
                      </m:r>
                      <m:sSub>
                        <m:sSubPr>
                          <m:ctrlPr>
                            <a:rPr lang="en-US" b="1" i="1">
                              <a:solidFill>
                                <a:srgbClr val="000000"/>
                              </a:solidFill>
                              <a:latin typeface="Cambria Math" panose="02040503050406030204" pitchFamily="18" charset="0"/>
                            </a:rPr>
                          </m:ctrlPr>
                        </m:sSubPr>
                        <m:e>
                          <m:r>
                            <a:rPr lang="en-US" b="1" i="0">
                              <a:solidFill>
                                <a:srgbClr val="000000"/>
                              </a:solidFill>
                              <a:latin typeface="Cambria Math" panose="02040503050406030204" pitchFamily="18" charset="0"/>
                            </a:rPr>
                            <m:t>𝐙</m:t>
                          </m:r>
                        </m:e>
                        <m:sub>
                          <m:r>
                            <a:rPr lang="en-US" b="1" i="0">
                              <a:solidFill>
                                <a:srgbClr val="000000"/>
                              </a:solidFill>
                              <a:latin typeface="Cambria Math" panose="02040503050406030204" pitchFamily="18" charset="0"/>
                            </a:rPr>
                            <m:t>𝐋</m:t>
                          </m:r>
                        </m:sub>
                      </m:sSub>
                      <m:r>
                        <a:rPr lang="en-US">
                          <a:solidFill>
                            <a:srgbClr val="000000"/>
                          </a:solidFill>
                          <a:latin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j</m:t>
                      </m:r>
                      <m:r>
                        <m:rPr>
                          <m:sty m:val="p"/>
                        </m:rPr>
                        <a:rPr lang="el-GR">
                          <a:solidFill>
                            <a:srgbClr val="000000"/>
                          </a:solidFill>
                          <a:latin typeface="Cambria Math" panose="02040503050406030204" pitchFamily="18" charset="0"/>
                          <a:ea typeface="Cambria Math" panose="02040503050406030204" pitchFamily="18" charset="0"/>
                        </a:rPr>
                        <m:t>ω</m:t>
                      </m:r>
                      <m:r>
                        <m:rPr>
                          <m:sty m:val="p"/>
                        </m:rPr>
                        <a:rPr lang="en-US">
                          <a:solidFill>
                            <a:srgbClr val="000000"/>
                          </a:solidFill>
                          <a:latin typeface="Cambria Math" panose="02040503050406030204" pitchFamily="18" charset="0"/>
                          <a:ea typeface="Cambria Math" panose="02040503050406030204" pitchFamily="18" charset="0"/>
                        </a:rPr>
                        <m:t>L</m:t>
                      </m:r>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j</m:t>
                      </m:r>
                      <m:r>
                        <a:rPr lang="en-US">
                          <a:solidFill>
                            <a:srgbClr val="000000"/>
                          </a:solidFill>
                          <a:latin typeface="Cambria Math" panose="02040503050406030204" pitchFamily="18" charset="0"/>
                          <a:ea typeface="Cambria Math" panose="02040503050406030204" pitchFamily="18" charset="0"/>
                        </a:rPr>
                        <m:t>2</m:t>
                      </m:r>
                      <m:r>
                        <m:rPr>
                          <m:sty m:val="p"/>
                        </m:rPr>
                        <a:rPr lang="el-GR" i="1">
                          <a:solidFill>
                            <a:srgbClr val="000000"/>
                          </a:solidFill>
                          <a:latin typeface="Cambria Math" panose="02040503050406030204" pitchFamily="18" charset="0"/>
                          <a:ea typeface="Cambria Math" panose="02040503050406030204" pitchFamily="18" charset="0"/>
                        </a:rPr>
                        <m:t>π</m:t>
                      </m:r>
                      <m:r>
                        <m:rPr>
                          <m:sty m:val="p"/>
                        </m:rPr>
                        <a:rPr lang="en-US">
                          <a:solidFill>
                            <a:srgbClr val="000000"/>
                          </a:solidFill>
                          <a:latin typeface="Cambria Math" panose="02040503050406030204" pitchFamily="18" charset="0"/>
                          <a:ea typeface="Cambria Math" panose="02040503050406030204" pitchFamily="18" charset="0"/>
                        </a:rPr>
                        <m:t>f</m:t>
                      </m:r>
                      <m:r>
                        <m:rPr>
                          <m:sty m:val="p"/>
                        </m:rPr>
                        <a:rPr lang="en-US">
                          <a:solidFill>
                            <a:srgbClr val="000000"/>
                          </a:solidFill>
                          <a:latin typeface="Cambria Math" panose="02040503050406030204" pitchFamily="18" charset="0"/>
                        </a:rPr>
                        <m:t>L</m:t>
                      </m:r>
                      <m:r>
                        <a:rPr lang="en-US">
                          <a:solidFill>
                            <a:srgbClr val="000000"/>
                          </a:solidFill>
                          <a:latin typeface="Cambria Math" panose="02040503050406030204" pitchFamily="18" charset="0"/>
                        </a:rPr>
                        <m:t>=</m:t>
                      </m:r>
                      <m:r>
                        <m:rPr>
                          <m:sty m:val="p"/>
                        </m:rPr>
                        <a:rPr lang="en-US">
                          <a:solidFill>
                            <a:srgbClr val="000000"/>
                          </a:solidFill>
                          <a:latin typeface="Cambria Math" panose="02040503050406030204" pitchFamily="18" charset="0"/>
                        </a:rPr>
                        <m:t>j</m:t>
                      </m:r>
                      <m:sSub>
                        <m:sSubPr>
                          <m:ctrlPr>
                            <a:rPr lang="en-US" i="1">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X</m:t>
                          </m:r>
                        </m:e>
                        <m:sub>
                          <m:r>
                            <m:rPr>
                              <m:sty m:val="p"/>
                            </m:rPr>
                            <a:rPr lang="en-US">
                              <a:solidFill>
                                <a:srgbClr val="000000"/>
                              </a:solidFill>
                              <a:latin typeface="Cambria Math" panose="02040503050406030204" pitchFamily="18" charset="0"/>
                            </a:rPr>
                            <m:t>L</m:t>
                          </m:r>
                        </m:sub>
                      </m:sSub>
                      <m:r>
                        <a:rPr lang="en-US">
                          <a:solidFill>
                            <a:srgbClr val="000000"/>
                          </a:solidFill>
                          <a:latin typeface="Cambria Math" panose="02040503050406030204" pitchFamily="18" charset="0"/>
                        </a:rPr>
                        <m:t>. </m:t>
                      </m:r>
                    </m:oMath>
                  </m:oMathPara>
                </a14:m>
                <a:endParaRPr lang="en-US" dirty="0">
                  <a:solidFill>
                    <a:srgbClr val="000000"/>
                  </a:solidFill>
                  <a:latin typeface="Cambria Math" panose="02040503050406030204" pitchFamily="18" charset="0"/>
                </a:endParaRPr>
              </a:p>
              <a:p>
                <a:endParaRPr lang="en-US" dirty="0">
                  <a:solidFill>
                    <a:srgbClr val="000000"/>
                  </a:solidFill>
                </a:endParaRPr>
              </a:p>
              <a:p>
                <a14:m>
                  <m:oMath xmlns:m="http://schemas.openxmlformats.org/officeDocument/2006/math">
                    <m:r>
                      <m:rPr>
                        <m:sty m:val="p"/>
                      </m:rPr>
                      <a:rPr lang="en-US">
                        <a:solidFill>
                          <a:srgbClr val="000000"/>
                        </a:solidFill>
                        <a:latin typeface="Cambria Math" panose="02040503050406030204" pitchFamily="18" charset="0"/>
                      </a:rPr>
                      <m:t>Inductive</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reactance</m:t>
                    </m:r>
                    <m:r>
                      <a:rPr lang="en-US">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X</m:t>
                        </m:r>
                      </m:e>
                      <m:sub>
                        <m:r>
                          <m:rPr>
                            <m:sty m:val="p"/>
                          </m:rPr>
                          <a:rPr lang="en-US">
                            <a:solidFill>
                              <a:srgbClr val="000000"/>
                            </a:solidFill>
                            <a:latin typeface="Cambria Math" panose="02040503050406030204" pitchFamily="18" charset="0"/>
                          </a:rPr>
                          <m:t>L</m:t>
                        </m:r>
                      </m:sub>
                    </m:sSub>
                    <m:r>
                      <a:rPr lang="en-US" i="1">
                        <a:solidFill>
                          <a:srgbClr val="000000"/>
                        </a:solidFill>
                        <a:latin typeface="Cambria Math" panose="02040503050406030204" pitchFamily="18" charset="0"/>
                      </a:rPr>
                      <m:t>=2</m:t>
                    </m:r>
                    <m:r>
                      <m:rPr>
                        <m:sty m:val="p"/>
                      </m:rPr>
                      <a:rPr lang="el-GR" i="1">
                        <a:solidFill>
                          <a:srgbClr val="000000"/>
                        </a:solidFill>
                        <a:latin typeface="Cambria Math" panose="02040503050406030204" pitchFamily="18" charset="0"/>
                        <a:ea typeface="Cambria Math" panose="02040503050406030204" pitchFamily="18" charset="0"/>
                      </a:rPr>
                      <m:t>π</m:t>
                    </m:r>
                    <m:r>
                      <m:rPr>
                        <m:sty m:val="p"/>
                      </m:rPr>
                      <a:rPr lang="en-US">
                        <a:solidFill>
                          <a:srgbClr val="000000"/>
                        </a:solidFill>
                        <a:latin typeface="Cambria Math" panose="02040503050406030204" pitchFamily="18" charset="0"/>
                        <a:ea typeface="Cambria Math" panose="02040503050406030204" pitchFamily="18" charset="0"/>
                      </a:rPr>
                      <m:t>f</m:t>
                    </m:r>
                    <m:r>
                      <m:rPr>
                        <m:sty m:val="p"/>
                      </m:rPr>
                      <a:rPr lang="en-US">
                        <a:solidFill>
                          <a:srgbClr val="000000"/>
                        </a:solidFill>
                        <a:latin typeface="Cambria Math" panose="02040503050406030204" pitchFamily="18" charset="0"/>
                      </a:rPr>
                      <m:t>L</m:t>
                    </m:r>
                  </m:oMath>
                </a14:m>
                <a:r>
                  <a:rPr lang="en-US" dirty="0">
                    <a:solidFill>
                      <a:srgbClr val="000000"/>
                    </a:solidFill>
                    <a:ea typeface="Cambria Math" panose="02040503050406030204" pitchFamily="18" charset="0"/>
                    <a:cs typeface="Arial" panose="020B0604020202020204" pitchFamily="34" charset="0"/>
                  </a:rPr>
                  <a:t>.</a:t>
                </a:r>
              </a:p>
              <a:p>
                <a:endParaRPr lang="en-US" dirty="0">
                  <a:solidFill>
                    <a:srgbClr val="000000"/>
                  </a:solidFill>
                  <a:ea typeface="Cambria Math" panose="02040503050406030204" pitchFamily="18" charset="0"/>
                  <a:cs typeface="Arial" panose="020B0604020202020204" pitchFamily="34" charset="0"/>
                </a:endParaRPr>
              </a:p>
              <a:p>
                <a:pPr marL="214313" indent="-214313">
                  <a:buFont typeface="Arial" panose="020B0604020202020204" pitchFamily="34" charset="0"/>
                  <a:buChar char="•"/>
                </a:pPr>
                <a:r>
                  <a:rPr lang="en-US" dirty="0">
                    <a:solidFill>
                      <a:srgbClr val="000000"/>
                    </a:solidFill>
                  </a:rPr>
                  <a:t>|</a:t>
                </a:r>
                <a14:m>
                  <m:oMath xmlns:m="http://schemas.openxmlformats.org/officeDocument/2006/math">
                    <m:sSub>
                      <m:sSubPr>
                        <m:ctrlPr>
                          <a:rPr lang="en-US" b="1" i="1">
                            <a:solidFill>
                              <a:srgbClr val="000000"/>
                            </a:solidFill>
                            <a:latin typeface="Cambria Math" panose="02040503050406030204" pitchFamily="18" charset="0"/>
                          </a:rPr>
                        </m:ctrlPr>
                      </m:sSubPr>
                      <m:e>
                        <m:r>
                          <a:rPr lang="en-US" b="1" i="0">
                            <a:solidFill>
                              <a:srgbClr val="000000"/>
                            </a:solidFill>
                            <a:latin typeface="Cambria Math" panose="02040503050406030204" pitchFamily="18" charset="0"/>
                          </a:rPr>
                          <m:t>𝐙</m:t>
                        </m:r>
                      </m:e>
                      <m:sub>
                        <m:r>
                          <a:rPr lang="en-US" b="1" i="0">
                            <a:solidFill>
                              <a:srgbClr val="000000"/>
                            </a:solidFill>
                            <a:latin typeface="Cambria Math" panose="02040503050406030204" pitchFamily="18" charset="0"/>
                          </a:rPr>
                          <m:t>𝐋</m:t>
                        </m:r>
                      </m:sub>
                    </m:sSub>
                    <m:d>
                      <m:dPr>
                        <m:ctrlPr>
                          <a:rPr lang="en-US" i="1">
                            <a:solidFill>
                              <a:srgbClr val="000000"/>
                            </a:solidFill>
                            <a:latin typeface="Cambria Math" panose="02040503050406030204" pitchFamily="18" charset="0"/>
                          </a:rPr>
                        </m:ctrlPr>
                      </m:dPr>
                      <m:e>
                        <m:r>
                          <m:rPr>
                            <m:sty m:val="p"/>
                          </m:rPr>
                          <a:rPr lang="en-US" b="0" i="0" smtClean="0">
                            <a:solidFill>
                              <a:srgbClr val="000000"/>
                            </a:solidFill>
                            <a:latin typeface="Cambria Math" panose="02040503050406030204" pitchFamily="18" charset="0"/>
                          </a:rPr>
                          <m:t>f</m:t>
                        </m:r>
                      </m:e>
                    </m:d>
                    <m:r>
                      <m:rPr>
                        <m:nor/>
                      </m:rPr>
                      <a:rPr lang="en-US" b="1" dirty="0">
                        <a:solidFill>
                          <a:srgbClr val="000000"/>
                        </a:solidFill>
                      </a:rPr>
                      <m:t>|</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is</m:t>
                    </m:r>
                    <m:r>
                      <a:rPr lang="en-US">
                        <a:solidFill>
                          <a:srgbClr val="000000"/>
                        </a:solidFill>
                        <a:latin typeface="Cambria Math" panose="02040503050406030204" pitchFamily="18" charset="0"/>
                      </a:rPr>
                      <m:t> 0 </m:t>
                    </m:r>
                    <m:r>
                      <a:rPr lang="el-GR" i="1">
                        <a:solidFill>
                          <a:srgbClr val="000000"/>
                        </a:solidFill>
                        <a:latin typeface="Cambria Math" panose="02040503050406030204" pitchFamily="18" charset="0"/>
                      </a:rPr>
                      <m:t>Ω</m:t>
                    </m:r>
                    <m:r>
                      <a:rPr lang="en-US" i="1">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at</m:t>
                    </m:r>
                    <m:r>
                      <a:rPr lang="en-US">
                        <a:solidFill>
                          <a:srgbClr val="000000"/>
                        </a:solidFill>
                        <a:latin typeface="Cambria Math" panose="02040503050406030204" pitchFamily="18" charset="0"/>
                      </a:rPr>
                      <m:t> 0 </m:t>
                    </m:r>
                    <m:r>
                      <m:rPr>
                        <m:sty m:val="p"/>
                      </m:rPr>
                      <a:rPr lang="en-US">
                        <a:solidFill>
                          <a:srgbClr val="000000"/>
                        </a:solidFill>
                        <a:latin typeface="Cambria Math" panose="02040503050406030204" pitchFamily="18" charset="0"/>
                      </a:rPr>
                      <m:t>Hz</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and</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increases</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with</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increasing</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frequency</m:t>
                    </m:r>
                    <m:r>
                      <a:rPr lang="en-US">
                        <a:solidFill>
                          <a:srgbClr val="000000"/>
                        </a:solidFill>
                        <a:latin typeface="Cambria Math" panose="02040503050406030204" pitchFamily="18" charset="0"/>
                      </a:rPr>
                      <m:t>.</m:t>
                    </m:r>
                  </m:oMath>
                </a14:m>
                <a:endParaRPr lang="en-US" dirty="0">
                  <a:solidFill>
                    <a:srgbClr val="000000"/>
                  </a:solidFill>
                  <a:ea typeface="Cambria Math" panose="02040503050406030204" pitchFamily="18" charset="0"/>
                  <a:cs typeface="Arial" panose="020B0604020202020204" pitchFamily="34" charset="0"/>
                </a:endParaRPr>
              </a:p>
              <a:p>
                <a:endParaRPr lang="en-US" dirty="0">
                  <a:solidFill>
                    <a:srgbClr val="000000"/>
                  </a:solidFill>
                  <a:ea typeface="Cambria Math" panose="02040503050406030204" pitchFamily="18" charset="0"/>
                  <a:cs typeface="Arial" panose="020B0604020202020204" pitchFamily="34" charset="0"/>
                </a:endParaRPr>
              </a:p>
              <a:p>
                <a:pPr/>
                <a14:m>
                  <m:oMathPara xmlns:m="http://schemas.openxmlformats.org/officeDocument/2006/math">
                    <m:oMathParaPr>
                      <m:jc m:val="left"/>
                    </m:oMathParaPr>
                    <m:oMath xmlns:m="http://schemas.openxmlformats.org/officeDocument/2006/math">
                      <m:r>
                        <m:rPr>
                          <m:sty m:val="p"/>
                        </m:rPr>
                        <a:rPr lang="en-US">
                          <a:solidFill>
                            <a:srgbClr val="000000"/>
                          </a:solidFill>
                          <a:latin typeface="Cambria Math" panose="02040503050406030204" pitchFamily="18" charset="0"/>
                        </a:rPr>
                        <m:t>For</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a</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capacitor</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impedance</m:t>
                      </m:r>
                      <m:r>
                        <a:rPr lang="en-US">
                          <a:solidFill>
                            <a:srgbClr val="000000"/>
                          </a:solidFill>
                          <a:latin typeface="Cambria Math" panose="02040503050406030204" pitchFamily="18" charset="0"/>
                        </a:rPr>
                        <m:t> </m:t>
                      </m:r>
                      <m:sSub>
                        <m:sSubPr>
                          <m:ctrlPr>
                            <a:rPr lang="en-US" b="1" i="1">
                              <a:solidFill>
                                <a:srgbClr val="000000"/>
                              </a:solidFill>
                              <a:latin typeface="Cambria Math" panose="02040503050406030204" pitchFamily="18" charset="0"/>
                            </a:rPr>
                          </m:ctrlPr>
                        </m:sSubPr>
                        <m:e>
                          <m:r>
                            <a:rPr lang="en-US" b="1" i="0">
                              <a:solidFill>
                                <a:srgbClr val="000000"/>
                              </a:solidFill>
                              <a:latin typeface="Cambria Math" panose="02040503050406030204" pitchFamily="18" charset="0"/>
                            </a:rPr>
                            <m:t>𝐙</m:t>
                          </m:r>
                        </m:e>
                        <m:sub>
                          <m:r>
                            <a:rPr lang="en-US" b="1" i="0">
                              <a:solidFill>
                                <a:srgbClr val="000000"/>
                              </a:solidFill>
                              <a:latin typeface="Cambria Math" panose="02040503050406030204" pitchFamily="18" charset="0"/>
                            </a:rPr>
                            <m:t>𝐂</m:t>
                          </m:r>
                        </m:sub>
                      </m:sSub>
                      <m:r>
                        <a:rPr lang="en-US">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a:solidFill>
                                <a:srgbClr val="000000"/>
                              </a:solidFill>
                              <a:latin typeface="Cambria Math" panose="02040503050406030204" pitchFamily="18" charset="0"/>
                            </a:rPr>
                            <m:t>1</m:t>
                          </m:r>
                        </m:num>
                        <m:den>
                          <m:r>
                            <m:rPr>
                              <m:sty m:val="p"/>
                            </m:rPr>
                            <a:rPr lang="en-US">
                              <a:solidFill>
                                <a:srgbClr val="000000"/>
                              </a:solidFill>
                              <a:latin typeface="Cambria Math" panose="02040503050406030204" pitchFamily="18" charset="0"/>
                              <a:ea typeface="Cambria Math" panose="02040503050406030204" pitchFamily="18" charset="0"/>
                            </a:rPr>
                            <m:t>j</m:t>
                          </m:r>
                          <m:r>
                            <m:rPr>
                              <m:sty m:val="p"/>
                            </m:rPr>
                            <a:rPr lang="el-GR">
                              <a:solidFill>
                                <a:srgbClr val="000000"/>
                              </a:solidFill>
                              <a:latin typeface="Cambria Math" panose="02040503050406030204" pitchFamily="18" charset="0"/>
                              <a:ea typeface="Cambria Math" panose="02040503050406030204" pitchFamily="18" charset="0"/>
                            </a:rPr>
                            <m:t>ω</m:t>
                          </m:r>
                          <m:r>
                            <m:rPr>
                              <m:sty m:val="p"/>
                            </m:rPr>
                            <a:rPr lang="en-US">
                              <a:solidFill>
                                <a:srgbClr val="000000"/>
                              </a:solidFill>
                              <a:latin typeface="Cambria Math" panose="02040503050406030204" pitchFamily="18" charset="0"/>
                              <a:ea typeface="Cambria Math" panose="02040503050406030204" pitchFamily="18" charset="0"/>
                            </a:rPr>
                            <m:t>C</m:t>
                          </m:r>
                        </m:den>
                      </m:f>
                      <m:r>
                        <a:rPr lang="en-US">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1</m:t>
                          </m:r>
                        </m:num>
                        <m:den>
                          <m:r>
                            <m:rPr>
                              <m:sty m:val="p"/>
                            </m:rPr>
                            <a:rPr lang="en-US">
                              <a:solidFill>
                                <a:srgbClr val="000000"/>
                              </a:solidFill>
                              <a:latin typeface="Cambria Math" panose="02040503050406030204" pitchFamily="18" charset="0"/>
                              <a:ea typeface="Cambria Math" panose="02040503050406030204" pitchFamily="18" charset="0"/>
                            </a:rPr>
                            <m:t>j</m:t>
                          </m:r>
                          <m:r>
                            <a:rPr lang="en-US">
                              <a:solidFill>
                                <a:srgbClr val="000000"/>
                              </a:solidFill>
                              <a:latin typeface="Cambria Math" panose="02040503050406030204" pitchFamily="18" charset="0"/>
                              <a:ea typeface="Cambria Math" panose="02040503050406030204" pitchFamily="18" charset="0"/>
                            </a:rPr>
                            <m:t>2</m:t>
                          </m:r>
                          <m:r>
                            <m:rPr>
                              <m:sty m:val="p"/>
                            </m:rPr>
                            <a:rPr lang="el-GR" i="1">
                              <a:solidFill>
                                <a:srgbClr val="000000"/>
                              </a:solidFill>
                              <a:latin typeface="Cambria Math" panose="02040503050406030204" pitchFamily="18" charset="0"/>
                              <a:ea typeface="Cambria Math" panose="02040503050406030204" pitchFamily="18" charset="0"/>
                            </a:rPr>
                            <m:t>π</m:t>
                          </m:r>
                          <m:r>
                            <m:rPr>
                              <m:sty m:val="p"/>
                            </m:rPr>
                            <a:rPr lang="en-US">
                              <a:solidFill>
                                <a:srgbClr val="000000"/>
                              </a:solidFill>
                              <a:latin typeface="Cambria Math" panose="02040503050406030204" pitchFamily="18" charset="0"/>
                              <a:ea typeface="Cambria Math" panose="02040503050406030204" pitchFamily="18" charset="0"/>
                            </a:rPr>
                            <m:t>fC</m:t>
                          </m:r>
                        </m:den>
                      </m:f>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a:rPr lang="en-US" b="0" i="0" smtClean="0">
                              <a:solidFill>
                                <a:srgbClr val="000000"/>
                              </a:solidFill>
                              <a:latin typeface="Cambria Math" panose="02040503050406030204" pitchFamily="18" charset="0"/>
                              <a:ea typeface="Cambria Math" panose="02040503050406030204" pitchFamily="18" charset="0"/>
                            </a:rPr>
                            <m:t>−</m:t>
                          </m:r>
                          <m:r>
                            <m:rPr>
                              <m:sty m:val="p"/>
                            </m:rPr>
                            <a:rPr lang="en-US" b="0" i="0" smtClean="0">
                              <a:solidFill>
                                <a:srgbClr val="000000"/>
                              </a:solidFill>
                              <a:latin typeface="Cambria Math" panose="02040503050406030204" pitchFamily="18" charset="0"/>
                              <a:ea typeface="Cambria Math" panose="02040503050406030204" pitchFamily="18" charset="0"/>
                            </a:rPr>
                            <m:t>j</m:t>
                          </m:r>
                        </m:num>
                        <m:den>
                          <m:r>
                            <a:rPr lang="en-US">
                              <a:solidFill>
                                <a:srgbClr val="000000"/>
                              </a:solidFill>
                              <a:latin typeface="Cambria Math" panose="02040503050406030204" pitchFamily="18" charset="0"/>
                              <a:ea typeface="Cambria Math" panose="02040503050406030204" pitchFamily="18" charset="0"/>
                            </a:rPr>
                            <m:t>2</m:t>
                          </m:r>
                          <m:r>
                            <m:rPr>
                              <m:sty m:val="p"/>
                            </m:rPr>
                            <a:rPr lang="el-GR" i="1">
                              <a:solidFill>
                                <a:srgbClr val="000000"/>
                              </a:solidFill>
                              <a:latin typeface="Cambria Math" panose="02040503050406030204" pitchFamily="18" charset="0"/>
                              <a:ea typeface="Cambria Math" panose="02040503050406030204" pitchFamily="18" charset="0"/>
                            </a:rPr>
                            <m:t>π</m:t>
                          </m:r>
                          <m:r>
                            <m:rPr>
                              <m:sty m:val="p"/>
                            </m:rPr>
                            <a:rPr lang="en-US">
                              <a:solidFill>
                                <a:srgbClr val="000000"/>
                              </a:solidFill>
                              <a:latin typeface="Cambria Math" panose="02040503050406030204" pitchFamily="18" charset="0"/>
                              <a:ea typeface="Cambria Math" panose="02040503050406030204" pitchFamily="18" charset="0"/>
                            </a:rPr>
                            <m:t>fC</m:t>
                          </m:r>
                        </m:den>
                      </m:f>
                      <m:r>
                        <a:rPr lang="en-US" b="0" i="0" smtClean="0">
                          <a:solidFill>
                            <a:srgbClr val="000000"/>
                          </a:solidFill>
                          <a:latin typeface="Cambria Math" panose="02040503050406030204" pitchFamily="18" charset="0"/>
                          <a:ea typeface="Cambria Math" panose="02040503050406030204" pitchFamily="18" charset="0"/>
                        </a:rPr>
                        <m:t>=−</m:t>
                      </m:r>
                      <m:r>
                        <m:rPr>
                          <m:sty m:val="p"/>
                        </m:rPr>
                        <a:rPr lang="en-US" b="0" i="0" smtClean="0">
                          <a:solidFill>
                            <a:srgbClr val="000000"/>
                          </a:solidFill>
                          <a:latin typeface="Cambria Math" panose="02040503050406030204" pitchFamily="18" charset="0"/>
                          <a:ea typeface="Cambria Math" panose="02040503050406030204" pitchFamily="18" charset="0"/>
                        </a:rPr>
                        <m:t>j</m:t>
                      </m:r>
                      <m:sSub>
                        <m:sSubPr>
                          <m:ctrlPr>
                            <a:rPr lang="en-US" b="0" i="1" smtClean="0">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X</m:t>
                          </m:r>
                        </m:e>
                        <m:sub>
                          <m:r>
                            <m:rPr>
                              <m:sty m:val="p"/>
                            </m:rPr>
                            <a:rPr lang="en-US" b="0" i="0" smtClean="0">
                              <a:solidFill>
                                <a:srgbClr val="000000"/>
                              </a:solidFill>
                              <a:latin typeface="Cambria Math" panose="02040503050406030204" pitchFamily="18" charset="0"/>
                              <a:ea typeface="Cambria Math" panose="02040503050406030204" pitchFamily="18" charset="0"/>
                            </a:rPr>
                            <m:t>C</m:t>
                          </m:r>
                        </m:sub>
                      </m:sSub>
                      <m:r>
                        <a:rPr lang="en-US">
                          <a:solidFill>
                            <a:srgbClr val="000000"/>
                          </a:solidFill>
                          <a:latin typeface="Cambria Math" panose="02040503050406030204" pitchFamily="18" charset="0"/>
                        </a:rPr>
                        <m:t>.</m:t>
                      </m:r>
                    </m:oMath>
                  </m:oMathPara>
                </a14:m>
                <a:endParaRPr lang="en-US" dirty="0">
                  <a:solidFill>
                    <a:srgbClr val="000000"/>
                  </a:solidFill>
                  <a:ea typeface="Cambria Math" panose="02040503050406030204" pitchFamily="18" charset="0"/>
                  <a:cs typeface="Arial" panose="020B0604020202020204" pitchFamily="34" charset="0"/>
                </a:endParaRPr>
              </a:p>
              <a:p>
                <a:endParaRPr lang="en-US" dirty="0">
                  <a:solidFill>
                    <a:srgbClr val="000000"/>
                  </a:solidFill>
                  <a:ea typeface="Cambria Math" panose="02040503050406030204" pitchFamily="18" charset="0"/>
                  <a:cs typeface="Arial" panose="020B0604020202020204" pitchFamily="34" charset="0"/>
                </a:endParaRPr>
              </a:p>
              <a:p>
                <a:r>
                  <a:rPr lang="en-US" dirty="0">
                    <a:solidFill>
                      <a:schemeClr val="bg1"/>
                    </a:solidFill>
                    <a:ea typeface="Cambria Math" panose="02040503050406030204" pitchFamily="18" charset="0"/>
                  </a:rPr>
                  <a:t>Capacitive Reactance:  </a:t>
                </a:r>
                <a14:m>
                  <m:oMath xmlns:m="http://schemas.openxmlformats.org/officeDocument/2006/math">
                    <m:sSub>
                      <m:sSubPr>
                        <m:ctrlPr>
                          <a:rPr lang="en-US" i="1">
                            <a:solidFill>
                              <a:schemeClr val="bg1"/>
                            </a:solidFill>
                            <a:latin typeface="Cambria Math" panose="02040503050406030204" pitchFamily="18" charset="0"/>
                            <a:ea typeface="Cambria Math" panose="02040503050406030204" pitchFamily="18" charset="0"/>
                          </a:rPr>
                        </m:ctrlPr>
                      </m:sSubPr>
                      <m:e>
                        <m:r>
                          <m:rPr>
                            <m:sty m:val="p"/>
                          </m:rPr>
                          <a:rPr lang="en-US">
                            <a:solidFill>
                              <a:schemeClr val="bg1"/>
                            </a:solidFill>
                            <a:latin typeface="Cambria Math" panose="02040503050406030204" pitchFamily="18" charset="0"/>
                            <a:ea typeface="Cambria Math" panose="02040503050406030204" pitchFamily="18" charset="0"/>
                          </a:rPr>
                          <m:t>X</m:t>
                        </m:r>
                      </m:e>
                      <m:sub>
                        <m:r>
                          <m:rPr>
                            <m:sty m:val="p"/>
                          </m:rPr>
                          <a:rPr lang="en-US">
                            <a:solidFill>
                              <a:schemeClr val="bg1"/>
                            </a:solidFill>
                            <a:latin typeface="Cambria Math" panose="02040503050406030204" pitchFamily="18" charset="0"/>
                            <a:ea typeface="Cambria Math" panose="02040503050406030204" pitchFamily="18" charset="0"/>
                          </a:rPr>
                          <m:t>C</m:t>
                        </m:r>
                      </m:sub>
                    </m:sSub>
                    <m:r>
                      <a:rPr lang="en-US">
                        <a:solidFill>
                          <a:schemeClr val="bg1"/>
                        </a:solidFill>
                        <a:latin typeface="Cambria Math" panose="02040503050406030204" pitchFamily="18" charset="0"/>
                        <a:ea typeface="Cambria Math" panose="02040503050406030204" pitchFamily="18" charset="0"/>
                      </a:rPr>
                      <m:t>=</m:t>
                    </m:r>
                    <m:f>
                      <m:fPr>
                        <m:ctrlPr>
                          <a:rPr lang="en-US" i="1">
                            <a:solidFill>
                              <a:schemeClr val="bg1"/>
                            </a:solidFill>
                            <a:latin typeface="Cambria Math" panose="02040503050406030204" pitchFamily="18" charset="0"/>
                            <a:ea typeface="Cambria Math" panose="02040503050406030204" pitchFamily="18" charset="0"/>
                          </a:rPr>
                        </m:ctrlPr>
                      </m:fPr>
                      <m:num>
                        <m:r>
                          <a:rPr lang="en-US" i="1">
                            <a:solidFill>
                              <a:schemeClr val="bg1"/>
                            </a:solidFill>
                            <a:latin typeface="Cambria Math" panose="02040503050406030204" pitchFamily="18" charset="0"/>
                            <a:ea typeface="Cambria Math" panose="02040503050406030204" pitchFamily="18" charset="0"/>
                          </a:rPr>
                          <m:t>1</m:t>
                        </m:r>
                      </m:num>
                      <m:den>
                        <m:r>
                          <a:rPr lang="en-US">
                            <a:solidFill>
                              <a:schemeClr val="bg1"/>
                            </a:solidFill>
                            <a:latin typeface="Cambria Math" panose="02040503050406030204" pitchFamily="18" charset="0"/>
                            <a:ea typeface="Cambria Math" panose="02040503050406030204" pitchFamily="18" charset="0"/>
                          </a:rPr>
                          <m:t>2</m:t>
                        </m:r>
                        <m:r>
                          <m:rPr>
                            <m:sty m:val="p"/>
                          </m:rPr>
                          <a:rPr lang="en-US">
                            <a:solidFill>
                              <a:schemeClr val="bg1"/>
                            </a:solidFill>
                            <a:latin typeface="Cambria Math" panose="02040503050406030204" pitchFamily="18" charset="0"/>
                            <a:ea typeface="Cambria Math" panose="02040503050406030204" pitchFamily="18" charset="0"/>
                          </a:rPr>
                          <m:t>πfC</m:t>
                        </m:r>
                      </m:den>
                    </m:f>
                  </m:oMath>
                </a14:m>
                <a:r>
                  <a:rPr lang="en-US" dirty="0">
                    <a:solidFill>
                      <a:schemeClr val="bg1"/>
                    </a:solidFill>
                    <a:ea typeface="Cambria Math" panose="02040503050406030204" pitchFamily="18" charset="0"/>
                  </a:rPr>
                  <a:t>.</a:t>
                </a:r>
                <a:endParaRPr lang="en-US" dirty="0">
                  <a:solidFill>
                    <a:srgbClr val="000000"/>
                  </a:solidFill>
                  <a:ea typeface="Cambria Math" panose="02040503050406030204" pitchFamily="18" charset="0"/>
                  <a:cs typeface="Arial" panose="020B0604020202020204" pitchFamily="34" charset="0"/>
                </a:endParaRPr>
              </a:p>
              <a:p>
                <a:endParaRPr lang="en-US" dirty="0">
                  <a:solidFill>
                    <a:srgbClr val="000000"/>
                  </a:solidFill>
                  <a:ea typeface="Cambria Math" panose="02040503050406030204" pitchFamily="18" charset="0"/>
                  <a:cs typeface="Arial" panose="020B0604020202020204" pitchFamily="34" charset="0"/>
                </a:endParaRPr>
              </a:p>
              <a:p>
                <a:pPr marL="257175" indent="-257175">
                  <a:buFont typeface="Arial" panose="020B0604020202020204" pitchFamily="34" charset="0"/>
                  <a:buChar char="•"/>
                </a:pPr>
                <a14:m>
                  <m:oMath xmlns:m="http://schemas.openxmlformats.org/officeDocument/2006/math">
                    <m:r>
                      <m:rPr>
                        <m:nor/>
                      </m:rPr>
                      <a:rPr lang="en-US" b="1" dirty="0">
                        <a:solidFill>
                          <a:srgbClr val="000000"/>
                        </a:solidFill>
                      </a:rPr>
                      <m:t>|</m:t>
                    </m:r>
                    <m:sSub>
                      <m:sSubPr>
                        <m:ctrlPr>
                          <a:rPr lang="en-US" b="1" i="1">
                            <a:solidFill>
                              <a:srgbClr val="000000"/>
                            </a:solidFill>
                            <a:latin typeface="Cambria Math" panose="02040503050406030204" pitchFamily="18" charset="0"/>
                          </a:rPr>
                        </m:ctrlPr>
                      </m:sSubPr>
                      <m:e>
                        <m:r>
                          <a:rPr lang="en-US" b="1" i="0">
                            <a:solidFill>
                              <a:srgbClr val="000000"/>
                            </a:solidFill>
                            <a:latin typeface="Cambria Math" panose="02040503050406030204" pitchFamily="18" charset="0"/>
                          </a:rPr>
                          <m:t>𝐙</m:t>
                        </m:r>
                      </m:e>
                      <m:sub>
                        <m:r>
                          <a:rPr lang="en-US" b="1" i="0">
                            <a:solidFill>
                              <a:srgbClr val="000000"/>
                            </a:solidFill>
                            <a:latin typeface="Cambria Math" panose="02040503050406030204" pitchFamily="18" charset="0"/>
                          </a:rPr>
                          <m:t>𝐂</m:t>
                        </m:r>
                      </m:sub>
                    </m:sSub>
                    <m:d>
                      <m:dPr>
                        <m:ctrlPr>
                          <a:rPr lang="en-US" i="1">
                            <a:solidFill>
                              <a:srgbClr val="000000"/>
                            </a:solidFill>
                            <a:latin typeface="Cambria Math" panose="02040503050406030204" pitchFamily="18" charset="0"/>
                          </a:rPr>
                        </m:ctrlPr>
                      </m:dPr>
                      <m:e>
                        <m:r>
                          <m:rPr>
                            <m:sty m:val="p"/>
                          </m:rPr>
                          <a:rPr lang="en-US" b="0" i="0" smtClean="0">
                            <a:solidFill>
                              <a:srgbClr val="000000"/>
                            </a:solidFill>
                            <a:latin typeface="Cambria Math" panose="02040503050406030204" pitchFamily="18" charset="0"/>
                          </a:rPr>
                          <m:t>f</m:t>
                        </m:r>
                      </m:e>
                    </m:d>
                    <m:r>
                      <m:rPr>
                        <m:nor/>
                      </m:rPr>
                      <a:rPr lang="en-US" b="1" dirty="0">
                        <a:solidFill>
                          <a:srgbClr val="000000"/>
                        </a:solidFill>
                      </a:rPr>
                      <m:t>|</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is</m:t>
                    </m:r>
                    <m:r>
                      <a:rPr lang="en-US">
                        <a:solidFill>
                          <a:srgbClr val="000000"/>
                        </a:solidFill>
                        <a:latin typeface="Cambria Math" panose="02040503050406030204" pitchFamily="18" charset="0"/>
                      </a:rPr>
                      <m:t> ∞ </m:t>
                    </m:r>
                    <m:r>
                      <a:rPr lang="el-GR" i="1">
                        <a:solidFill>
                          <a:srgbClr val="000000"/>
                        </a:solidFill>
                        <a:latin typeface="Cambria Math" panose="02040503050406030204" pitchFamily="18" charset="0"/>
                      </a:rPr>
                      <m:t>Ω</m:t>
                    </m:r>
                    <m:r>
                      <a:rPr lang="en-US" i="1">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at</m:t>
                    </m:r>
                    <m:r>
                      <a:rPr lang="en-US">
                        <a:solidFill>
                          <a:srgbClr val="000000"/>
                        </a:solidFill>
                        <a:latin typeface="Cambria Math" panose="02040503050406030204" pitchFamily="18" charset="0"/>
                      </a:rPr>
                      <m:t> 0 </m:t>
                    </m:r>
                    <m:r>
                      <m:rPr>
                        <m:sty m:val="p"/>
                      </m:rPr>
                      <a:rPr lang="en-US">
                        <a:solidFill>
                          <a:srgbClr val="000000"/>
                        </a:solidFill>
                        <a:latin typeface="Cambria Math" panose="02040503050406030204" pitchFamily="18" charset="0"/>
                      </a:rPr>
                      <m:t>Hz</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and</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decreases</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with</m:t>
                    </m:r>
                    <m:r>
                      <a:rPr lang="en-US">
                        <a:solidFill>
                          <a:srgbClr val="000000"/>
                        </a:solidFill>
                        <a:latin typeface="Cambria Math" panose="02040503050406030204" pitchFamily="18" charset="0"/>
                      </a:rPr>
                      <m:t> </m:t>
                    </m:r>
                  </m:oMath>
                </a14:m>
                <a:endParaRPr lang="en-US" dirty="0">
                  <a:solidFill>
                    <a:srgbClr val="000000"/>
                  </a:solidFill>
                </a:endParaRPr>
              </a:p>
              <a:p>
                <a:pPr/>
                <a14:m>
                  <m:oMathPara xmlns:m="http://schemas.openxmlformats.org/officeDocument/2006/math">
                    <m:oMathParaPr>
                      <m:jc m:val="left"/>
                    </m:oMathParaPr>
                    <m:oMath xmlns:m="http://schemas.openxmlformats.org/officeDocument/2006/math">
                      <m:r>
                        <m:rPr>
                          <m:sty m:val="p"/>
                        </m:rPr>
                        <a:rPr lang="en-US">
                          <a:solidFill>
                            <a:srgbClr val="000000"/>
                          </a:solidFill>
                          <a:latin typeface="Cambria Math" panose="02040503050406030204" pitchFamily="18" charset="0"/>
                        </a:rPr>
                        <m:t>increasing</m:t>
                      </m:r>
                      <m:r>
                        <a:rPr lang="en-US">
                          <a:solidFill>
                            <a:srgbClr val="000000"/>
                          </a:solidFill>
                          <a:latin typeface="Cambria Math" panose="02040503050406030204" pitchFamily="18" charset="0"/>
                        </a:rPr>
                        <m:t> </m:t>
                      </m:r>
                      <m:r>
                        <m:rPr>
                          <m:sty m:val="p"/>
                        </m:rPr>
                        <a:rPr lang="en-US">
                          <a:solidFill>
                            <a:srgbClr val="000000"/>
                          </a:solidFill>
                          <a:latin typeface="Cambria Math" panose="02040503050406030204" pitchFamily="18" charset="0"/>
                        </a:rPr>
                        <m:t>frequency</m:t>
                      </m:r>
                      <m:r>
                        <a:rPr lang="en-US">
                          <a:solidFill>
                            <a:srgbClr val="000000"/>
                          </a:solidFill>
                          <a:latin typeface="Cambria Math" panose="02040503050406030204" pitchFamily="18" charset="0"/>
                        </a:rPr>
                        <m:t>.</m:t>
                      </m:r>
                    </m:oMath>
                  </m:oMathPara>
                </a14:m>
                <a:endParaRPr lang="en-US" dirty="0">
                  <a:solidFill>
                    <a:srgbClr val="000000"/>
                  </a:solidFill>
                </a:endParaRPr>
              </a:p>
              <a:p>
                <a:endParaRPr lang="en-US" dirty="0">
                  <a:solidFill>
                    <a:srgbClr val="000000"/>
                  </a:solidFill>
                </a:endParaRPr>
              </a:p>
              <a:p>
                <a:endParaRPr lang="en-US" dirty="0">
                  <a:solidFill>
                    <a:srgbClr val="000000"/>
                  </a:solidFill>
                </a:endParaRPr>
              </a:p>
              <a:p>
                <a:endParaRPr lang="en-US" dirty="0">
                  <a:solidFill>
                    <a:srgbClr val="000000"/>
                  </a:solidFill>
                </a:endParaRPr>
              </a:p>
              <a:p>
                <a:endParaRPr lang="en-US" dirty="0">
                  <a:solidFill>
                    <a:srgbClr val="000000"/>
                  </a:solidFill>
                </a:endParaRPr>
              </a:p>
              <a:p>
                <a:endParaRPr lang="en-US" dirty="0">
                  <a:solidFill>
                    <a:srgbClr val="000000"/>
                  </a:solidFill>
                </a:endParaRPr>
              </a:p>
              <a:p>
                <a:endParaRPr lang="en-US" dirty="0">
                  <a:solidFill>
                    <a:srgbClr val="000000"/>
                  </a:solidFill>
                </a:endParaRPr>
              </a:p>
              <a:p>
                <a:endParaRPr lang="en-US" dirty="0">
                  <a:solidFill>
                    <a:srgbClr val="00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419450" y="752854"/>
                <a:ext cx="11551640" cy="5970609"/>
              </a:xfrm>
              <a:prstGeom prst="rect">
                <a:avLst/>
              </a:prstGeom>
              <a:blipFill>
                <a:blip r:embed="rId2"/>
                <a:stretch>
                  <a:fillRect l="-263"/>
                </a:stretch>
              </a:blipFill>
            </p:spPr>
            <p:txBody>
              <a:bodyPr/>
              <a:lstStyle/>
              <a:p>
                <a:r>
                  <a:rPr lang="en-US">
                    <a:noFill/>
                  </a:rPr>
                  <a:t> </a:t>
                </a:r>
              </a:p>
            </p:txBody>
          </p:sp>
        </mc:Fallback>
      </mc:AlternateContent>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4859" y="954736"/>
            <a:ext cx="1118399" cy="757461"/>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4859" y="2493077"/>
            <a:ext cx="1190930" cy="759521"/>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69090" y="3429000"/>
            <a:ext cx="4094594" cy="3183402"/>
          </a:xfrm>
          <a:prstGeom prst="rect">
            <a:avLst/>
          </a:prstGeom>
        </p:spPr>
      </p:pic>
    </p:spTree>
    <p:extLst>
      <p:ext uri="{BB962C8B-B14F-4D97-AF65-F5344CB8AC3E}">
        <p14:creationId xmlns:p14="http://schemas.microsoft.com/office/powerpoint/2010/main" val="24778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anim calcmode="lin" valueType="num">
                                      <p:cBhvr additive="base">
                                        <p:cTn id="19"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11" end="11"/>
                                            </p:txEl>
                                          </p:spTgt>
                                        </p:tgtEl>
                                        <p:attrNameLst>
                                          <p:attrName>style.visibility</p:attrName>
                                        </p:attrNameLst>
                                      </p:cBhvr>
                                      <p:to>
                                        <p:strVal val="visible"/>
                                      </p:to>
                                    </p:set>
                                    <p:anim calcmode="lin" valueType="num">
                                      <p:cBhvr additive="base">
                                        <p:cTn id="23"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12" end="12"/>
                                            </p:txEl>
                                          </p:spTgt>
                                        </p:tgtEl>
                                        <p:attrNameLst>
                                          <p:attrName>style.visibility</p:attrName>
                                        </p:attrNameLst>
                                      </p:cBhvr>
                                      <p:to>
                                        <p:strVal val="visible"/>
                                      </p:to>
                                    </p:set>
                                    <p:anim calcmode="lin" valueType="num">
                                      <p:cBhvr additive="base">
                                        <p:cTn id="27"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0" y="89566"/>
            <a:ext cx="7294451" cy="649901"/>
          </a:xfrm>
        </p:spPr>
        <p:txBody>
          <a:bodyPr>
            <a:normAutofit/>
          </a:bodyPr>
          <a:lstStyle/>
          <a:p>
            <a:pPr algn="ctr"/>
            <a:r>
              <a:rPr lang="en-US" sz="4000" dirty="0"/>
              <a:t>Superposition Principle</a:t>
            </a:r>
          </a:p>
        </p:txBody>
      </p:sp>
      <p:sp>
        <p:nvSpPr>
          <p:cNvPr id="5" name="Rectangle 4"/>
          <p:cNvSpPr/>
          <p:nvPr/>
        </p:nvSpPr>
        <p:spPr>
          <a:xfrm>
            <a:off x="543698" y="906832"/>
            <a:ext cx="11327026" cy="4879797"/>
          </a:xfrm>
          <a:prstGeom prst="rect">
            <a:avLst/>
          </a:prstGeom>
          <a:solidFill>
            <a:schemeClr val="tx1">
              <a:lumMod val="95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fontAlgn="base">
              <a:lnSpc>
                <a:spcPct val="107000"/>
              </a:lnSpc>
              <a:spcAft>
                <a:spcPts val="1200"/>
              </a:spcAft>
              <a:buFont typeface="Arial" panose="020B0604020202020204" pitchFamily="34" charset="0"/>
              <a:buChar char="•"/>
            </a:pPr>
            <a:r>
              <a:rPr lang="en-US" dirty="0">
                <a:solidFill>
                  <a:srgbClr val="000000"/>
                </a:solidFill>
                <a:ea typeface="Calibri" panose="020F0502020204030204" pitchFamily="34" charset="0"/>
                <a:cs typeface="Times New Roman" panose="02020603050405020304" pitchFamily="18" charset="0"/>
              </a:rPr>
              <a:t>The voltage across or current through an element in a linear circuit is the algebraic sum of the voltages across or the currents through that element due to each independent source acting alone. (Additivity property of linear systems).</a:t>
            </a:r>
          </a:p>
          <a:p>
            <a:pPr marL="285750" indent="-285750" fontAlgn="base">
              <a:lnSpc>
                <a:spcPct val="107000"/>
              </a:lnSpc>
              <a:spcAft>
                <a:spcPts val="1200"/>
              </a:spcAft>
              <a:buFont typeface="Arial" panose="020B0604020202020204" pitchFamily="34" charset="0"/>
              <a:buChar char="•"/>
            </a:pPr>
            <a:r>
              <a:rPr lang="en-US" dirty="0">
                <a:solidFill>
                  <a:srgbClr val="000000"/>
                </a:solidFill>
                <a:ea typeface="Calibri" panose="020F0502020204030204" pitchFamily="34" charset="0"/>
                <a:cs typeface="Times New Roman" panose="02020603050405020304" pitchFamily="18" charset="0"/>
              </a:rPr>
              <a:t>Good way to solve systems with multiple sources.</a:t>
            </a:r>
          </a:p>
          <a:p>
            <a:pPr marL="285750" indent="-285750" fontAlgn="base">
              <a:lnSpc>
                <a:spcPct val="107000"/>
              </a:lnSpc>
              <a:spcAft>
                <a:spcPts val="1200"/>
              </a:spcAft>
              <a:buFont typeface="Arial" panose="020B0604020202020204" pitchFamily="34" charset="0"/>
              <a:buChar char="•"/>
            </a:pPr>
            <a:r>
              <a:rPr lang="en-US" dirty="0">
                <a:solidFill>
                  <a:srgbClr val="000000"/>
                </a:solidFill>
                <a:ea typeface="Calibri" panose="020F0502020204030204" pitchFamily="34" charset="0"/>
                <a:cs typeface="Times New Roman" panose="02020603050405020304" pitchFamily="18" charset="0"/>
              </a:rPr>
              <a:t>Consider each independent source separately, then algebraically sum the results together.</a:t>
            </a:r>
          </a:p>
          <a:p>
            <a:pPr marL="285750" indent="-285750" fontAlgn="base">
              <a:lnSpc>
                <a:spcPct val="107000"/>
              </a:lnSpc>
              <a:spcAft>
                <a:spcPts val="1200"/>
              </a:spcAft>
              <a:buFont typeface="Arial" panose="020B0604020202020204" pitchFamily="34" charset="0"/>
              <a:buChar char="•"/>
            </a:pPr>
            <a:r>
              <a:rPr lang="en-US" dirty="0">
                <a:solidFill>
                  <a:srgbClr val="000000"/>
                </a:solidFill>
                <a:ea typeface="Calibri" panose="020F0502020204030204" pitchFamily="34" charset="0"/>
                <a:cs typeface="Times New Roman" panose="02020603050405020304" pitchFamily="18" charset="0"/>
              </a:rPr>
              <a:t>To consider each independent source separately, independent sources not being considered must be turned off.</a:t>
            </a:r>
          </a:p>
          <a:p>
            <a:pPr marL="285750" indent="-285750" fontAlgn="base">
              <a:lnSpc>
                <a:spcPct val="107000"/>
              </a:lnSpc>
              <a:spcAft>
                <a:spcPts val="1200"/>
              </a:spcAft>
              <a:buFont typeface="Arial" panose="020B0604020202020204" pitchFamily="34" charset="0"/>
              <a:buChar char="•"/>
            </a:pPr>
            <a:r>
              <a:rPr lang="en-US" dirty="0">
                <a:solidFill>
                  <a:srgbClr val="000000"/>
                </a:solidFill>
                <a:ea typeface="Calibri" panose="020F0502020204030204" pitchFamily="34" charset="0"/>
                <a:cs typeface="Times New Roman" panose="02020603050405020304" pitchFamily="18" charset="0"/>
              </a:rPr>
              <a:t>Dependent sources are left intact because they are controlled by circuit variables. </a:t>
            </a:r>
          </a:p>
          <a:p>
            <a:pPr marL="342900" indent="-342900" fontAlgn="base">
              <a:lnSpc>
                <a:spcPct val="107000"/>
              </a:lnSpc>
              <a:spcAft>
                <a:spcPts val="1200"/>
              </a:spcAft>
              <a:buFont typeface="Arial" panose="020B0604020202020204" pitchFamily="34" charset="0"/>
              <a:buChar char="•"/>
            </a:pPr>
            <a:r>
              <a:rPr lang="en-US" dirty="0">
                <a:solidFill>
                  <a:srgbClr val="000000"/>
                </a:solidFill>
                <a:ea typeface="Calibri" panose="020F0502020204030204" pitchFamily="34" charset="0"/>
                <a:cs typeface="Times New Roman" panose="02020603050405020304" pitchFamily="18" charset="0"/>
              </a:rPr>
              <a:t>How do you turn off a voltage source?</a:t>
            </a:r>
          </a:p>
          <a:p>
            <a:pPr fontAlgn="base">
              <a:lnSpc>
                <a:spcPct val="107000"/>
              </a:lnSpc>
              <a:spcAft>
                <a:spcPts val="1200"/>
              </a:spcAft>
            </a:pPr>
            <a:r>
              <a:rPr lang="en-US" dirty="0">
                <a:solidFill>
                  <a:srgbClr val="000000"/>
                </a:solidFill>
                <a:ea typeface="Calibri" panose="020F0502020204030204" pitchFamily="34" charset="0"/>
                <a:cs typeface="Times New Roman" panose="02020603050405020304" pitchFamily="18" charset="0"/>
              </a:rPr>
              <a:t>Set it equal to zero. Can short across it for schematics to achieve 0 V, but don’t do this for real circuits.</a:t>
            </a:r>
          </a:p>
          <a:p>
            <a:pPr marL="285750" indent="-285750" fontAlgn="base">
              <a:lnSpc>
                <a:spcPct val="107000"/>
              </a:lnSpc>
              <a:spcAft>
                <a:spcPts val="1200"/>
              </a:spcAft>
              <a:buFont typeface="Arial" panose="020B0604020202020204" pitchFamily="34" charset="0"/>
              <a:buChar char="•"/>
            </a:pPr>
            <a:r>
              <a:rPr lang="en-US" dirty="0">
                <a:solidFill>
                  <a:srgbClr val="000000"/>
                </a:solidFill>
                <a:ea typeface="Calibri" panose="020F0502020204030204" pitchFamily="34" charset="0"/>
                <a:cs typeface="Times New Roman" panose="02020603050405020304" pitchFamily="18" charset="0"/>
              </a:rPr>
              <a:t>How do you turn off a current source?</a:t>
            </a:r>
          </a:p>
          <a:p>
            <a:pPr fontAlgn="base">
              <a:lnSpc>
                <a:spcPct val="107000"/>
              </a:lnSpc>
              <a:spcAft>
                <a:spcPts val="1200"/>
              </a:spcAft>
            </a:pPr>
            <a:r>
              <a:rPr lang="en-US" dirty="0">
                <a:solidFill>
                  <a:srgbClr val="000000"/>
                </a:solidFill>
                <a:ea typeface="Calibri" panose="020F0502020204030204" pitchFamily="34" charset="0"/>
                <a:cs typeface="Times New Roman" panose="02020603050405020304" pitchFamily="18" charset="0"/>
              </a:rPr>
              <a:t>Simply remove it from the circuit, because a current source with zero current provides 0 A at all possible voltages, which is achieved with an open circuit.</a:t>
            </a:r>
          </a:p>
        </p:txBody>
      </p:sp>
    </p:spTree>
    <p:extLst>
      <p:ext uri="{BB962C8B-B14F-4D97-AF65-F5344CB8AC3E}">
        <p14:creationId xmlns:p14="http://schemas.microsoft.com/office/powerpoint/2010/main" val="3124718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anim calcmode="lin" valueType="num">
                                      <p:cBhvr additive="base">
                                        <p:cTn id="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anim calcmode="lin" valueType="num">
                                      <p:cBhvr additive="base">
                                        <p:cTn id="1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anim calcmode="lin" valueType="num">
                                      <p:cBhvr additive="base">
                                        <p:cTn id="19"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1546" y="0"/>
            <a:ext cx="3304983" cy="533400"/>
          </a:xfrm>
        </p:spPr>
        <p:txBody>
          <a:bodyPr>
            <a:noAutofit/>
          </a:bodyPr>
          <a:lstStyle/>
          <a:p>
            <a:pPr algn="ctr"/>
            <a:r>
              <a:rPr lang="en-US" sz="4000" dirty="0"/>
              <a:t>Linearity</a:t>
            </a:r>
          </a:p>
        </p:txBody>
      </p:sp>
      <p:sp>
        <p:nvSpPr>
          <p:cNvPr id="8" name="Rectangle 7"/>
          <p:cNvSpPr/>
          <p:nvPr/>
        </p:nvSpPr>
        <p:spPr>
          <a:xfrm>
            <a:off x="327171" y="654254"/>
            <a:ext cx="11601973" cy="5701689"/>
          </a:xfrm>
          <a:prstGeom prst="rect">
            <a:avLst/>
          </a:prstGeom>
          <a:solidFill>
            <a:schemeClr val="tx1"/>
          </a:solidFill>
          <a:ln w="38100" cmpd="thickThin">
            <a:solidFill>
              <a:schemeClr val="accent1"/>
            </a:solidFill>
          </a:ln>
        </p:spPr>
        <p:txBody>
          <a:bodyPr wrap="square">
            <a:spAutoFit/>
          </a:bodyPr>
          <a:lstStyle/>
          <a:p>
            <a:pPr marL="285750" indent="-285750">
              <a:lnSpc>
                <a:spcPct val="107000"/>
              </a:lnSpc>
              <a:spcBef>
                <a:spcPts val="0"/>
              </a:spcBef>
              <a:spcAft>
                <a:spcPts val="0"/>
              </a:spcAft>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rPr>
              <a:t>Formally, linear circuits posses two properties:</a:t>
            </a:r>
          </a:p>
          <a:p>
            <a:pPr marL="285750" indent="-285750">
              <a:lnSpc>
                <a:spcPct val="107000"/>
              </a:lnSpc>
              <a:spcBef>
                <a:spcPts val="0"/>
              </a:spcBef>
              <a:spcAft>
                <a:spcPts val="0"/>
              </a:spcAft>
              <a:buFont typeface="Arial" panose="020B0604020202020204" pitchFamily="34" charset="0"/>
              <a:buChar char="•"/>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r>
              <a:rPr lang="en-US" dirty="0">
                <a:solidFill>
                  <a:schemeClr val="bg1"/>
                </a:solidFill>
                <a:latin typeface="Cambria Math" panose="02040503050406030204" pitchFamily="18" charset="0"/>
                <a:ea typeface="Cambria Math" panose="02040503050406030204" pitchFamily="18" charset="0"/>
              </a:rPr>
              <a:t>1. Homogeneity (scaling): Doubling the input doubles the output (Constant slope).</a:t>
            </a: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r>
              <a:rPr lang="en-US" dirty="0">
                <a:solidFill>
                  <a:schemeClr val="bg1"/>
                </a:solidFill>
                <a:latin typeface="Cambria Math" panose="02040503050406030204" pitchFamily="18" charset="0"/>
                <a:ea typeface="Cambria Math" panose="02040503050406030204" pitchFamily="18" charset="0"/>
              </a:rPr>
              <a:t>2. Additivity: Total response to multiple inputs equals sum of the response to </a:t>
            </a:r>
          </a:p>
          <a:p>
            <a:pPr>
              <a:lnSpc>
                <a:spcPct val="107000"/>
              </a:lnSpc>
              <a:spcBef>
                <a:spcPts val="0"/>
              </a:spcBef>
              <a:spcAft>
                <a:spcPts val="0"/>
              </a:spcAft>
            </a:pPr>
            <a:r>
              <a:rPr lang="en-US" dirty="0">
                <a:solidFill>
                  <a:schemeClr val="bg1"/>
                </a:solidFill>
                <a:latin typeface="Cambria Math" panose="02040503050406030204" pitchFamily="18" charset="0"/>
                <a:ea typeface="Cambria Math" panose="02040503050406030204" pitchFamily="18" charset="0"/>
              </a:rPr>
              <a:t>individual inputs applied separately.</a:t>
            </a:r>
          </a:p>
          <a:p>
            <a:pPr marL="285750" indent="-285750" fontAlgn="base">
              <a:lnSpc>
                <a:spcPct val="107000"/>
              </a:lnSpc>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lnSpc>
                <a:spcPct val="107000"/>
              </a:lnSpc>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For linear circuit elements, doubling the voltage doubles the current </a:t>
            </a:r>
          </a:p>
          <a:p>
            <a:pPr fontAlgn="base">
              <a:lnSpc>
                <a:spcPct val="107000"/>
              </a:lnSpc>
            </a:pPr>
            <a:r>
              <a:rPr lang="en-US" dirty="0">
                <a:solidFill>
                  <a:srgbClr val="000000"/>
                </a:solidFill>
                <a:latin typeface="Cambria Math" panose="02040503050406030204" pitchFamily="18" charset="0"/>
                <a:ea typeface="Cambria Math" panose="02040503050406030204" pitchFamily="18" charset="0"/>
              </a:rPr>
              <a:t>(homogeneity). but not necessarily so for non-linear elements.</a:t>
            </a:r>
          </a:p>
          <a:p>
            <a:pPr marL="285750" indent="-285750" fontAlgn="base">
              <a:lnSpc>
                <a:spcPct val="107000"/>
              </a:lnSpc>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lnSpc>
                <a:spcPct val="107000"/>
              </a:lnSpc>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Diodes are examples of non-linear devices,</a:t>
            </a:r>
          </a:p>
          <a:p>
            <a:pPr fontAlgn="base">
              <a:lnSpc>
                <a:spcPct val="107000"/>
              </a:lnSpc>
            </a:pPr>
            <a:r>
              <a:rPr lang="en-US" dirty="0">
                <a:solidFill>
                  <a:srgbClr val="000000"/>
                </a:solidFill>
                <a:latin typeface="Cambria Math" panose="02040503050406030204" pitchFamily="18" charset="0"/>
                <a:ea typeface="Cambria Math" panose="02040503050406030204" pitchFamily="18" charset="0"/>
              </a:rPr>
              <a:t>i.e., the slope of voltage-current relationship changes </a:t>
            </a:r>
          </a:p>
          <a:p>
            <a:pPr fontAlgn="base">
              <a:lnSpc>
                <a:spcPct val="107000"/>
              </a:lnSpc>
            </a:pPr>
            <a:r>
              <a:rPr lang="en-US" dirty="0">
                <a:solidFill>
                  <a:srgbClr val="000000"/>
                </a:solidFill>
                <a:latin typeface="Cambria Math" panose="02040503050406030204" pitchFamily="18" charset="0"/>
                <a:ea typeface="Cambria Math" panose="02040503050406030204" pitchFamily="18" charset="0"/>
              </a:rPr>
              <a:t>with the applied voltage.</a:t>
            </a:r>
          </a:p>
          <a:p>
            <a:pPr marL="285750" indent="-285750" fontAlgn="base">
              <a:lnSpc>
                <a:spcPct val="107000"/>
              </a:lnSpc>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fontAlgn="base">
              <a:lnSpc>
                <a:spcPct val="107000"/>
              </a:lnSpc>
            </a:pPr>
            <a:endParaRPr lang="en-US" dirty="0">
              <a:solidFill>
                <a:srgbClr val="000000"/>
              </a:solidFill>
              <a:latin typeface="Cambria Math" panose="02040503050406030204" pitchFamily="18" charset="0"/>
              <a:ea typeface="Cambria Math" panose="02040503050406030204" pitchFamily="18" charset="0"/>
            </a:endParaRPr>
          </a:p>
          <a:p>
            <a:pPr marL="285750" indent="-285750" fontAlgn="base">
              <a:lnSpc>
                <a:spcPct val="107000"/>
              </a:lnSpc>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Non-linear devices like diodes are quite useful in circuits, </a:t>
            </a:r>
          </a:p>
          <a:p>
            <a:pPr fontAlgn="base">
              <a:lnSpc>
                <a:spcPct val="107000"/>
              </a:lnSpc>
            </a:pPr>
            <a:r>
              <a:rPr lang="en-US" dirty="0">
                <a:solidFill>
                  <a:srgbClr val="000000"/>
                </a:solidFill>
                <a:latin typeface="Cambria Math" panose="02040503050406030204" pitchFamily="18" charset="0"/>
                <a:ea typeface="Cambria Math" panose="02040503050406030204" pitchFamily="18" charset="0"/>
              </a:rPr>
              <a:t>yet harder to analyze because they are not linear circuit elements.</a:t>
            </a:r>
          </a:p>
          <a:p>
            <a:pPr fontAlgn="base">
              <a:lnSpc>
                <a:spcPct val="107000"/>
              </a:lnSpc>
            </a:pPr>
            <a:endParaRPr lang="en-US" dirty="0">
              <a:solidFill>
                <a:srgbClr val="000000"/>
              </a:solidFill>
              <a:latin typeface="Cambria Math" panose="02040503050406030204" pitchFamily="18" charset="0"/>
              <a:ea typeface="Cambria Math" panose="02040503050406030204" pitchFamily="18" charset="0"/>
            </a:endParaRPr>
          </a:p>
          <a:p>
            <a:pPr fontAlgn="base">
              <a:lnSpc>
                <a:spcPct val="107000"/>
              </a:lnSpc>
            </a:pPr>
            <a:endParaRPr lang="en-US" dirty="0">
              <a:solidFill>
                <a:srgbClr val="000000"/>
              </a:solidFill>
              <a:latin typeface="Cambria Math" panose="02040503050406030204" pitchFamily="18" charset="0"/>
              <a:ea typeface="Cambria Math" panose="020405030504060302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66640" y="753357"/>
            <a:ext cx="2354705" cy="2205061"/>
          </a:xfrm>
          <a:prstGeom prst="rect">
            <a:avLst/>
          </a:prstGeom>
        </p:spPr>
      </p:pic>
      <p:pic>
        <p:nvPicPr>
          <p:cNvPr id="3" name="Picture 2">
            <a:extLst>
              <a:ext uri="{FF2B5EF4-FFF2-40B4-BE49-F238E27FC236}">
                <a16:creationId xmlns:a16="http://schemas.microsoft.com/office/drawing/2014/main" id="{FF47A16C-DB63-455C-87F3-013B55A1A3E9}"/>
              </a:ext>
            </a:extLst>
          </p:cNvPr>
          <p:cNvPicPr>
            <a:picLocks noChangeAspect="1"/>
          </p:cNvPicPr>
          <p:nvPr/>
        </p:nvPicPr>
        <p:blipFill>
          <a:blip r:embed="rId3"/>
          <a:stretch>
            <a:fillRect/>
          </a:stretch>
        </p:blipFill>
        <p:spPr>
          <a:xfrm>
            <a:off x="7012299" y="3385657"/>
            <a:ext cx="4779800" cy="2089851"/>
          </a:xfrm>
          <a:prstGeom prst="rect">
            <a:avLst/>
          </a:prstGeom>
        </p:spPr>
      </p:pic>
    </p:spTree>
    <p:extLst>
      <p:ext uri="{BB962C8B-B14F-4D97-AF65-F5344CB8AC3E}">
        <p14:creationId xmlns:p14="http://schemas.microsoft.com/office/powerpoint/2010/main" val="362826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7" end="7"/>
                                            </p:txEl>
                                          </p:spTgt>
                                        </p:tgtEl>
                                        <p:attrNameLst>
                                          <p:attrName>style.visibility</p:attrName>
                                        </p:attrNameLst>
                                      </p:cBhvr>
                                      <p:to>
                                        <p:strVal val="visible"/>
                                      </p:to>
                                    </p:set>
                                    <p:anim calcmode="lin" valueType="num">
                                      <p:cBhvr additive="base">
                                        <p:cTn id="7"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8" end="8"/>
                                            </p:txEl>
                                          </p:spTgt>
                                        </p:tgtEl>
                                        <p:attrNameLst>
                                          <p:attrName>style.visibility</p:attrName>
                                        </p:attrNameLst>
                                      </p:cBhvr>
                                      <p:to>
                                        <p:strVal val="visible"/>
                                      </p:to>
                                    </p:set>
                                    <p:anim calcmode="lin" valueType="num">
                                      <p:cBhvr additive="base">
                                        <p:cTn id="11"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xEl>
                                              <p:pRg st="10" end="10"/>
                                            </p:txEl>
                                          </p:spTgt>
                                        </p:tgtEl>
                                        <p:attrNameLst>
                                          <p:attrName>style.visibility</p:attrName>
                                        </p:attrNameLst>
                                      </p:cBhvr>
                                      <p:to>
                                        <p:strVal val="visible"/>
                                      </p:to>
                                    </p:set>
                                    <p:anim calcmode="lin" valueType="num">
                                      <p:cBhvr additive="base">
                                        <p:cTn id="17"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10" end="1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xEl>
                                              <p:pRg st="11" end="11"/>
                                            </p:txEl>
                                          </p:spTgt>
                                        </p:tgtEl>
                                        <p:attrNameLst>
                                          <p:attrName>style.visibility</p:attrName>
                                        </p:attrNameLst>
                                      </p:cBhvr>
                                      <p:to>
                                        <p:strVal val="visible"/>
                                      </p:to>
                                    </p:set>
                                    <p:anim calcmode="lin" valueType="num">
                                      <p:cBhvr additive="base">
                                        <p:cTn id="21" dur="500" fill="hold"/>
                                        <p:tgtEl>
                                          <p:spTgt spid="8">
                                            <p:txEl>
                                              <p:pRg st="11" end="1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11" end="1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xEl>
                                              <p:pRg st="12" end="12"/>
                                            </p:txEl>
                                          </p:spTgt>
                                        </p:tgtEl>
                                        <p:attrNameLst>
                                          <p:attrName>style.visibility</p:attrName>
                                        </p:attrNameLst>
                                      </p:cBhvr>
                                      <p:to>
                                        <p:strVal val="visible"/>
                                      </p:to>
                                    </p:set>
                                    <p:anim calcmode="lin" valueType="num">
                                      <p:cBhvr additive="base">
                                        <p:cTn id="25"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xEl>
                                              <p:pRg st="15" end="15"/>
                                            </p:txEl>
                                          </p:spTgt>
                                        </p:tgtEl>
                                        <p:attrNameLst>
                                          <p:attrName>style.visibility</p:attrName>
                                        </p:attrNameLst>
                                      </p:cBhvr>
                                      <p:to>
                                        <p:strVal val="visible"/>
                                      </p:to>
                                    </p:set>
                                    <p:anim calcmode="lin" valueType="num">
                                      <p:cBhvr additive="base">
                                        <p:cTn id="37" dur="500" fill="hold"/>
                                        <p:tgtEl>
                                          <p:spTgt spid="8">
                                            <p:txEl>
                                              <p:pRg st="15" end="1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15" end="15"/>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8">
                                            <p:txEl>
                                              <p:pRg st="16" end="16"/>
                                            </p:txEl>
                                          </p:spTgt>
                                        </p:tgtEl>
                                        <p:attrNameLst>
                                          <p:attrName>style.visibility</p:attrName>
                                        </p:attrNameLst>
                                      </p:cBhvr>
                                      <p:to>
                                        <p:strVal val="visible"/>
                                      </p:to>
                                    </p:set>
                                    <p:anim calcmode="lin" valueType="num">
                                      <p:cBhvr additive="base">
                                        <p:cTn id="41" dur="500" fill="hold"/>
                                        <p:tgtEl>
                                          <p:spTgt spid="8">
                                            <p:txEl>
                                              <p:pRg st="16" end="1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8">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8851" y="-16042"/>
            <a:ext cx="6550429" cy="533400"/>
          </a:xfrm>
        </p:spPr>
        <p:txBody>
          <a:bodyPr>
            <a:noAutofit/>
          </a:bodyPr>
          <a:lstStyle/>
          <a:p>
            <a:pPr algn="ctr"/>
            <a:r>
              <a:rPr lang="en-US" sz="4000" dirty="0"/>
              <a:t>Linearity (Continued)</a:t>
            </a:r>
          </a:p>
        </p:txBody>
      </p:sp>
      <p:sp>
        <p:nvSpPr>
          <p:cNvPr id="8" name="Rectangle 7"/>
          <p:cNvSpPr/>
          <p:nvPr/>
        </p:nvSpPr>
        <p:spPr>
          <a:xfrm>
            <a:off x="276726" y="678720"/>
            <a:ext cx="11735979" cy="5998052"/>
          </a:xfrm>
          <a:prstGeom prst="rect">
            <a:avLst/>
          </a:prstGeom>
          <a:solidFill>
            <a:schemeClr val="tx1"/>
          </a:solidFill>
          <a:ln w="38100" cmpd="thickThin">
            <a:solidFill>
              <a:schemeClr val="accent1"/>
            </a:solidFill>
          </a:ln>
        </p:spPr>
        <p:txBody>
          <a:bodyPr wrap="square">
            <a:spAutoFit/>
          </a:bodyPr>
          <a:lstStyle/>
          <a:p>
            <a:pPr marL="285750" indent="-285750">
              <a:lnSpc>
                <a:spcPct val="107000"/>
              </a:lnSpc>
              <a:spcBef>
                <a:spcPts val="0"/>
              </a:spcBef>
              <a:spcAft>
                <a:spcPts val="0"/>
              </a:spcAft>
              <a:buFont typeface="Arial" panose="020B0604020202020204" pitchFamily="34" charset="0"/>
              <a:buChar char="•"/>
            </a:pPr>
            <a:endParaRPr lang="en-US" dirty="0">
              <a:solidFill>
                <a:schemeClr val="bg1"/>
              </a:solidFill>
              <a:latin typeface="Cambria Math" panose="02040503050406030204" pitchFamily="18" charset="0"/>
              <a:ea typeface="Cambria Math" panose="02040503050406030204" pitchFamily="18" charset="0"/>
            </a:endParaRPr>
          </a:p>
          <a:p>
            <a:pPr marL="285750" indent="-285750">
              <a:lnSpc>
                <a:spcPct val="107000"/>
              </a:lnSpc>
              <a:spcBef>
                <a:spcPts val="0"/>
              </a:spcBef>
              <a:spcAft>
                <a:spcPts val="0"/>
              </a:spcAft>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rPr>
              <a:t>Why doesn’t homogeneity and additivity apply to non-linear systems?</a:t>
            </a:r>
          </a:p>
          <a:p>
            <a:pPr algn="ct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r>
              <a:rPr lang="en-US" dirty="0">
                <a:solidFill>
                  <a:schemeClr val="bg1"/>
                </a:solidFill>
                <a:latin typeface="Cambria Math" panose="02040503050406030204" pitchFamily="18" charset="0"/>
                <a:ea typeface="Cambria Math" panose="02040503050406030204" pitchFamily="18" charset="0"/>
              </a:rPr>
              <a:t>Because as shown for the diode i-v characteristics, homogeneity (scaling) definitely doesn’t hold true in general. Additivity is similar. Could have two DC voltages applies separately that result in almost zero diode current, </a:t>
            </a:r>
          </a:p>
          <a:p>
            <a:pPr>
              <a:lnSpc>
                <a:spcPct val="107000"/>
              </a:lnSpc>
              <a:spcBef>
                <a:spcPts val="0"/>
              </a:spcBef>
              <a:spcAft>
                <a:spcPts val="0"/>
              </a:spcAft>
            </a:pPr>
            <a:r>
              <a:rPr lang="en-US" dirty="0">
                <a:solidFill>
                  <a:schemeClr val="bg1"/>
                </a:solidFill>
                <a:latin typeface="Cambria Math" panose="02040503050406030204" pitchFamily="18" charset="0"/>
                <a:ea typeface="Cambria Math" panose="02040503050406030204" pitchFamily="18" charset="0"/>
              </a:rPr>
              <a:t>yet when added together the resulting diode current could be much greater than that with separately applied voltages.</a:t>
            </a: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a:p>
            <a:pPr marL="285750" indent="-285750">
              <a:lnSpc>
                <a:spcPct val="107000"/>
              </a:lnSpc>
              <a:spcBef>
                <a:spcPts val="0"/>
              </a:spcBef>
              <a:spcAft>
                <a:spcPts val="0"/>
              </a:spcAft>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rPr>
              <a:t>Superposition principle founded upon the additivity property of linear systems.</a:t>
            </a:r>
          </a:p>
          <a:p>
            <a:pPr>
              <a:lnSpc>
                <a:spcPct val="107000"/>
              </a:lnSpc>
              <a:spcBef>
                <a:spcPts val="0"/>
              </a:spcBef>
              <a:spcAft>
                <a:spcPts val="0"/>
              </a:spcAft>
            </a:pPr>
            <a:endParaRPr lang="en-US" dirty="0">
              <a:solidFill>
                <a:schemeClr val="bg1"/>
              </a:solidFill>
              <a:latin typeface="Cambria Math" panose="02040503050406030204" pitchFamily="18" charset="0"/>
              <a:ea typeface="Cambria Math" panose="02040503050406030204" pitchFamily="18" charset="0"/>
            </a:endParaRPr>
          </a:p>
        </p:txBody>
      </p:sp>
      <p:pic>
        <p:nvPicPr>
          <p:cNvPr id="4" name="Picture 3">
            <a:extLst>
              <a:ext uri="{FF2B5EF4-FFF2-40B4-BE49-F238E27FC236}">
                <a16:creationId xmlns:a16="http://schemas.microsoft.com/office/drawing/2014/main" id="{80BE7BDC-160F-4EF8-A7B3-688C445BB2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366" y="2763341"/>
            <a:ext cx="10413268" cy="2647557"/>
          </a:xfrm>
          <a:prstGeom prst="rect">
            <a:avLst/>
          </a:prstGeom>
        </p:spPr>
      </p:pic>
    </p:spTree>
    <p:extLst>
      <p:ext uri="{BB962C8B-B14F-4D97-AF65-F5344CB8AC3E}">
        <p14:creationId xmlns:p14="http://schemas.microsoft.com/office/powerpoint/2010/main" val="2256658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 calcmode="lin" valueType="num">
                                      <p:cBhvr additive="base">
                                        <p:cTn id="7"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anim calcmode="lin" valueType="num">
                                      <p:cBhvr additive="base">
                                        <p:cTn id="1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xEl>
                                              <p:pRg st="17" end="17"/>
                                            </p:txEl>
                                          </p:spTgt>
                                        </p:tgtEl>
                                        <p:attrNameLst>
                                          <p:attrName>style.visibility</p:attrName>
                                        </p:attrNameLst>
                                      </p:cBhvr>
                                      <p:to>
                                        <p:strVal val="visible"/>
                                      </p:to>
                                    </p:set>
                                    <p:anim calcmode="lin" valueType="num">
                                      <p:cBhvr additive="base">
                                        <p:cTn id="17" dur="500" fill="hold"/>
                                        <p:tgtEl>
                                          <p:spTgt spid="8">
                                            <p:txEl>
                                              <p:pRg st="17" end="1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99297" y="2951551"/>
            <a:ext cx="2568122" cy="770703"/>
          </a:xfrm>
        </p:spPr>
        <p:txBody>
          <a:bodyPr/>
          <a:lstStyle/>
          <a:p>
            <a:r>
              <a:rPr lang="en-US" sz="6000" dirty="0"/>
              <a:t>The End</a:t>
            </a:r>
          </a:p>
        </p:txBody>
      </p:sp>
    </p:spTree>
    <p:extLst>
      <p:ext uri="{BB962C8B-B14F-4D97-AF65-F5344CB8AC3E}">
        <p14:creationId xmlns:p14="http://schemas.microsoft.com/office/powerpoint/2010/main" val="175743776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99297" y="2951551"/>
            <a:ext cx="2568122" cy="770703"/>
          </a:xfrm>
        </p:spPr>
        <p:txBody>
          <a:bodyPr/>
          <a:lstStyle/>
          <a:p>
            <a:r>
              <a:rPr lang="en-US" sz="6000" dirty="0"/>
              <a:t>Extra</a:t>
            </a:r>
          </a:p>
        </p:txBody>
      </p:sp>
    </p:spTree>
    <p:extLst>
      <p:ext uri="{BB962C8B-B14F-4D97-AF65-F5344CB8AC3E}">
        <p14:creationId xmlns:p14="http://schemas.microsoft.com/office/powerpoint/2010/main" val="1770315274"/>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0115" y="-27432"/>
            <a:ext cx="8587987" cy="533400"/>
          </a:xfrm>
        </p:spPr>
        <p:txBody>
          <a:bodyPr>
            <a:noAutofit/>
          </a:bodyPr>
          <a:lstStyle/>
          <a:p>
            <a:pPr algn="ctr"/>
            <a:r>
              <a:rPr lang="en-US" sz="4000" dirty="0"/>
              <a:t>Simplified 741 IC Op-Amp Schematic</a:t>
            </a:r>
          </a:p>
        </p:txBody>
      </p:sp>
      <p:sp>
        <p:nvSpPr>
          <p:cNvPr id="8" name="Rectangle 7"/>
          <p:cNvSpPr/>
          <p:nvPr/>
        </p:nvSpPr>
        <p:spPr>
          <a:xfrm>
            <a:off x="117696" y="596512"/>
            <a:ext cx="11995842" cy="5930213"/>
          </a:xfrm>
          <a:prstGeom prst="rect">
            <a:avLst/>
          </a:prstGeom>
          <a:solidFill>
            <a:schemeClr val="tx1">
              <a:lumMod val="95000"/>
            </a:schemeClr>
          </a:solidFill>
          <a:ln w="38100" cmpd="thickThin">
            <a:solidFill>
              <a:schemeClr val="accent1"/>
            </a:solidFill>
          </a:ln>
        </p:spPr>
        <p:txBody>
          <a:bodyPr wrap="square">
            <a:spAutoFit/>
          </a:bodyPr>
          <a:lstStyle/>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741 op-amp utilizes bipolar junction transistors, resistors, diodes and a</a:t>
            </a:r>
          </a:p>
          <a:p>
            <a:pPr marL="0" marR="0" lvl="0" indent="0" algn="l" defTabSz="914400" rtl="0" eaLnBrk="1" fontAlgn="base" latinLnBrk="0" hangingPunct="1">
              <a:lnSpc>
                <a:spcPct val="107000"/>
              </a:lnSpc>
              <a:spcBef>
                <a:spcPts val="0"/>
              </a:spcBef>
              <a:spcAft>
                <a:spcPts val="1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capacitor, all integrated into one silicon chip or IC, and costing less that $1.00.</a:t>
            </a:r>
          </a:p>
          <a:p>
            <a:pPr marL="285750" marR="0" lvl="0" indent="-285750" algn="l" defTabSz="914400" rtl="0" eaLnBrk="1" fontAlgn="base" latinLnBrk="0" hangingPunct="1">
              <a:lnSpc>
                <a:spcPct val="107000"/>
              </a:lnSpc>
              <a:spcBef>
                <a:spcPts val="0"/>
              </a:spcBef>
              <a:spcAft>
                <a:spcPts val="180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Op-amp assumptions for Hand Calculations: (Technical Interviews.)</a:t>
            </a: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1. Infinite open-loop voltage gain. What is open-loop gain?</a:t>
            </a: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2. Infinite input resistance, meaning the current into the minus and plus input terminals equals 0 A.</a:t>
            </a:r>
          </a:p>
          <a:p>
            <a:pPr marL="0" marR="0" lvl="0" indent="0" algn="l" defTabSz="914400" rtl="0" eaLnBrk="1" fontAlgn="base" latinLnBrk="0" hangingPunct="1">
              <a:lnSpc>
                <a:spcPct val="107000"/>
              </a:lnSpc>
              <a:spcBef>
                <a:spcPts val="0"/>
              </a:spcBef>
              <a:spcAft>
                <a:spcPts val="180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3. Zero output resistance, which is the assumption made for an ideal voltage source.</a:t>
            </a:r>
          </a:p>
          <a:p>
            <a:pPr marL="285750" marR="0" lvl="0" indent="-285750" algn="l" defTabSz="914400" rtl="0" eaLnBrk="1" fontAlgn="base" latinLnBrk="0" hangingPunct="1">
              <a:lnSpc>
                <a:spcPct val="107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An additional ideal op-amp assumption is that </a:t>
            </a: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when negative feedback is incorporated we assume that the voltage difference between the inverting (minus -) and non-inverting (plus +) inputs equals 0 V</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Why can we assume the voltage difference between the minus and plus inputs is zero with negative feedback?</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Many op-amps have a dc open-loop gain ≥ 50,000. Because of large open-loop voltage gain and negative feedback,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out</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is always adjusting the minus input towards the plus input. </a:t>
            </a:r>
          </a:p>
        </p:txBody>
      </p:sp>
      <p:pic>
        <p:nvPicPr>
          <p:cNvPr id="5" name="Picture 4" descr="Diagram, schematic&#10;&#10;Description automatically generated">
            <a:extLst>
              <a:ext uri="{FF2B5EF4-FFF2-40B4-BE49-F238E27FC236}">
                <a16:creationId xmlns:a16="http://schemas.microsoft.com/office/drawing/2014/main" id="{84E610F6-0118-4A6A-BA7B-B066075034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5610" y="645748"/>
            <a:ext cx="3689226" cy="2865548"/>
          </a:xfrm>
          <a:prstGeom prst="rect">
            <a:avLst/>
          </a:prstGeom>
        </p:spPr>
      </p:pic>
      <p:pic>
        <p:nvPicPr>
          <p:cNvPr id="6" name="Picture 5" descr="A picture containing shape&#10;&#10;Description automatically generated">
            <a:extLst>
              <a:ext uri="{FF2B5EF4-FFF2-40B4-BE49-F238E27FC236}">
                <a16:creationId xmlns:a16="http://schemas.microsoft.com/office/drawing/2014/main" id="{0F1A75A1-1FA4-4923-9F02-EAA24D73D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7239" y="645748"/>
            <a:ext cx="2359152" cy="1291536"/>
          </a:xfrm>
          <a:prstGeom prst="rect">
            <a:avLst/>
          </a:prstGeom>
        </p:spPr>
      </p:pic>
      <p:sp>
        <p:nvSpPr>
          <p:cNvPr id="3" name="Arrow: Left-Right 2">
            <a:extLst>
              <a:ext uri="{FF2B5EF4-FFF2-40B4-BE49-F238E27FC236}">
                <a16:creationId xmlns:a16="http://schemas.microsoft.com/office/drawing/2014/main" id="{C6AD03A9-3D90-4195-B1E6-A793426B9E2F}"/>
              </a:ext>
            </a:extLst>
          </p:cNvPr>
          <p:cNvSpPr/>
          <p:nvPr/>
        </p:nvSpPr>
        <p:spPr bwMode="auto">
          <a:xfrm>
            <a:off x="5166360" y="1034225"/>
            <a:ext cx="1618488" cy="693991"/>
          </a:xfrm>
          <a:prstGeom prst="leftRightArrow">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Tree>
    <p:extLst>
      <p:ext uri="{BB962C8B-B14F-4D97-AF65-F5344CB8AC3E}">
        <p14:creationId xmlns:p14="http://schemas.microsoft.com/office/powerpoint/2010/main" val="1912390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7" end="7"/>
                                            </p:txEl>
                                          </p:spTgt>
                                        </p:tgtEl>
                                        <p:attrNameLst>
                                          <p:attrName>style.visibility</p:attrName>
                                        </p:attrNameLst>
                                      </p:cBhvr>
                                      <p:to>
                                        <p:strVal val="visible"/>
                                      </p:to>
                                    </p:set>
                                    <p:anim calcmode="lin" valueType="num">
                                      <p:cBhvr additive="base">
                                        <p:cTn id="7"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8" end="8"/>
                                            </p:txEl>
                                          </p:spTgt>
                                        </p:tgtEl>
                                        <p:attrNameLst>
                                          <p:attrName>style.visibility</p:attrName>
                                        </p:attrNameLst>
                                      </p:cBhvr>
                                      <p:to>
                                        <p:strVal val="visible"/>
                                      </p:to>
                                    </p:set>
                                    <p:anim calcmode="lin" valueType="num">
                                      <p:cBhvr additive="base">
                                        <p:cTn id="13"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9" end="9"/>
                                            </p:txEl>
                                          </p:spTgt>
                                        </p:tgtEl>
                                        <p:attrNameLst>
                                          <p:attrName>style.visibility</p:attrName>
                                        </p:attrNameLst>
                                      </p:cBhvr>
                                      <p:to>
                                        <p:strVal val="visible"/>
                                      </p:to>
                                    </p:set>
                                    <p:anim calcmode="lin" valueType="num">
                                      <p:cBhvr additive="base">
                                        <p:cTn id="19"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10" end="10"/>
                                            </p:txEl>
                                          </p:spTgt>
                                        </p:tgtEl>
                                        <p:attrNameLst>
                                          <p:attrName>style.visibility</p:attrName>
                                        </p:attrNameLst>
                                      </p:cBhvr>
                                      <p:to>
                                        <p:strVal val="visible"/>
                                      </p:to>
                                    </p:set>
                                    <p:anim calcmode="lin" valueType="num">
                                      <p:cBhvr additive="base">
                                        <p:cTn id="25"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11" end="11"/>
                                            </p:txEl>
                                          </p:spTgt>
                                        </p:tgtEl>
                                        <p:attrNameLst>
                                          <p:attrName>style.visibility</p:attrName>
                                        </p:attrNameLst>
                                      </p:cBhvr>
                                      <p:to>
                                        <p:strVal val="visible"/>
                                      </p:to>
                                    </p:set>
                                    <p:anim calcmode="lin" valueType="num">
                                      <p:cBhvr additive="base">
                                        <p:cTn id="31" dur="500" fill="hold"/>
                                        <p:tgtEl>
                                          <p:spTgt spid="8">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xEl>
                                              <p:pRg st="12" end="12"/>
                                            </p:txEl>
                                          </p:spTgt>
                                        </p:tgtEl>
                                        <p:attrNameLst>
                                          <p:attrName>style.visibility</p:attrName>
                                        </p:attrNameLst>
                                      </p:cBhvr>
                                      <p:to>
                                        <p:strVal val="visible"/>
                                      </p:to>
                                    </p:set>
                                    <p:anim calcmode="lin" valueType="num">
                                      <p:cBhvr additive="base">
                                        <p:cTn id="37"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
                                            <p:txEl>
                                              <p:pRg st="13" end="13"/>
                                            </p:txEl>
                                          </p:spTgt>
                                        </p:tgtEl>
                                        <p:attrNameLst>
                                          <p:attrName>style.visibility</p:attrName>
                                        </p:attrNameLst>
                                      </p:cBhvr>
                                      <p:to>
                                        <p:strVal val="visible"/>
                                      </p:to>
                                    </p:set>
                                    <p:anim calcmode="lin" valueType="num">
                                      <p:cBhvr additive="base">
                                        <p:cTn id="43" dur="500" fill="hold"/>
                                        <p:tgtEl>
                                          <p:spTgt spid="8">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7550" y="0"/>
            <a:ext cx="5000915" cy="533400"/>
          </a:xfrm>
        </p:spPr>
        <p:txBody>
          <a:bodyPr>
            <a:noAutofit/>
          </a:bodyPr>
          <a:lstStyle/>
          <a:p>
            <a:pPr algn="ctr"/>
            <a:r>
              <a:rPr lang="en-US" sz="4000" dirty="0"/>
              <a:t> Ideal Voltage Follower</a:t>
            </a:r>
          </a:p>
        </p:txBody>
      </p:sp>
      <p:sp>
        <p:nvSpPr>
          <p:cNvPr id="8" name="Rectangle 7"/>
          <p:cNvSpPr/>
          <p:nvPr/>
        </p:nvSpPr>
        <p:spPr>
          <a:xfrm>
            <a:off x="181762" y="648214"/>
            <a:ext cx="11828476" cy="5998052"/>
          </a:xfrm>
          <a:prstGeom prst="rect">
            <a:avLst/>
          </a:prstGeom>
          <a:solidFill>
            <a:schemeClr val="tx1">
              <a:lumMod val="95000"/>
            </a:schemeClr>
          </a:solidFill>
          <a:ln w="38100" cmpd="thickThin">
            <a:solidFill>
              <a:schemeClr val="accent1"/>
            </a:solidFill>
          </a:ln>
        </p:spPr>
        <p:txBody>
          <a:bodyPr wrap="square">
            <a:spAutoFit/>
          </a:bodyPr>
          <a:lstStyle/>
          <a:p>
            <a:pPr marL="514350" marR="0" lvl="0" indent="-2857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What is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out</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 and why in the adjacent circuit?</a:t>
            </a:r>
          </a:p>
          <a:p>
            <a:pPr marL="514350" marR="0" lvl="0" indent="-2857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endParaRPr>
          </a:p>
          <a:p>
            <a:pPr marL="228600" lvl="0">
              <a:lnSpc>
                <a:spcPct val="107000"/>
              </a:lnSpc>
              <a:defRPr/>
            </a:pP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p</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 </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m</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Also,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p</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 </a:t>
            </a:r>
            <a:r>
              <a:rPr lang="en-US" dirty="0">
                <a:solidFill>
                  <a:prstClr val="black"/>
                </a:solidFill>
                <a:latin typeface="Cambria Math" panose="02040503050406030204" pitchFamily="18" charset="0"/>
                <a:ea typeface="Cambria Math" panose="02040503050406030204" pitchFamily="18" charset="0"/>
              </a:rPr>
              <a:t>V</a:t>
            </a:r>
            <a:r>
              <a:rPr lang="en-US" baseline="-25000" dirty="0">
                <a:solidFill>
                  <a:prstClr val="black"/>
                </a:solidFill>
                <a:latin typeface="Cambria Math" panose="02040503050406030204" pitchFamily="18" charset="0"/>
                <a:ea typeface="Cambria Math" panose="02040503050406030204" pitchFamily="18" charset="0"/>
              </a:rPr>
              <a:t>in</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Therefore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out</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 </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r>
              <a:rPr lang="en-US" dirty="0" err="1">
                <a:solidFill>
                  <a:prstClr val="black"/>
                </a:solidFill>
                <a:latin typeface="Cambria Math" panose="02040503050406030204" pitchFamily="18" charset="0"/>
                <a:ea typeface="Cambria Math" panose="02040503050406030204" pitchFamily="18" charset="0"/>
              </a:rPr>
              <a:t>V</a:t>
            </a:r>
            <a:r>
              <a:rPr lang="en-US" baseline="-25000" dirty="0" err="1">
                <a:solidFill>
                  <a:prstClr val="black"/>
                </a:solidFill>
                <a:latin typeface="Cambria Math" panose="02040503050406030204" pitchFamily="18" charset="0"/>
                <a:ea typeface="Cambria Math" panose="02040503050406030204" pitchFamily="18" charset="0"/>
              </a:rPr>
              <a:t>out</a:t>
            </a:r>
            <a:r>
              <a:rPr lang="en-US" dirty="0">
                <a:solidFill>
                  <a:prstClr val="black"/>
                </a:solidFill>
                <a:latin typeface="Cambria Math" panose="02040503050406030204" pitchFamily="18" charset="0"/>
                <a:ea typeface="Cambria Math" panose="02040503050406030204" pitchFamily="18" charset="0"/>
              </a:rPr>
              <a:t> is said to follow V</a:t>
            </a:r>
            <a:r>
              <a:rPr lang="en-US" baseline="-25000" dirty="0">
                <a:solidFill>
                  <a:prstClr val="black"/>
                </a:solidFill>
                <a:latin typeface="Cambria Math" panose="02040503050406030204" pitchFamily="18" charset="0"/>
                <a:ea typeface="Cambria Math" panose="02040503050406030204" pitchFamily="18" charset="0"/>
              </a:rPr>
              <a:t>in</a:t>
            </a:r>
            <a:r>
              <a:rPr lang="en-US" dirty="0">
                <a:solidFill>
                  <a:prstClr val="black"/>
                </a:solidFill>
                <a:latin typeface="Cambria Math" panose="02040503050406030204" pitchFamily="18" charset="0"/>
                <a:ea typeface="Cambria Math" panose="02040503050406030204" pitchFamily="18" charset="0"/>
              </a:rPr>
              <a:t>.</a:t>
            </a: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228600" marR="0" lvl="0" indent="0" algn="l" defTabSz="914400" rtl="0" eaLnBrk="1" fontAlgn="auto" latinLnBrk="0" hangingPunct="1">
              <a:lnSpc>
                <a:spcPct val="107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514350" marR="0" lvl="0" indent="-2857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Why does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p</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m</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a:t>
            </a:r>
          </a:p>
          <a:p>
            <a:pPr marL="228600" marR="0" lvl="0" indent="0" algn="l" defTabSz="914400" rtl="0" eaLnBrk="1" fontAlgn="auto" latinLnBrk="0" hangingPunct="1">
              <a:lnSpc>
                <a:spcPct val="107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228600" marR="0" lvl="0" indent="0" algn="l" defTabSz="914400" rtl="0" eaLnBrk="1" fontAlgn="auto"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Because of large open-loop voltage gain and negative feedback,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out</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is always adjusting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m</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towards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p</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p>
          <a:p>
            <a:pPr marL="228600" marR="0" lvl="0" indent="0" algn="l" defTabSz="914400" rtl="0" eaLnBrk="1" fontAlgn="auto" latinLnBrk="0" hangingPunct="1">
              <a:lnSpc>
                <a:spcPct val="107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685800" lvl="1">
              <a:lnSpc>
                <a:spcPct val="107000"/>
              </a:lnSpc>
              <a:defRPr/>
            </a:pP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If </a:t>
            </a:r>
            <a:r>
              <a:rPr kumimoji="0" lang="en-US"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V</a:t>
            </a:r>
            <a:r>
              <a:rPr kumimoji="0" lang="en-US"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out</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became &lt; </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V</a:t>
            </a:r>
            <a:r>
              <a:rPr kumimoji="0" lang="en-US" b="0" i="0" u="none" strike="noStrike" kern="120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cs typeface="+mn-cs"/>
              </a:rPr>
              <a:t>in</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then </a:t>
            </a:r>
            <a:r>
              <a:rPr kumimoji="0" lang="en-US"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p</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&gt; </a:t>
            </a:r>
            <a:r>
              <a:rPr kumimoji="0" lang="en-US"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m</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resulting in </a:t>
            </a:r>
            <a:r>
              <a:rPr kumimoji="0" lang="en-US"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V</a:t>
            </a:r>
            <a:r>
              <a:rPr kumimoji="0" lang="en-US"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out</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increasing until </a:t>
            </a:r>
            <a:r>
              <a:rPr kumimoji="0" lang="en-US"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V</a:t>
            </a:r>
            <a:r>
              <a:rPr kumimoji="0" lang="en-US"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m</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again equals </a:t>
            </a:r>
            <a:r>
              <a:rPr kumimoji="0" lang="en-US"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V</a:t>
            </a:r>
            <a:r>
              <a:rPr kumimoji="0" lang="en-US"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p</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a:t>
            </a:r>
          </a:p>
          <a:p>
            <a:pPr marL="228600" marR="0" lvl="0" indent="0" algn="l" defTabSz="914400" rtl="0" eaLnBrk="1" fontAlgn="auto" latinLnBrk="0" hangingPunct="1">
              <a:lnSpc>
                <a:spcPct val="107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685800" lvl="1">
              <a:lnSpc>
                <a:spcPct val="107000"/>
              </a:lnSpc>
              <a:defRPr/>
            </a:pP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If </a:t>
            </a:r>
            <a:r>
              <a:rPr kumimoji="0" lang="en-US"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V</a:t>
            </a:r>
            <a:r>
              <a:rPr kumimoji="0" lang="en-US"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out</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became &gt; </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V</a:t>
            </a:r>
            <a:r>
              <a:rPr kumimoji="0" lang="en-US" b="0" i="0" u="none" strike="noStrike" kern="120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cs typeface="+mn-cs"/>
              </a:rPr>
              <a:t>in</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then </a:t>
            </a:r>
            <a:r>
              <a:rPr kumimoji="0" lang="en-US"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p</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&lt; </a:t>
            </a:r>
            <a:r>
              <a:rPr kumimoji="0" lang="en-US"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m</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resulting in </a:t>
            </a:r>
            <a:r>
              <a:rPr kumimoji="0" lang="en-US"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V</a:t>
            </a:r>
            <a:r>
              <a:rPr kumimoji="0" lang="en-US"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out</a:t>
            </a:r>
            <a:r>
              <a:rPr kumimoji="0" lang="en-US" b="0" i="0" u="none" strike="noStrike" kern="120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cs typeface="+mn-cs"/>
              </a:rPr>
              <a:t> </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decreasing until </a:t>
            </a:r>
            <a:r>
              <a:rPr kumimoji="0" lang="en-US"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V</a:t>
            </a:r>
            <a:r>
              <a:rPr kumimoji="0" lang="en-US"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m</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again equals </a:t>
            </a:r>
            <a:r>
              <a:rPr kumimoji="0" lang="en-US"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V</a:t>
            </a:r>
            <a:r>
              <a:rPr kumimoji="0" lang="en-US"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mn-cs"/>
              </a:rPr>
              <a:t>p</a:t>
            </a:r>
            <a:r>
              <a:rPr kumimoji="0" lang="en-US"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a:t>
            </a:r>
          </a:p>
          <a:p>
            <a:pPr marL="685800" lvl="1">
              <a:lnSpc>
                <a:spcPct val="107000"/>
              </a:lnSpc>
              <a:defRPr/>
            </a:pPr>
            <a:endPar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a:p>
            <a:pPr marL="228600">
              <a:lnSpc>
                <a:spcPct val="107000"/>
              </a:lnSpc>
              <a:defRPr/>
            </a:pP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The only time that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out</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is not adjusting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m</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towards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p</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is when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m</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p</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which implies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out</a:t>
            </a:r>
            <a:r>
              <a:rPr lang="en-US" baseline="-250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V</a:t>
            </a:r>
            <a:r>
              <a:rPr lang="en-US" baseline="-250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in</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Hence,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out</a:t>
            </a:r>
            <a:r>
              <a:rPr lang="en-US" baseline="-250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follows V</a:t>
            </a:r>
            <a:r>
              <a:rPr lang="en-US" baseline="-250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in</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a:t>
            </a:r>
          </a:p>
          <a:p>
            <a:pPr marL="228600" lvl="0">
              <a:lnSpc>
                <a:spcPct val="107000"/>
              </a:lnSpc>
              <a:defRPr/>
            </a:pPr>
            <a:endPar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a:p>
            <a:pPr marL="685800" lvl="1">
              <a:lnSpc>
                <a:spcPct val="107000"/>
              </a:lnSpc>
              <a:defRPr/>
            </a:pP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The further away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m</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is from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p</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the more forcefully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out</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adjusts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m</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towards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p</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a:t>
            </a:r>
          </a:p>
          <a:p>
            <a:pPr marL="228600">
              <a:lnSpc>
                <a:spcPct val="107000"/>
              </a:lnSpc>
              <a:defRPr/>
            </a:pPr>
            <a:endPar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a:p>
            <a:pPr marL="685800" lvl="1">
              <a:lnSpc>
                <a:spcPct val="107000"/>
              </a:lnSpc>
              <a:defRPr/>
            </a:pP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The closer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m</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is to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p</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the less forcefully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out</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adjusts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m</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towards </a:t>
            </a:r>
            <a:r>
              <a:rPr lang="en-US"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V</a:t>
            </a:r>
            <a:r>
              <a:rPr lang="en-US" baseline="-250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p</a:t>
            </a:r>
            <a:r>
              <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a:t>
            </a:r>
          </a:p>
          <a:p>
            <a:pPr marL="228600" lvl="0">
              <a:lnSpc>
                <a:spcPct val="107000"/>
              </a:lnSpc>
              <a:defRPr/>
            </a:pPr>
            <a:endParaRPr lang="en-US"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a:p>
            <a:pPr marL="514350" marR="0" lvl="0" indent="-2857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Since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out</a:t>
            </a:r>
            <a:r>
              <a:rPr kumimoji="0" lang="en-US" sz="1800" b="0" i="0" u="none" strike="noStrike" kern="120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V</a:t>
            </a:r>
            <a:r>
              <a:rPr kumimoji="0" lang="en-US" sz="1800" b="0" i="0" u="none" strike="noStrike" kern="120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in</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the resulting voltage gain with feedback, i.e., closed-loop gain = 1 because of negative feedback, whereas open-loop gain &gt;&gt; 1. </a:t>
            </a: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endParaRPr>
          </a:p>
        </p:txBody>
      </p:sp>
      <p:pic>
        <p:nvPicPr>
          <p:cNvPr id="5" name="Picture 4" descr="Diagram&#10;&#10;Description automatically generated">
            <a:extLst>
              <a:ext uri="{FF2B5EF4-FFF2-40B4-BE49-F238E27FC236}">
                <a16:creationId xmlns:a16="http://schemas.microsoft.com/office/drawing/2014/main" id="{1598A00C-6A6F-46FF-AC41-C3ACF84868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3765" y="715482"/>
            <a:ext cx="3715948" cy="1731665"/>
          </a:xfrm>
          <a:prstGeom prst="rect">
            <a:avLst/>
          </a:prstGeom>
        </p:spPr>
      </p:pic>
    </p:spTree>
    <p:extLst>
      <p:ext uri="{BB962C8B-B14F-4D97-AF65-F5344CB8AC3E}">
        <p14:creationId xmlns:p14="http://schemas.microsoft.com/office/powerpoint/2010/main" val="881291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anim calcmode="lin" valueType="num">
                                      <p:cBhvr additive="base">
                                        <p:cTn id="13"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anim calcmode="lin" valueType="num">
                                      <p:cBhvr additive="base">
                                        <p:cTn id="19"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xEl>
                                              <p:pRg st="8" end="8"/>
                                            </p:txEl>
                                          </p:spTgt>
                                        </p:tgtEl>
                                        <p:attrNameLst>
                                          <p:attrName>style.visibility</p:attrName>
                                        </p:attrNameLst>
                                      </p:cBhvr>
                                      <p:to>
                                        <p:strVal val="visible"/>
                                      </p:to>
                                    </p:set>
                                    <p:anim calcmode="lin" valueType="num">
                                      <p:cBhvr additive="base">
                                        <p:cTn id="23"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
                                            <p:txEl>
                                              <p:pRg st="10" end="10"/>
                                            </p:txEl>
                                          </p:spTgt>
                                        </p:tgtEl>
                                        <p:attrNameLst>
                                          <p:attrName>style.visibility</p:attrName>
                                        </p:attrNameLst>
                                      </p:cBhvr>
                                      <p:to>
                                        <p:strVal val="visible"/>
                                      </p:to>
                                    </p:set>
                                    <p:anim calcmode="lin" valueType="num">
                                      <p:cBhvr additive="base">
                                        <p:cTn id="27"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
                                            <p:txEl>
                                              <p:pRg st="12" end="12"/>
                                            </p:txEl>
                                          </p:spTgt>
                                        </p:tgtEl>
                                        <p:attrNameLst>
                                          <p:attrName>style.visibility</p:attrName>
                                        </p:attrNameLst>
                                      </p:cBhvr>
                                      <p:to>
                                        <p:strVal val="visible"/>
                                      </p:to>
                                    </p:set>
                                    <p:anim calcmode="lin" valueType="num">
                                      <p:cBhvr additive="base">
                                        <p:cTn id="31"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xEl>
                                              <p:pRg st="14" end="14"/>
                                            </p:txEl>
                                          </p:spTgt>
                                        </p:tgtEl>
                                        <p:attrNameLst>
                                          <p:attrName>style.visibility</p:attrName>
                                        </p:attrNameLst>
                                      </p:cBhvr>
                                      <p:to>
                                        <p:strVal val="visible"/>
                                      </p:to>
                                    </p:set>
                                    <p:anim calcmode="lin" valueType="num">
                                      <p:cBhvr additive="base">
                                        <p:cTn id="37" dur="500" fill="hold"/>
                                        <p:tgtEl>
                                          <p:spTgt spid="8">
                                            <p:txEl>
                                              <p:pRg st="14" end="1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14" end="14"/>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8">
                                            <p:txEl>
                                              <p:pRg st="16" end="16"/>
                                            </p:txEl>
                                          </p:spTgt>
                                        </p:tgtEl>
                                        <p:attrNameLst>
                                          <p:attrName>style.visibility</p:attrName>
                                        </p:attrNameLst>
                                      </p:cBhvr>
                                      <p:to>
                                        <p:strVal val="visible"/>
                                      </p:to>
                                    </p:set>
                                    <p:anim calcmode="lin" valueType="num">
                                      <p:cBhvr additive="base">
                                        <p:cTn id="41" dur="500" fill="hold"/>
                                        <p:tgtEl>
                                          <p:spTgt spid="8">
                                            <p:txEl>
                                              <p:pRg st="16" end="1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8">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8">
                                            <p:txEl>
                                              <p:pRg st="18" end="18"/>
                                            </p:txEl>
                                          </p:spTgt>
                                        </p:tgtEl>
                                        <p:attrNameLst>
                                          <p:attrName>style.visibility</p:attrName>
                                        </p:attrNameLst>
                                      </p:cBhvr>
                                      <p:to>
                                        <p:strVal val="visible"/>
                                      </p:to>
                                    </p:set>
                                    <p:anim calcmode="lin" valueType="num">
                                      <p:cBhvr additive="base">
                                        <p:cTn id="47" dur="500" fill="hold"/>
                                        <p:tgtEl>
                                          <p:spTgt spid="8">
                                            <p:txEl>
                                              <p:pRg st="18" end="1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8">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Rectangle 103"/>
          <p:cNvSpPr/>
          <p:nvPr/>
        </p:nvSpPr>
        <p:spPr>
          <a:xfrm>
            <a:off x="190831" y="782184"/>
            <a:ext cx="5850699" cy="341632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Feedback control: Inverted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Pendelum</a:t>
            </a: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eedback</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control is used to keep the bottom (-) end of the pendulum in vertical alignment with the top (+) end, with the controller constantly minimizing any difference. As a result, the bottom (-) end follows the vertical position of the top (+) end of the inverted pendulum. The horizontal corrective response of the controller has to be larger than any misalignment to keep the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pendelum</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inverted, making large horizontal gain and quick response time desirable. The larger the vertical mis-alignment, the larger the corrective response to minimize the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misallignment</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p:txBody>
      </p:sp>
      <p:sp>
        <p:nvSpPr>
          <p:cNvPr id="32" name="Rectangle 31"/>
          <p:cNvSpPr/>
          <p:nvPr/>
        </p:nvSpPr>
        <p:spPr>
          <a:xfrm>
            <a:off x="6449627" y="753609"/>
            <a:ext cx="5650105" cy="3970318"/>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Feedback control: Voltage Follower</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Feedback control is used to keep the minus (-) input of the op-amp equal to the plus (+) input, with the op-amp output constantly minimizing any difference. As a result, the minus (-) input follows the voltage of the plus (+) input of the op-amp when the output is connected to the minus (-) input, referred to as negative feedback. The corrective response of the op-amp has to be larger than any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for the output to follow the input, making large open-loop voltage gain and quick response time desirable.  The larger the magnitude of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i.e.,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the larger the corrective response to minimize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v</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p:txBody>
      </p:sp>
      <p:sp>
        <p:nvSpPr>
          <p:cNvPr id="26" name="Title 1"/>
          <p:cNvSpPr>
            <a:spLocks noGrp="1"/>
          </p:cNvSpPr>
          <p:nvPr>
            <p:ph type="title"/>
          </p:nvPr>
        </p:nvSpPr>
        <p:spPr>
          <a:xfrm>
            <a:off x="3127881" y="23949"/>
            <a:ext cx="5375264" cy="533400"/>
          </a:xfrm>
        </p:spPr>
        <p:txBody>
          <a:bodyPr>
            <a:noAutofit/>
          </a:bodyPr>
          <a:lstStyle/>
          <a:p>
            <a:pPr algn="ctr"/>
            <a:r>
              <a:rPr lang="en-US" sz="4000" dirty="0"/>
              <a:t>Feedback Control</a:t>
            </a:r>
          </a:p>
        </p:txBody>
      </p:sp>
      <p:grpSp>
        <p:nvGrpSpPr>
          <p:cNvPr id="12" name="Group 11">
            <a:extLst>
              <a:ext uri="{FF2B5EF4-FFF2-40B4-BE49-F238E27FC236}">
                <a16:creationId xmlns:a16="http://schemas.microsoft.com/office/drawing/2014/main" id="{9DE6A7F2-45BD-4A42-ABF6-04C947E78D40}"/>
              </a:ext>
            </a:extLst>
          </p:cNvPr>
          <p:cNvGrpSpPr/>
          <p:nvPr/>
        </p:nvGrpSpPr>
        <p:grpSpPr>
          <a:xfrm>
            <a:off x="1062948" y="4369384"/>
            <a:ext cx="2613702" cy="1955216"/>
            <a:chOff x="3648372" y="2563411"/>
            <a:chExt cx="2378159" cy="1720792"/>
          </a:xfrm>
        </p:grpSpPr>
        <p:sp>
          <p:nvSpPr>
            <p:cNvPr id="4" name="Rectangle 3"/>
            <p:cNvSpPr/>
            <p:nvPr/>
          </p:nvSpPr>
          <p:spPr bwMode="auto">
            <a:xfrm>
              <a:off x="4912408" y="3449760"/>
              <a:ext cx="628625" cy="834443"/>
            </a:xfrm>
            <a:prstGeom prst="rect">
              <a:avLst/>
            </a:prstGeom>
            <a:solidFill>
              <a:srgbClr val="002060"/>
            </a:solidFill>
            <a:ln>
              <a:noFill/>
              <a:headEnd type="none" w="med" len="med"/>
              <a:tailEnd type="none" w="med" len="med"/>
            </a:ln>
            <a:scene3d>
              <a:camera prst="orthographicFront" fov="0">
                <a:rot lat="0" lon="0" rev="0"/>
              </a:camera>
              <a:lightRig rig="glow" dir="t">
                <a:rot lat="0" lon="0" rev="6360000"/>
              </a:lightRig>
            </a:scene3d>
            <a:sp3d contourW="1000" prstMaterial="flat">
              <a:contourClr>
                <a:schemeClr val="accent2">
                  <a:satMod val="300000"/>
                </a:schemeClr>
              </a:contourClr>
            </a:sp3d>
          </p:spPr>
          <p:style>
            <a:lnRef idx="0">
              <a:schemeClr val="accent2"/>
            </a:lnRef>
            <a:fillRef idx="1001">
              <a:schemeClr val="lt1"/>
            </a:fillRef>
            <a:effectRef idx="3">
              <a:schemeClr val="accent2"/>
            </a:effectRef>
            <a:fontRef idx="minor">
              <a:schemeClr val="lt1"/>
            </a:fontRef>
          </p:style>
          <p:txBody>
            <a:bodyPr rot="0" spcFirstLastPara="0" vertOverflow="overflow" horzOverflow="overflow" vert="horz" wrap="square" lIns="68577" tIns="34289" rIns="68577" bIns="34289" numCol="1" spcCol="0" rtlCol="0" fromWordArt="0" anchor="ctr" anchorCtr="0" forceAA="0" compatLnSpc="1">
              <a:prstTxWarp prst="textNoShape">
                <a:avLst/>
              </a:prstTxWarp>
              <a:noAutofit/>
            </a:bodyPr>
            <a:lstStyle/>
            <a:p>
              <a:pPr marL="0" marR="0" lvl="0" indent="0" algn="ctr" defTabSz="685574" rtl="0" eaLnBrk="1" fontAlgn="base" latinLnBrk="0" hangingPunct="1">
                <a:lnSpc>
                  <a:spcPct val="100000"/>
                </a:lnSpc>
                <a:spcBef>
                  <a:spcPct val="0"/>
                </a:spcBef>
                <a:spcAft>
                  <a:spcPct val="0"/>
                </a:spcAft>
                <a:buClrTx/>
                <a:buSzTx/>
                <a:buFontTx/>
                <a:buNone/>
                <a:tabLst/>
                <a:defRPr/>
              </a:pPr>
              <a:endParaRPr kumimoji="0" lang="en-US" sz="1725"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25" name="Rectangle 24"/>
            <p:cNvSpPr/>
            <p:nvPr/>
          </p:nvSpPr>
          <p:spPr bwMode="auto">
            <a:xfrm rot="8056644">
              <a:off x="4478607" y="3632735"/>
              <a:ext cx="591443" cy="173498"/>
            </a:xfrm>
            <a:prstGeom prst="rect">
              <a:avLst/>
            </a:prstGeom>
            <a:solidFill>
              <a:srgbClr val="002060"/>
            </a:solidFill>
            <a:ln>
              <a:noFill/>
              <a:headEnd type="none" w="med" len="med"/>
              <a:tailEnd type="none" w="med" len="med"/>
            </a:ln>
            <a:effectLst/>
            <a:scene3d>
              <a:camera prst="orthographicFront" fov="0">
                <a:rot lat="0" lon="0" rev="0"/>
              </a:camera>
              <a:lightRig rig="glow" dir="t">
                <a:rot lat="0" lon="0" rev="6360000"/>
              </a:lightRig>
            </a:scene3d>
            <a:sp3d contourW="1000" prstMaterial="flat">
              <a:contourClr>
                <a:schemeClr val="accent2">
                  <a:satMod val="300000"/>
                </a:schemeClr>
              </a:contourClr>
            </a:sp3d>
          </p:spPr>
          <p:style>
            <a:lnRef idx="0">
              <a:schemeClr val="accent2"/>
            </a:lnRef>
            <a:fillRef idx="1001">
              <a:schemeClr val="lt1"/>
            </a:fillRef>
            <a:effectRef idx="3">
              <a:schemeClr val="accent2"/>
            </a:effectRef>
            <a:fontRef idx="minor">
              <a:schemeClr val="lt1"/>
            </a:fontRef>
          </p:style>
          <p:txBody>
            <a:bodyPr rot="0" spcFirstLastPara="0" vertOverflow="overflow" horzOverflow="overflow" vert="horz" wrap="square" lIns="68577" tIns="34289" rIns="68577" bIns="34289" numCol="1" spcCol="0" rtlCol="0" fromWordArt="0" anchor="ctr" anchorCtr="0" forceAA="0" compatLnSpc="1">
              <a:prstTxWarp prst="textNoShape">
                <a:avLst/>
              </a:prstTxWarp>
              <a:noAutofit/>
            </a:bodyPr>
            <a:lstStyle/>
            <a:p>
              <a:pPr marL="0" marR="0" lvl="0" indent="0" algn="ctr" defTabSz="685574" rtl="0" eaLnBrk="1" fontAlgn="base" latinLnBrk="0" hangingPunct="1">
                <a:lnSpc>
                  <a:spcPct val="100000"/>
                </a:lnSpc>
                <a:spcBef>
                  <a:spcPct val="0"/>
                </a:spcBef>
                <a:spcAft>
                  <a:spcPct val="0"/>
                </a:spcAft>
                <a:buClrTx/>
                <a:buSzTx/>
                <a:buFontTx/>
                <a:buNone/>
                <a:tabLst/>
                <a:defRPr/>
              </a:pPr>
              <a:endParaRPr kumimoji="0" lang="en-US" sz="1725"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2" name="Oval 1"/>
            <p:cNvSpPr/>
            <p:nvPr/>
          </p:nvSpPr>
          <p:spPr bwMode="auto">
            <a:xfrm>
              <a:off x="5002698" y="2992811"/>
              <a:ext cx="438347" cy="436934"/>
            </a:xfrm>
            <a:prstGeom prst="ellipse">
              <a:avLst/>
            </a:prstGeom>
            <a:solidFill>
              <a:srgbClr val="002060"/>
            </a:solidFill>
            <a:ln>
              <a:headEnd type="none" w="med" len="med"/>
              <a:tailEnd type="none" w="med" len="med"/>
            </a:ln>
            <a:scene3d>
              <a:camera prst="orthographicFront" fov="0">
                <a:rot lat="0" lon="0" rev="0"/>
              </a:camera>
              <a:lightRig rig="glow" dir="t">
                <a:rot lat="0" lon="0" rev="6360000"/>
              </a:lightRig>
            </a:scene3d>
            <a:sp3d contourW="1000" prstMaterial="flat">
              <a:contourClr>
                <a:schemeClr val="accent2">
                  <a:satMod val="300000"/>
                </a:schemeClr>
              </a:contourClr>
            </a:sp3d>
          </p:spPr>
          <p:style>
            <a:lnRef idx="0">
              <a:schemeClr val="accent2"/>
            </a:lnRef>
            <a:fillRef idx="1001">
              <a:schemeClr val="lt1"/>
            </a:fillRef>
            <a:effectRef idx="3">
              <a:schemeClr val="accent2"/>
            </a:effectRef>
            <a:fontRef idx="minor">
              <a:schemeClr val="lt1"/>
            </a:fontRef>
          </p:style>
          <p:txBody>
            <a:bodyPr rot="0" spcFirstLastPara="0" vertOverflow="overflow" horzOverflow="overflow" vert="horz" wrap="square" lIns="68577" tIns="34289" rIns="68577" bIns="34289" numCol="1" spcCol="0" rtlCol="0" fromWordArt="0" anchor="ctr" anchorCtr="0" forceAA="0" compatLnSpc="1">
              <a:prstTxWarp prst="textNoShape">
                <a:avLst/>
              </a:prstTxWarp>
              <a:noAutofit/>
            </a:bodyPr>
            <a:lstStyle/>
            <a:p>
              <a:pPr marL="0" marR="0" lvl="0" indent="0" algn="ctr" defTabSz="685574" rtl="0" eaLnBrk="1" fontAlgn="base" latinLnBrk="0" hangingPunct="1">
                <a:lnSpc>
                  <a:spcPct val="100000"/>
                </a:lnSpc>
                <a:spcBef>
                  <a:spcPct val="0"/>
                </a:spcBef>
                <a:spcAft>
                  <a:spcPct val="0"/>
                </a:spcAft>
                <a:buClrTx/>
                <a:buSzTx/>
                <a:buFontTx/>
                <a:buNone/>
                <a:tabLst/>
                <a:defRPr/>
              </a:pPr>
              <a:endParaRPr kumimoji="0" lang="en-US" sz="1725"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6" name="Rounded Rectangle 5"/>
            <p:cNvSpPr/>
            <p:nvPr/>
          </p:nvSpPr>
          <p:spPr bwMode="auto">
            <a:xfrm rot="2557916">
              <a:off x="5384552" y="3635091"/>
              <a:ext cx="641979" cy="172118"/>
            </a:xfrm>
            <a:prstGeom prst="roundRect">
              <a:avLst/>
            </a:prstGeom>
            <a:solidFill>
              <a:srgbClr val="002060"/>
            </a:solidFill>
            <a:ln>
              <a:headEnd type="none" w="med" len="med"/>
              <a:tailEnd type="none" w="med" len="med"/>
            </a:ln>
            <a:effectLst/>
            <a:scene3d>
              <a:camera prst="orthographicFront" fov="0">
                <a:rot lat="0" lon="0" rev="0"/>
              </a:camera>
              <a:lightRig rig="glow" dir="t">
                <a:rot lat="0" lon="0" rev="6360000"/>
              </a:lightRig>
            </a:scene3d>
            <a:sp3d contourW="1000" prstMaterial="flat">
              <a:contourClr>
                <a:schemeClr val="accent2">
                  <a:satMod val="300000"/>
                </a:schemeClr>
              </a:contourClr>
            </a:sp3d>
          </p:spPr>
          <p:style>
            <a:lnRef idx="0">
              <a:schemeClr val="accent2"/>
            </a:lnRef>
            <a:fillRef idx="1001">
              <a:schemeClr val="lt1"/>
            </a:fillRef>
            <a:effectRef idx="3">
              <a:schemeClr val="accent2"/>
            </a:effectRef>
            <a:fontRef idx="minor">
              <a:schemeClr val="lt1"/>
            </a:fontRef>
          </p:style>
          <p:txBody>
            <a:bodyPr rot="0" spcFirstLastPara="0" vertOverflow="overflow" horzOverflow="overflow" vert="horz" wrap="square" lIns="68577" tIns="34289" rIns="68577" bIns="34289" numCol="1" spcCol="0" rtlCol="0" fromWordArt="0" anchor="ctr" anchorCtr="0" forceAA="0" compatLnSpc="1">
              <a:prstTxWarp prst="textNoShape">
                <a:avLst/>
              </a:prstTxWarp>
              <a:noAutofit/>
            </a:bodyPr>
            <a:lstStyle/>
            <a:p>
              <a:pPr marL="0" marR="0" lvl="0" indent="0" algn="ctr" defTabSz="685574" rtl="0" eaLnBrk="1" fontAlgn="base" latinLnBrk="0" hangingPunct="1">
                <a:lnSpc>
                  <a:spcPct val="100000"/>
                </a:lnSpc>
                <a:spcBef>
                  <a:spcPct val="0"/>
                </a:spcBef>
                <a:spcAft>
                  <a:spcPct val="0"/>
                </a:spcAft>
                <a:buClrTx/>
                <a:buSzTx/>
                <a:buFontTx/>
                <a:buNone/>
                <a:tabLst/>
                <a:defRPr/>
              </a:pPr>
              <a:endParaRPr kumimoji="0" lang="en-US" sz="1725"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grpSp>
          <p:nvGrpSpPr>
            <p:cNvPr id="9" name="Group 8">
              <a:extLst>
                <a:ext uri="{FF2B5EF4-FFF2-40B4-BE49-F238E27FC236}">
                  <a16:creationId xmlns:a16="http://schemas.microsoft.com/office/drawing/2014/main" id="{E60119C6-3C7D-4678-A95A-C530695CD21A}"/>
                </a:ext>
              </a:extLst>
            </p:cNvPr>
            <p:cNvGrpSpPr/>
            <p:nvPr/>
          </p:nvGrpSpPr>
          <p:grpSpPr>
            <a:xfrm>
              <a:off x="3935180" y="2563411"/>
              <a:ext cx="124124" cy="1371962"/>
              <a:chOff x="3787418" y="2492188"/>
              <a:chExt cx="124124" cy="1371962"/>
            </a:xfrm>
          </p:grpSpPr>
          <p:sp>
            <p:nvSpPr>
              <p:cNvPr id="89" name="Rectangle 88"/>
              <p:cNvSpPr/>
              <p:nvPr/>
            </p:nvSpPr>
            <p:spPr bwMode="auto">
              <a:xfrm rot="16200000">
                <a:off x="3163499" y="3116107"/>
                <a:ext cx="1371962" cy="124124"/>
              </a:xfrm>
              <a:prstGeom prst="rect">
                <a:avLst/>
              </a:prstGeom>
              <a:solidFill>
                <a:schemeClr val="tx1">
                  <a:lumMod val="75000"/>
                </a:schemeClr>
              </a:solidFill>
              <a:ln>
                <a:headEnd type="none" w="med" len="med"/>
                <a:tailEnd type="none" w="med" len="med"/>
              </a:ln>
            </p:spPr>
            <p:style>
              <a:lnRef idx="0">
                <a:schemeClr val="accent2"/>
              </a:lnRef>
              <a:fillRef idx="1001">
                <a:schemeClr val="lt1"/>
              </a:fillRef>
              <a:effectRef idx="3">
                <a:schemeClr val="accent2"/>
              </a:effectRef>
              <a:fontRef idx="minor">
                <a:schemeClr val="lt1"/>
              </a:fontRef>
            </p:style>
            <p:txBody>
              <a:bodyPr rot="0" spcFirstLastPara="0" vertOverflow="overflow" horzOverflow="overflow" vert="horz" wrap="square" lIns="68577" tIns="34289" rIns="68577" bIns="34289" numCol="1" spcCol="0" rtlCol="0" fromWordArt="0" anchor="ctr" anchorCtr="0" forceAA="0" compatLnSpc="1">
                <a:prstTxWarp prst="textNoShape">
                  <a:avLst/>
                </a:prstTxWarp>
                <a:noAutofit/>
              </a:bodyPr>
              <a:lstStyle/>
              <a:p>
                <a:pPr marL="0" marR="0" lvl="0" indent="0" algn="ctr" defTabSz="685574" rtl="0" eaLnBrk="1" fontAlgn="base" latinLnBrk="0" hangingPunct="1">
                  <a:lnSpc>
                    <a:spcPct val="100000"/>
                  </a:lnSpc>
                  <a:spcBef>
                    <a:spcPct val="0"/>
                  </a:spcBef>
                  <a:spcAft>
                    <a:spcPct val="0"/>
                  </a:spcAft>
                  <a:buClrTx/>
                  <a:buSzTx/>
                  <a:buFontTx/>
                  <a:buNone/>
                  <a:tabLst/>
                  <a:defRPr/>
                </a:pPr>
                <a:endParaRPr kumimoji="0" lang="en-US" sz="1725"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5" name="Plus Sign 4">
                <a:extLst>
                  <a:ext uri="{FF2B5EF4-FFF2-40B4-BE49-F238E27FC236}">
                    <a16:creationId xmlns:a16="http://schemas.microsoft.com/office/drawing/2014/main" id="{20AB098F-5499-4133-A584-00A21ADADBB0}"/>
                  </a:ext>
                </a:extLst>
              </p:cNvPr>
              <p:cNvSpPr/>
              <p:nvPr/>
            </p:nvSpPr>
            <p:spPr bwMode="auto">
              <a:xfrm>
                <a:off x="3790477" y="2527497"/>
                <a:ext cx="115107" cy="117412"/>
              </a:xfrm>
              <a:prstGeom prst="mathPlus">
                <a:avLst/>
              </a:prstGeom>
              <a:solidFill>
                <a:srgbClr val="002060"/>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7" name="Minus Sign 6">
                <a:extLst>
                  <a:ext uri="{FF2B5EF4-FFF2-40B4-BE49-F238E27FC236}">
                    <a16:creationId xmlns:a16="http://schemas.microsoft.com/office/drawing/2014/main" id="{494FA757-C239-4A89-9576-0E4A0AC9B223}"/>
                  </a:ext>
                </a:extLst>
              </p:cNvPr>
              <p:cNvSpPr/>
              <p:nvPr/>
            </p:nvSpPr>
            <p:spPr bwMode="auto">
              <a:xfrm>
                <a:off x="3793559" y="3723857"/>
                <a:ext cx="112026" cy="132304"/>
              </a:xfrm>
              <a:prstGeom prst="mathMinus">
                <a:avLst/>
              </a:prstGeom>
              <a:solidFill>
                <a:schemeClr val="bg1"/>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grpSp>
        <p:sp>
          <p:nvSpPr>
            <p:cNvPr id="8" name="Arrow: Left-Right 7">
              <a:extLst>
                <a:ext uri="{FF2B5EF4-FFF2-40B4-BE49-F238E27FC236}">
                  <a16:creationId xmlns:a16="http://schemas.microsoft.com/office/drawing/2014/main" id="{8F0ABD12-E4C9-41E2-AFD0-DA4BDBD17B74}"/>
                </a:ext>
              </a:extLst>
            </p:cNvPr>
            <p:cNvSpPr/>
            <p:nvPr/>
          </p:nvSpPr>
          <p:spPr bwMode="auto">
            <a:xfrm>
              <a:off x="3648372" y="3892504"/>
              <a:ext cx="226594" cy="140294"/>
            </a:xfrm>
            <a:prstGeom prst="leftRightArrow">
              <a:avLst/>
            </a:prstGeom>
            <a:solidFill>
              <a:srgbClr val="FFC000"/>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grpSp>
          <p:nvGrpSpPr>
            <p:cNvPr id="11" name="Group 10">
              <a:extLst>
                <a:ext uri="{FF2B5EF4-FFF2-40B4-BE49-F238E27FC236}">
                  <a16:creationId xmlns:a16="http://schemas.microsoft.com/office/drawing/2014/main" id="{490D2F13-561F-4764-954A-B6A0E1438520}"/>
                </a:ext>
              </a:extLst>
            </p:cNvPr>
            <p:cNvGrpSpPr/>
            <p:nvPr/>
          </p:nvGrpSpPr>
          <p:grpSpPr>
            <a:xfrm>
              <a:off x="5272633" y="3865226"/>
              <a:ext cx="715521" cy="140294"/>
              <a:chOff x="5160939" y="3770980"/>
              <a:chExt cx="715521" cy="140294"/>
            </a:xfrm>
          </p:grpSpPr>
          <p:sp>
            <p:nvSpPr>
              <p:cNvPr id="36" name="Rounded Rectangle 26">
                <a:extLst>
                  <a:ext uri="{FF2B5EF4-FFF2-40B4-BE49-F238E27FC236}">
                    <a16:creationId xmlns:a16="http://schemas.microsoft.com/office/drawing/2014/main" id="{DCD8B80E-688F-4F69-BA84-1BF2CC294E2C}"/>
                  </a:ext>
                </a:extLst>
              </p:cNvPr>
              <p:cNvSpPr/>
              <p:nvPr/>
            </p:nvSpPr>
            <p:spPr bwMode="auto">
              <a:xfrm>
                <a:off x="5339792" y="3770980"/>
                <a:ext cx="536668" cy="140294"/>
              </a:xfrm>
              <a:prstGeom prst="roundRect">
                <a:avLst/>
              </a:prstGeom>
              <a:solidFill>
                <a:srgbClr val="002060"/>
              </a:solidFill>
              <a:ln>
                <a:headEnd type="none" w="med" len="med"/>
                <a:tailEnd type="none" w="med" len="med"/>
              </a:ln>
              <a:effectLst/>
              <a:scene3d>
                <a:camera prst="orthographicFront" fov="0">
                  <a:rot lat="0" lon="0" rev="0"/>
                </a:camera>
                <a:lightRig rig="glow" dir="t">
                  <a:rot lat="0" lon="0" rev="6360000"/>
                </a:lightRig>
              </a:scene3d>
              <a:sp3d contourW="1000" prstMaterial="flat">
                <a:contourClr>
                  <a:schemeClr val="accent2">
                    <a:satMod val="300000"/>
                  </a:schemeClr>
                </a:contourClr>
              </a:sp3d>
            </p:spPr>
            <p:style>
              <a:lnRef idx="0">
                <a:schemeClr val="accent2"/>
              </a:lnRef>
              <a:fillRef idx="1001">
                <a:schemeClr val="lt1"/>
              </a:fillRef>
              <a:effectRef idx="3">
                <a:schemeClr val="accent2"/>
              </a:effectRef>
              <a:fontRef idx="minor">
                <a:schemeClr val="lt1"/>
              </a:fontRef>
            </p:style>
            <p:txBody>
              <a:bodyPr rot="0" spcFirstLastPara="0" vertOverflow="overflow" horzOverflow="overflow" vert="horz" wrap="square" lIns="68577" tIns="34289" rIns="68577" bIns="34289" numCol="1" spcCol="0" rtlCol="0" fromWordArt="0" anchor="ctr" anchorCtr="0" forceAA="0" compatLnSpc="1">
                <a:prstTxWarp prst="textNoShape">
                  <a:avLst/>
                </a:prstTxWarp>
                <a:noAutofit/>
              </a:bodyPr>
              <a:lstStyle/>
              <a:p>
                <a:pPr marL="0" marR="0" lvl="0" indent="0" algn="ctr" defTabSz="685574" rtl="0" eaLnBrk="1" fontAlgn="base" latinLnBrk="0" hangingPunct="1">
                  <a:lnSpc>
                    <a:spcPct val="100000"/>
                  </a:lnSpc>
                  <a:spcBef>
                    <a:spcPct val="0"/>
                  </a:spcBef>
                  <a:spcAft>
                    <a:spcPct val="0"/>
                  </a:spcAft>
                  <a:buClrTx/>
                  <a:buSzTx/>
                  <a:buFontTx/>
                  <a:buNone/>
                  <a:tabLst/>
                  <a:defRPr/>
                </a:pPr>
                <a:endParaRPr kumimoji="0" lang="en-US" sz="1725"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37" name="Rounded Rectangle 26">
                <a:extLst>
                  <a:ext uri="{FF2B5EF4-FFF2-40B4-BE49-F238E27FC236}">
                    <a16:creationId xmlns:a16="http://schemas.microsoft.com/office/drawing/2014/main" id="{FF186BBC-C2CA-4E4D-B987-B7B462A719A5}"/>
                  </a:ext>
                </a:extLst>
              </p:cNvPr>
              <p:cNvSpPr/>
              <p:nvPr/>
            </p:nvSpPr>
            <p:spPr bwMode="auto">
              <a:xfrm>
                <a:off x="5160939" y="3840090"/>
                <a:ext cx="218012" cy="67696"/>
              </a:xfrm>
              <a:prstGeom prst="roundRect">
                <a:avLst/>
              </a:prstGeom>
              <a:solidFill>
                <a:srgbClr val="002060"/>
              </a:solidFill>
              <a:ln>
                <a:headEnd type="none" w="med" len="med"/>
                <a:tailEnd type="none" w="med" len="med"/>
              </a:ln>
              <a:effectLst/>
              <a:scene3d>
                <a:camera prst="orthographicFront" fov="0">
                  <a:rot lat="0" lon="0" rev="0"/>
                </a:camera>
                <a:lightRig rig="glow" dir="t">
                  <a:rot lat="0" lon="0" rev="6360000"/>
                </a:lightRig>
              </a:scene3d>
              <a:sp3d contourW="1000" prstMaterial="flat">
                <a:contourClr>
                  <a:schemeClr val="accent2">
                    <a:satMod val="300000"/>
                  </a:schemeClr>
                </a:contourClr>
              </a:sp3d>
            </p:spPr>
            <p:style>
              <a:lnRef idx="0">
                <a:schemeClr val="accent2"/>
              </a:lnRef>
              <a:fillRef idx="1001">
                <a:schemeClr val="lt1"/>
              </a:fillRef>
              <a:effectRef idx="3">
                <a:schemeClr val="accent2"/>
              </a:effectRef>
              <a:fontRef idx="minor">
                <a:schemeClr val="lt1"/>
              </a:fontRef>
            </p:style>
            <p:txBody>
              <a:bodyPr rot="0" spcFirstLastPara="0" vertOverflow="overflow" horzOverflow="overflow" vert="horz" wrap="square" lIns="68577" tIns="34289" rIns="68577" bIns="34289" numCol="1" spcCol="0" rtlCol="0" fromWordArt="0" anchor="ctr" anchorCtr="0" forceAA="0" compatLnSpc="1">
                <a:prstTxWarp prst="textNoShape">
                  <a:avLst/>
                </a:prstTxWarp>
                <a:noAutofit/>
              </a:bodyPr>
              <a:lstStyle/>
              <a:p>
                <a:pPr marL="0" marR="0" lvl="0" indent="0" algn="ctr" defTabSz="685574" rtl="0" eaLnBrk="1" fontAlgn="base" latinLnBrk="0" hangingPunct="1">
                  <a:lnSpc>
                    <a:spcPct val="100000"/>
                  </a:lnSpc>
                  <a:spcBef>
                    <a:spcPct val="0"/>
                  </a:spcBef>
                  <a:spcAft>
                    <a:spcPct val="0"/>
                  </a:spcAft>
                  <a:buClrTx/>
                  <a:buSzTx/>
                  <a:buFontTx/>
                  <a:buNone/>
                  <a:tabLst/>
                  <a:defRPr/>
                </a:pPr>
                <a:endParaRPr kumimoji="0" lang="en-US" sz="1725"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grpSp>
        <p:grpSp>
          <p:nvGrpSpPr>
            <p:cNvPr id="10" name="Group 9">
              <a:extLst>
                <a:ext uri="{FF2B5EF4-FFF2-40B4-BE49-F238E27FC236}">
                  <a16:creationId xmlns:a16="http://schemas.microsoft.com/office/drawing/2014/main" id="{D9353E6B-71D4-46B6-BBAE-A8B244AD38F5}"/>
                </a:ext>
              </a:extLst>
            </p:cNvPr>
            <p:cNvGrpSpPr/>
            <p:nvPr/>
          </p:nvGrpSpPr>
          <p:grpSpPr>
            <a:xfrm>
              <a:off x="3916639" y="3861232"/>
              <a:ext cx="715521" cy="140294"/>
              <a:chOff x="3950701" y="4120427"/>
              <a:chExt cx="715521" cy="140294"/>
            </a:xfrm>
          </p:grpSpPr>
          <p:sp>
            <p:nvSpPr>
              <p:cNvPr id="38" name="Rounded Rectangle 26">
                <a:extLst>
                  <a:ext uri="{FF2B5EF4-FFF2-40B4-BE49-F238E27FC236}">
                    <a16:creationId xmlns:a16="http://schemas.microsoft.com/office/drawing/2014/main" id="{1A022458-F2A0-4FCF-867B-606FB495740C}"/>
                  </a:ext>
                </a:extLst>
              </p:cNvPr>
              <p:cNvSpPr/>
              <p:nvPr/>
            </p:nvSpPr>
            <p:spPr bwMode="auto">
              <a:xfrm>
                <a:off x="4129554" y="4120427"/>
                <a:ext cx="536668" cy="140294"/>
              </a:xfrm>
              <a:prstGeom prst="roundRect">
                <a:avLst/>
              </a:prstGeom>
              <a:solidFill>
                <a:srgbClr val="002060"/>
              </a:solidFill>
              <a:ln>
                <a:headEnd type="none" w="med" len="med"/>
                <a:tailEnd type="none" w="med" len="med"/>
              </a:ln>
              <a:effectLst/>
              <a:scene3d>
                <a:camera prst="orthographicFront" fov="0">
                  <a:rot lat="0" lon="0" rev="0"/>
                </a:camera>
                <a:lightRig rig="glow" dir="t">
                  <a:rot lat="0" lon="0" rev="6360000"/>
                </a:lightRig>
              </a:scene3d>
              <a:sp3d contourW="1000" prstMaterial="flat">
                <a:contourClr>
                  <a:schemeClr val="accent2">
                    <a:satMod val="300000"/>
                  </a:schemeClr>
                </a:contourClr>
              </a:sp3d>
            </p:spPr>
            <p:style>
              <a:lnRef idx="0">
                <a:schemeClr val="accent2"/>
              </a:lnRef>
              <a:fillRef idx="1001">
                <a:schemeClr val="lt1"/>
              </a:fillRef>
              <a:effectRef idx="3">
                <a:schemeClr val="accent2"/>
              </a:effectRef>
              <a:fontRef idx="minor">
                <a:schemeClr val="lt1"/>
              </a:fontRef>
            </p:style>
            <p:txBody>
              <a:bodyPr rot="0" spcFirstLastPara="0" vertOverflow="overflow" horzOverflow="overflow" vert="horz" wrap="square" lIns="68577" tIns="34289" rIns="68577" bIns="34289" numCol="1" spcCol="0" rtlCol="0" fromWordArt="0" anchor="ctr" anchorCtr="0" forceAA="0" compatLnSpc="1">
                <a:prstTxWarp prst="textNoShape">
                  <a:avLst/>
                </a:prstTxWarp>
                <a:noAutofit/>
              </a:bodyPr>
              <a:lstStyle/>
              <a:p>
                <a:pPr marL="0" marR="0" lvl="0" indent="0" algn="ctr" defTabSz="685574" rtl="0" eaLnBrk="1" fontAlgn="base" latinLnBrk="0" hangingPunct="1">
                  <a:lnSpc>
                    <a:spcPct val="100000"/>
                  </a:lnSpc>
                  <a:spcBef>
                    <a:spcPct val="0"/>
                  </a:spcBef>
                  <a:spcAft>
                    <a:spcPct val="0"/>
                  </a:spcAft>
                  <a:buClrTx/>
                  <a:buSzTx/>
                  <a:buFontTx/>
                  <a:buNone/>
                  <a:tabLst/>
                  <a:defRPr/>
                </a:pPr>
                <a:endParaRPr kumimoji="0" lang="en-US" sz="1725"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39" name="Rounded Rectangle 26">
                <a:extLst>
                  <a:ext uri="{FF2B5EF4-FFF2-40B4-BE49-F238E27FC236}">
                    <a16:creationId xmlns:a16="http://schemas.microsoft.com/office/drawing/2014/main" id="{730259E3-1247-4D60-B000-24CAF549A4A5}"/>
                  </a:ext>
                </a:extLst>
              </p:cNvPr>
              <p:cNvSpPr/>
              <p:nvPr/>
            </p:nvSpPr>
            <p:spPr bwMode="auto">
              <a:xfrm>
                <a:off x="3950701" y="4189537"/>
                <a:ext cx="218012" cy="67696"/>
              </a:xfrm>
              <a:prstGeom prst="roundRect">
                <a:avLst/>
              </a:prstGeom>
              <a:solidFill>
                <a:srgbClr val="002060"/>
              </a:solidFill>
              <a:ln>
                <a:headEnd type="none" w="med" len="med"/>
                <a:tailEnd type="none" w="med" len="med"/>
              </a:ln>
              <a:effectLst/>
              <a:scene3d>
                <a:camera prst="orthographicFront" fov="0">
                  <a:rot lat="0" lon="0" rev="0"/>
                </a:camera>
                <a:lightRig rig="glow" dir="t">
                  <a:rot lat="0" lon="0" rev="6360000"/>
                </a:lightRig>
              </a:scene3d>
              <a:sp3d contourW="1000" prstMaterial="flat">
                <a:contourClr>
                  <a:schemeClr val="accent2">
                    <a:satMod val="300000"/>
                  </a:schemeClr>
                </a:contourClr>
              </a:sp3d>
            </p:spPr>
            <p:style>
              <a:lnRef idx="0">
                <a:schemeClr val="accent2"/>
              </a:lnRef>
              <a:fillRef idx="1001">
                <a:schemeClr val="lt1"/>
              </a:fillRef>
              <a:effectRef idx="3">
                <a:schemeClr val="accent2"/>
              </a:effectRef>
              <a:fontRef idx="minor">
                <a:schemeClr val="lt1"/>
              </a:fontRef>
            </p:style>
            <p:txBody>
              <a:bodyPr rot="0" spcFirstLastPara="0" vertOverflow="overflow" horzOverflow="overflow" vert="horz" wrap="square" lIns="68577" tIns="34289" rIns="68577" bIns="34289" numCol="1" spcCol="0" rtlCol="0" fromWordArt="0" anchor="ctr" anchorCtr="0" forceAA="0" compatLnSpc="1">
                <a:prstTxWarp prst="textNoShape">
                  <a:avLst/>
                </a:prstTxWarp>
                <a:noAutofit/>
              </a:bodyPr>
              <a:lstStyle/>
              <a:p>
                <a:pPr marL="0" marR="0" lvl="0" indent="0" algn="ctr" defTabSz="685574" rtl="0" eaLnBrk="1" fontAlgn="base" latinLnBrk="0" hangingPunct="1">
                  <a:lnSpc>
                    <a:spcPct val="100000"/>
                  </a:lnSpc>
                  <a:spcBef>
                    <a:spcPct val="0"/>
                  </a:spcBef>
                  <a:spcAft>
                    <a:spcPct val="0"/>
                  </a:spcAft>
                  <a:buClrTx/>
                  <a:buSzTx/>
                  <a:buFontTx/>
                  <a:buNone/>
                  <a:tabLst/>
                  <a:defRPr/>
                </a:pPr>
                <a:endParaRPr kumimoji="0" lang="en-US" sz="1725"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grpSp>
      </p:grpSp>
      <p:pic>
        <p:nvPicPr>
          <p:cNvPr id="17" name="Picture 16">
            <a:extLst>
              <a:ext uri="{FF2B5EF4-FFF2-40B4-BE49-F238E27FC236}">
                <a16:creationId xmlns:a16="http://schemas.microsoft.com/office/drawing/2014/main" id="{8382BDE7-AE23-4784-A577-F6CBC145BEC5}"/>
              </a:ext>
            </a:extLst>
          </p:cNvPr>
          <p:cNvPicPr>
            <a:picLocks noChangeAspect="1"/>
          </p:cNvPicPr>
          <p:nvPr/>
        </p:nvPicPr>
        <p:blipFill>
          <a:blip r:embed="rId3"/>
          <a:stretch>
            <a:fillRect/>
          </a:stretch>
        </p:blipFill>
        <p:spPr>
          <a:xfrm>
            <a:off x="8371820" y="4504385"/>
            <a:ext cx="3781499" cy="1733187"/>
          </a:xfrm>
          <a:prstGeom prst="rect">
            <a:avLst/>
          </a:prstGeom>
        </p:spPr>
      </p:pic>
    </p:spTree>
    <p:extLst>
      <p:ext uri="{BB962C8B-B14F-4D97-AF65-F5344CB8AC3E}">
        <p14:creationId xmlns:p14="http://schemas.microsoft.com/office/powerpoint/2010/main" val="4218447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0115" y="0"/>
            <a:ext cx="8587987" cy="533400"/>
          </a:xfrm>
        </p:spPr>
        <p:txBody>
          <a:bodyPr>
            <a:noAutofit/>
          </a:bodyPr>
          <a:lstStyle/>
          <a:p>
            <a:pPr algn="ctr"/>
            <a:r>
              <a:rPr lang="en-US" sz="4000" dirty="0"/>
              <a:t>Simplified 741 IC Op-Amp Schematic</a:t>
            </a:r>
          </a:p>
        </p:txBody>
      </p:sp>
      <p:sp>
        <p:nvSpPr>
          <p:cNvPr id="8" name="Rectangle 7"/>
          <p:cNvSpPr/>
          <p:nvPr/>
        </p:nvSpPr>
        <p:spPr>
          <a:xfrm>
            <a:off x="117696" y="669664"/>
            <a:ext cx="11995842" cy="5405326"/>
          </a:xfrm>
          <a:prstGeom prst="rect">
            <a:avLst/>
          </a:prstGeom>
          <a:solidFill>
            <a:schemeClr val="tx1">
              <a:lumMod val="95000"/>
            </a:schemeClr>
          </a:solidFill>
          <a:ln w="38100" cmpd="thickThin">
            <a:solidFill>
              <a:schemeClr val="accent1"/>
            </a:solidFill>
          </a:ln>
        </p:spPr>
        <p:txBody>
          <a:bodyPr wrap="square">
            <a:spAutoFit/>
          </a:bodyPr>
          <a:lstStyle/>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741 op-amp utilizes bipolar junction transistors, resistors, </a:t>
            </a: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diodes and a capacitor, all integrated into one silicon chip or IC, and</a:t>
            </a: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costing less that $1.00 in quantity.</a:t>
            </a:r>
          </a:p>
          <a:p>
            <a:pPr marL="0" marR="0" lvl="0" indent="0" algn="l" defTabSz="914400" rtl="0" eaLnBrk="1" fontAlgn="base" latinLnBrk="0" hangingPunct="1">
              <a:lnSpc>
                <a:spcPct val="107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IC op-amps are ubiquitous in modern circuit designs. </a:t>
            </a: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Op-amps are used for signal conditioning and buffering in microcontroller measurement applications</a:t>
            </a: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Op-amp questions are commonly asked during technical hiring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interviews</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p:pic>
        <p:nvPicPr>
          <p:cNvPr id="5" name="Picture 4" descr="Diagram, schematic&#10;&#10;Description automatically generated">
            <a:extLst>
              <a:ext uri="{FF2B5EF4-FFF2-40B4-BE49-F238E27FC236}">
                <a16:creationId xmlns:a16="http://schemas.microsoft.com/office/drawing/2014/main" id="{84E610F6-0118-4A6A-BA7B-B066075034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2406" y="718899"/>
            <a:ext cx="4232430" cy="3287473"/>
          </a:xfrm>
          <a:prstGeom prst="rect">
            <a:avLst/>
          </a:prstGeom>
        </p:spPr>
      </p:pic>
      <p:pic>
        <p:nvPicPr>
          <p:cNvPr id="6" name="Picture 5" descr="A picture containing shape&#10;&#10;Description automatically generated">
            <a:extLst>
              <a:ext uri="{FF2B5EF4-FFF2-40B4-BE49-F238E27FC236}">
                <a16:creationId xmlns:a16="http://schemas.microsoft.com/office/drawing/2014/main" id="{0F1A75A1-1FA4-4923-9F02-EAA24D73D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3582" y="819233"/>
            <a:ext cx="3852702" cy="2109192"/>
          </a:xfrm>
          <a:prstGeom prst="rect">
            <a:avLst/>
          </a:prstGeom>
        </p:spPr>
      </p:pic>
      <p:sp>
        <p:nvSpPr>
          <p:cNvPr id="3" name="Arrow: Left-Right 2">
            <a:extLst>
              <a:ext uri="{FF2B5EF4-FFF2-40B4-BE49-F238E27FC236}">
                <a16:creationId xmlns:a16="http://schemas.microsoft.com/office/drawing/2014/main" id="{C6AD03A9-3D90-4195-B1E6-A793426B9E2F}"/>
              </a:ext>
            </a:extLst>
          </p:cNvPr>
          <p:cNvSpPr/>
          <p:nvPr/>
        </p:nvSpPr>
        <p:spPr bwMode="auto">
          <a:xfrm>
            <a:off x="5517159" y="1491425"/>
            <a:ext cx="1286313" cy="746622"/>
          </a:xfrm>
          <a:prstGeom prst="leftRightArrow">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Tree>
    <p:extLst>
      <p:ext uri="{BB962C8B-B14F-4D97-AF65-F5344CB8AC3E}">
        <p14:creationId xmlns:p14="http://schemas.microsoft.com/office/powerpoint/2010/main" val="2507979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2" end="12"/>
                                            </p:txEl>
                                          </p:spTgt>
                                        </p:tgtEl>
                                        <p:attrNameLst>
                                          <p:attrName>style.visibility</p:attrName>
                                        </p:attrNameLst>
                                      </p:cBhvr>
                                      <p:to>
                                        <p:strVal val="visible"/>
                                      </p:to>
                                    </p:set>
                                    <p:anim calcmode="lin" valueType="num">
                                      <p:cBhvr additive="base">
                                        <p:cTn id="7"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2" end="1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14" end="14"/>
                                            </p:txEl>
                                          </p:spTgt>
                                        </p:tgtEl>
                                        <p:attrNameLst>
                                          <p:attrName>style.visibility</p:attrName>
                                        </p:attrNameLst>
                                      </p:cBhvr>
                                      <p:to>
                                        <p:strVal val="visible"/>
                                      </p:to>
                                    </p:set>
                                    <p:anim calcmode="lin" valueType="num">
                                      <p:cBhvr additive="base">
                                        <p:cTn id="11" dur="500" fill="hold"/>
                                        <p:tgtEl>
                                          <p:spTgt spid="8">
                                            <p:txEl>
                                              <p:pRg st="14" end="1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4" end="1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15" end="15"/>
                                            </p:txEl>
                                          </p:spTgt>
                                        </p:tgtEl>
                                        <p:attrNameLst>
                                          <p:attrName>style.visibility</p:attrName>
                                        </p:attrNameLst>
                                      </p:cBhvr>
                                      <p:to>
                                        <p:strVal val="visible"/>
                                      </p:to>
                                    </p:set>
                                    <p:anim calcmode="lin" valueType="num">
                                      <p:cBhvr additive="base">
                                        <p:cTn id="15" dur="500" fill="hold"/>
                                        <p:tgtEl>
                                          <p:spTgt spid="8">
                                            <p:txEl>
                                              <p:pRg st="15" end="1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15" end="1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
                                            <p:txEl>
                                              <p:pRg st="16" end="16"/>
                                            </p:txEl>
                                          </p:spTgt>
                                        </p:tgtEl>
                                        <p:attrNameLst>
                                          <p:attrName>style.visibility</p:attrName>
                                        </p:attrNameLst>
                                      </p:cBhvr>
                                      <p:to>
                                        <p:strVal val="visible"/>
                                      </p:to>
                                    </p:set>
                                    <p:anim calcmode="lin" valueType="num">
                                      <p:cBhvr additive="base">
                                        <p:cTn id="19" dur="500" fill="hold"/>
                                        <p:tgtEl>
                                          <p:spTgt spid="8">
                                            <p:txEl>
                                              <p:pRg st="16" end="1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2424" y="0"/>
            <a:ext cx="4446954" cy="533400"/>
          </a:xfrm>
        </p:spPr>
        <p:txBody>
          <a:bodyPr>
            <a:noAutofit/>
          </a:bodyPr>
          <a:lstStyle/>
          <a:p>
            <a:pPr algn="ctr"/>
            <a:r>
              <a:rPr lang="en-US" sz="4000" dirty="0"/>
              <a:t>Ideal Op-Amps </a:t>
            </a:r>
          </a:p>
        </p:txBody>
      </p:sp>
      <p:sp>
        <p:nvSpPr>
          <p:cNvPr id="8" name="Rectangle 7"/>
          <p:cNvSpPr/>
          <p:nvPr/>
        </p:nvSpPr>
        <p:spPr>
          <a:xfrm>
            <a:off x="289712" y="611142"/>
            <a:ext cx="11666068" cy="5903411"/>
          </a:xfrm>
          <a:prstGeom prst="rect">
            <a:avLst/>
          </a:prstGeom>
          <a:solidFill>
            <a:schemeClr val="tx1">
              <a:lumMod val="95000"/>
            </a:schemeClr>
          </a:solidFill>
          <a:ln w="38100" cmpd="thickThin">
            <a:solidFill>
              <a:schemeClr val="accent1"/>
            </a:solidFill>
          </a:ln>
        </p:spPr>
        <p:txBody>
          <a:bodyPr wrap="square">
            <a:spAutoFit/>
          </a:bodyPr>
          <a:lstStyle/>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Ideal op-amp assumptions:</a:t>
            </a: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1. Infinite open-loop voltage gain.</a:t>
            </a: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2. Infinite input resistance, meaning current into the two input </a:t>
            </a: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terminals equals 0 A.</a:t>
            </a: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3. Zero output resistance, which is the assumption made for an ideal </a:t>
            </a:r>
          </a:p>
          <a:p>
            <a:pPr marL="0" marR="0" lvl="0" indent="0" algn="l" defTabSz="914400" rtl="0" eaLnBrk="1" fontAlgn="base" latinLnBrk="0" hangingPunct="1">
              <a:lnSpc>
                <a:spcPct val="107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voltage source.</a:t>
            </a: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An additional ideal op-amp assumption is that </a:t>
            </a: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when negative feedback is incorporated we assume that the voltage difference between the inverting and non-inverting inputs equals 0 V</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Negative feedback means a wire or component like a resistor or transistor is connected between the output and the inverting (minus) input.</a:t>
            </a:r>
          </a:p>
          <a:p>
            <a:pPr marL="285750" marR="0" lvl="0" indent="-285750" algn="l" defTabSz="914400" rtl="0" eaLnBrk="1" fontAlgn="base" latinLnBrk="0" hangingPunct="1">
              <a:lnSpc>
                <a:spcPct val="107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Why can we assume the voltage difference between the minus and plus inputs is zero when negative feedback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is present?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Because of large open-loop voltage gain and the utility of negative feedback. Many op-amps have a dc gain ≥ 1,000,000. With this large open-loop gain, a tiny voltage difference between the + and – inputs causes a large output voltage excursion. If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p</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&lt;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m</a:t>
            </a:r>
            <a:r>
              <a:rPr kumimoji="0" lang="en-US" sz="1800" b="0" i="0" u="none" strike="noStrike" kern="120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then the Output goes towards -V</a:t>
            </a:r>
            <a:r>
              <a:rPr kumimoji="0" lang="en-US" sz="1800" b="0" i="0" u="none" strike="noStrike" kern="120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EE</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If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p</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&gt;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V</a:t>
            </a:r>
            <a:r>
              <a:rPr kumimoji="0" lang="en-US" sz="1800" b="0" i="0" u="none" strike="noStrike" kern="1200" cap="none" spc="0" normalizeH="0" baseline="-25000" noProof="0" dirty="0" err="1">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m</a:t>
            </a:r>
            <a:r>
              <a:rPr kumimoji="0" lang="en-US" sz="1800" b="0" i="0" u="none" strike="noStrike" kern="120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then Output goes towards V</a:t>
            </a:r>
            <a:r>
              <a:rPr kumimoji="0" lang="en-US" sz="1800" b="0" i="0" u="none" strike="noStrike" kern="120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CC</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a:t>
            </a:r>
          </a:p>
        </p:txBody>
      </p:sp>
      <p:pic>
        <p:nvPicPr>
          <p:cNvPr id="4" name="Picture 3" descr="A picture containing shape&#10;&#10;Description automatically generated">
            <a:extLst>
              <a:ext uri="{FF2B5EF4-FFF2-40B4-BE49-F238E27FC236}">
                <a16:creationId xmlns:a16="http://schemas.microsoft.com/office/drawing/2014/main" id="{F0934EC3-355B-4932-B36A-03AADE356D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9600" y="748302"/>
            <a:ext cx="3006401" cy="1645877"/>
          </a:xfrm>
          <a:prstGeom prst="rect">
            <a:avLst/>
          </a:prstGeom>
        </p:spPr>
      </p:pic>
    </p:spTree>
    <p:extLst>
      <p:ext uri="{BB962C8B-B14F-4D97-AF65-F5344CB8AC3E}">
        <p14:creationId xmlns:p14="http://schemas.microsoft.com/office/powerpoint/2010/main" val="4245269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8" end="8"/>
                                            </p:txEl>
                                          </p:spTgt>
                                        </p:tgtEl>
                                        <p:attrNameLst>
                                          <p:attrName>style.visibility</p:attrName>
                                        </p:attrNameLst>
                                      </p:cBhvr>
                                      <p:to>
                                        <p:strVal val="visible"/>
                                      </p:to>
                                    </p:set>
                                    <p:anim calcmode="lin" valueType="num">
                                      <p:cBhvr additive="base">
                                        <p:cTn id="7"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10" end="10"/>
                                            </p:txEl>
                                          </p:spTgt>
                                        </p:tgtEl>
                                        <p:attrNameLst>
                                          <p:attrName>style.visibility</p:attrName>
                                        </p:attrNameLst>
                                      </p:cBhvr>
                                      <p:to>
                                        <p:strVal val="visible"/>
                                      </p:to>
                                    </p:set>
                                    <p:anim calcmode="lin" valueType="num">
                                      <p:cBhvr additive="base">
                                        <p:cTn id="11"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xEl>
                                              <p:pRg st="12" end="12"/>
                                            </p:txEl>
                                          </p:spTgt>
                                        </p:tgtEl>
                                        <p:attrNameLst>
                                          <p:attrName>style.visibility</p:attrName>
                                        </p:attrNameLst>
                                      </p:cBhvr>
                                      <p:to>
                                        <p:strVal val="visible"/>
                                      </p:to>
                                    </p:set>
                                    <p:anim calcmode="lin" valueType="num">
                                      <p:cBhvr additive="base">
                                        <p:cTn id="17"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12" end="1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xEl>
                                              <p:pRg st="13" end="13"/>
                                            </p:txEl>
                                          </p:spTgt>
                                        </p:tgtEl>
                                        <p:attrNameLst>
                                          <p:attrName>style.visibility</p:attrName>
                                        </p:attrNameLst>
                                      </p:cBhvr>
                                      <p:to>
                                        <p:strVal val="visible"/>
                                      </p:to>
                                    </p:set>
                                    <p:anim calcmode="lin" valueType="num">
                                      <p:cBhvr additive="base">
                                        <p:cTn id="21" dur="500" fill="hold"/>
                                        <p:tgtEl>
                                          <p:spTgt spid="8">
                                            <p:txEl>
                                              <p:pRg st="13" end="1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xEl>
                                              <p:pRg st="15" end="15"/>
                                            </p:txEl>
                                          </p:spTgt>
                                        </p:tgtEl>
                                        <p:attrNameLst>
                                          <p:attrName>style.visibility</p:attrName>
                                        </p:attrNameLst>
                                      </p:cBhvr>
                                      <p:to>
                                        <p:strVal val="visible"/>
                                      </p:to>
                                    </p:set>
                                    <p:anim calcmode="lin" valueType="num">
                                      <p:cBhvr additive="base">
                                        <p:cTn id="27" dur="500" fill="hold"/>
                                        <p:tgtEl>
                                          <p:spTgt spid="8">
                                            <p:txEl>
                                              <p:pRg st="15" end="1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166" y="0"/>
            <a:ext cx="2553318" cy="697832"/>
          </a:xfrm>
        </p:spPr>
        <p:txBody>
          <a:bodyPr>
            <a:noAutofit/>
          </a:bodyPr>
          <a:lstStyle/>
          <a:p>
            <a:r>
              <a:rPr lang="en-US" sz="4000" dirty="0">
                <a:latin typeface="+mn-lt"/>
              </a:rPr>
              <a:t>Capacitors </a:t>
            </a:r>
          </a:p>
        </p:txBody>
      </p:sp>
      <p:sp>
        <p:nvSpPr>
          <p:cNvPr id="3" name="Text Placeholder 2"/>
          <p:cNvSpPr>
            <a:spLocks noGrp="1"/>
          </p:cNvSpPr>
          <p:nvPr>
            <p:ph type="body" sz="quarter" idx="12"/>
          </p:nvPr>
        </p:nvSpPr>
        <p:spPr/>
        <p:txBody>
          <a:bodyPr/>
          <a:lstStyle/>
          <a:p>
            <a:endParaRPr lang="en-US"/>
          </a:p>
        </p:txBody>
      </p:sp>
      <mc:AlternateContent xmlns:mc="http://schemas.openxmlformats.org/markup-compatibility/2006" xmlns:a14="http://schemas.microsoft.com/office/drawing/2010/main">
        <mc:Choice Requires="a14">
          <p:sp>
            <p:nvSpPr>
              <p:cNvPr id="5" name="Rectangle 4"/>
              <p:cNvSpPr/>
              <p:nvPr/>
            </p:nvSpPr>
            <p:spPr>
              <a:xfrm>
                <a:off x="612396" y="779081"/>
                <a:ext cx="11216081" cy="583140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base" latinLnBrk="0" hangingPunct="1">
                  <a:lnSpc>
                    <a:spcPct val="107000"/>
                  </a:lnSpc>
                  <a:spcBef>
                    <a:spcPts val="0"/>
                  </a:spcBef>
                  <a:spcAft>
                    <a:spcPts val="12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Capacitor current:     </a:t>
                </a:r>
                <a14:m>
                  <m:oMath xmlns:m="http://schemas.openxmlformats.org/officeDocument/2006/math">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I</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C</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C</m:t>
                    </m:r>
                    <m:f>
                      <m:f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num>
                      <m:den>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a:t>
                </a:r>
              </a:p>
              <a:p>
                <a:pPr marL="285750" marR="0" lvl="0" indent="-285750" algn="l" defTabSz="914400" rtl="0" eaLnBrk="1" fontAlgn="base" latinLnBrk="0" hangingPunct="1">
                  <a:lnSpc>
                    <a:spcPct val="107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Capacitor current proportional to voltage changes.</a:t>
                </a:r>
              </a:p>
              <a:p>
                <a:pPr marL="285750" marR="0" lvl="0" indent="-285750" algn="l" defTabSz="914400" rtl="0" eaLnBrk="1" fontAlgn="base" latinLnBrk="0" hangingPunct="1">
                  <a:lnSpc>
                    <a:spcPct val="107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No voltage change, no current flow, i.e., capacitors block constant dc voltages.</a:t>
                </a:r>
              </a:p>
              <a:p>
                <a:pPr marL="457200" marR="0" lvl="1" indent="0" algn="l" defTabSz="914400" rtl="0" eaLnBrk="1" fontAlgn="base" latinLnBrk="0" hangingPunct="1">
                  <a:lnSpc>
                    <a:spcPct val="107000"/>
                  </a:lnSpc>
                  <a:spcBef>
                    <a:spcPts val="0"/>
                  </a:spcBef>
                  <a:spcAft>
                    <a:spcPts val="12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Capacitor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voltage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den>
                      </m:f>
                      <m:nary>
                        <m:nary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naryPr>
                        <m:sub>
                          <m:r>
                            <m:rPr>
                              <m:brk m:alnAt="23"/>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sup>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τ</m:t>
                              </m:r>
                            </m:e>
                          </m:d>
                        </m:e>
                      </m:nary>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τ</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can</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change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abruptly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for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finite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current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base"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base"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base"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base"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base"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base"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base"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7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Capacitors oppose a change in voltage, i.e., capacitors provide voltage inertia.</a:t>
                </a:r>
              </a:p>
            </p:txBody>
          </p:sp>
        </mc:Choice>
        <mc:Fallback xmlns="">
          <p:sp>
            <p:nvSpPr>
              <p:cNvPr id="5" name="Rectangle 4"/>
              <p:cNvSpPr>
                <a:spLocks noRot="1" noChangeAspect="1" noMove="1" noResize="1" noEditPoints="1" noAdjustHandles="1" noChangeArrowheads="1" noChangeShapeType="1" noTextEdit="1"/>
              </p:cNvSpPr>
              <p:nvPr/>
            </p:nvSpPr>
            <p:spPr>
              <a:xfrm>
                <a:off x="612396" y="779081"/>
                <a:ext cx="11216081" cy="5831405"/>
              </a:xfrm>
              <a:prstGeom prst="rect">
                <a:avLst/>
              </a:prstGeom>
              <a:blipFill>
                <a:blip r:embed="rId2"/>
                <a:stretch>
                  <a:fillRect l="-216" b="-207"/>
                </a:stretch>
              </a:blipFill>
            </p:spPr>
            <p:txBody>
              <a:bodyPr/>
              <a:lstStyle/>
              <a:p>
                <a:r>
                  <a:rPr lang="en-US">
                    <a:noFill/>
                  </a:rPr>
                  <a:t> </a:t>
                </a:r>
              </a:p>
            </p:txBody>
          </p:sp>
        </mc:Fallback>
      </mc:AlternateContent>
      <p:pic>
        <p:nvPicPr>
          <p:cNvPr id="7" name="Picture 6" descr="A picture containing object, clock&#10;&#10;Description automatically generated">
            <a:extLst>
              <a:ext uri="{FF2B5EF4-FFF2-40B4-BE49-F238E27FC236}">
                <a16:creationId xmlns:a16="http://schemas.microsoft.com/office/drawing/2014/main" id="{C114F48B-9AF6-44C8-8249-85579E9FF9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8146" y="3310265"/>
            <a:ext cx="5358848" cy="2761727"/>
          </a:xfrm>
          <a:prstGeom prst="rect">
            <a:avLst/>
          </a:prstGeom>
        </p:spPr>
      </p:pic>
    </p:spTree>
    <p:extLst>
      <p:ext uri="{BB962C8B-B14F-4D97-AF65-F5344CB8AC3E}">
        <p14:creationId xmlns:p14="http://schemas.microsoft.com/office/powerpoint/2010/main" val="9173220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5419" y="0"/>
            <a:ext cx="2416960" cy="649705"/>
          </a:xfrm>
        </p:spPr>
        <p:txBody>
          <a:bodyPr>
            <a:noAutofit/>
          </a:bodyPr>
          <a:lstStyle/>
          <a:p>
            <a:r>
              <a:rPr lang="en-US" sz="4000" dirty="0">
                <a:latin typeface="+mn-lt"/>
              </a:rPr>
              <a:t>Inductors</a:t>
            </a:r>
          </a:p>
        </p:txBody>
      </p:sp>
      <p:sp>
        <p:nvSpPr>
          <p:cNvPr id="3" name="Text Placeholder 2"/>
          <p:cNvSpPr>
            <a:spLocks noGrp="1"/>
          </p:cNvSpPr>
          <p:nvPr>
            <p:ph type="body" sz="quarter" idx="12"/>
          </p:nvPr>
        </p:nvSpPr>
        <p:spPr/>
        <p:txBody>
          <a:bodyPr/>
          <a:lstStyle/>
          <a:p>
            <a:endParaRPr lang="en-US"/>
          </a:p>
        </p:txBody>
      </p:sp>
      <mc:AlternateContent xmlns:mc="http://schemas.openxmlformats.org/markup-compatibility/2006" xmlns:a14="http://schemas.microsoft.com/office/drawing/2010/main">
        <mc:Choice Requires="a14">
          <p:sp>
            <p:nvSpPr>
              <p:cNvPr id="5" name="Rectangle 4"/>
              <p:cNvSpPr/>
              <p:nvPr/>
            </p:nvSpPr>
            <p:spPr>
              <a:xfrm>
                <a:off x="588333" y="706892"/>
                <a:ext cx="11216081" cy="590834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base" latinLnBrk="0" hangingPunct="1">
                  <a:lnSpc>
                    <a:spcPct val="107000"/>
                  </a:lnSpc>
                  <a:spcBef>
                    <a:spcPts val="0"/>
                  </a:spcBef>
                  <a:spcAft>
                    <a:spcPts val="12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Inductor voltage:    </a:t>
                </a:r>
                <a14:m>
                  <m:oMath xmlns:m="http://schemas.openxmlformats.org/officeDocument/2006/math">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sSubPr>
                      <m:e>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itchFamily="34" charset="-128"/>
                            <a:cs typeface="+mn-cs"/>
                          </a:rPr>
                          <m:t>V</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L</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t</m:t>
                        </m:r>
                      </m:e>
                    </m:d>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ＭＳ Ｐゴシック" pitchFamily="34" charset="-128"/>
                        <a:cs typeface="+mn-cs"/>
                      </a:rPr>
                      <m:t>L</m:t>
                    </m:r>
                    <m:f>
                      <m:f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e>
                          <m:sub>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num>
                      <m:den>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dt</m:t>
                        </m:r>
                      </m:den>
                    </m:f>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a:t>
                </a:r>
              </a:p>
              <a:p>
                <a:pPr marL="285750" marR="0" lvl="0" indent="-285750" algn="l" defTabSz="914400" rtl="0" eaLnBrk="1" fontAlgn="base" latinLnBrk="0" hangingPunct="1">
                  <a:lnSpc>
                    <a:spcPct val="107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Inductor voltage proportional to current changes.</a:t>
                </a:r>
              </a:p>
              <a:p>
                <a:pPr marL="285750" marR="0" lvl="0" indent="-285750" algn="l" defTabSz="914400" rtl="0" eaLnBrk="1" fontAlgn="base" latinLnBrk="0" hangingPunct="1">
                  <a:lnSpc>
                    <a:spcPct val="107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No current change, no induced voltage, i.e., inductors act as short circuit to constant dc.</a:t>
                </a:r>
              </a:p>
              <a:p>
                <a:pPr marL="457200" marR="0" lvl="1" indent="0" algn="l" defTabSz="914400" rtl="0" eaLnBrk="1" fontAlgn="auto" latinLnBrk="0" hangingPunct="1">
                  <a:lnSpc>
                    <a:spcPct val="107000"/>
                  </a:lnSpc>
                  <a:spcBef>
                    <a:spcPts val="0"/>
                  </a:spcBef>
                  <a:spcAft>
                    <a:spcPts val="12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Inductor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current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den>
                      </m:f>
                      <m:nary>
                        <m:nary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naryPr>
                        <m:sub>
                          <m:r>
                            <m:rPr>
                              <m:brk m:alnAt="23"/>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sup>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τ</m:t>
                              </m:r>
                            </m:e>
                          </m:d>
                        </m:e>
                      </m:nary>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τ</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can</m:t>
                          </m:r>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up>
                      </m:s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change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abruptly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for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finite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voltages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457200" marR="0" lvl="1" indent="0" algn="l" defTabSz="914400" rtl="0" eaLnBrk="1" fontAlgn="auto"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auto"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auto"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auto"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auto"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auto"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457200" marR="0" lvl="1" indent="0" algn="l" defTabSz="914400" rtl="0" eaLnBrk="1" fontAlgn="auto"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7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Arial" panose="020B0604020202020204" pitchFamily="34" charset="0"/>
                  </a:rPr>
                  <a:t>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Inductors oppose a change in current, i.e., inductors provide current inertia.</a:t>
                </a:r>
              </a:p>
            </p:txBody>
          </p:sp>
        </mc:Choice>
        <mc:Fallback xmlns="">
          <p:sp>
            <p:nvSpPr>
              <p:cNvPr id="5" name="Rectangle 4"/>
              <p:cNvSpPr>
                <a:spLocks noRot="1" noChangeAspect="1" noMove="1" noResize="1" noEditPoints="1" noAdjustHandles="1" noChangeArrowheads="1" noChangeShapeType="1" noTextEdit="1"/>
              </p:cNvSpPr>
              <p:nvPr/>
            </p:nvSpPr>
            <p:spPr>
              <a:xfrm>
                <a:off x="588333" y="706892"/>
                <a:ext cx="11216081" cy="5908349"/>
              </a:xfrm>
              <a:prstGeom prst="rect">
                <a:avLst/>
              </a:prstGeom>
              <a:blipFill>
                <a:blip r:embed="rId2"/>
                <a:stretch>
                  <a:fillRect l="-271" b="-102"/>
                </a:stretch>
              </a:blipFill>
            </p:spPr>
            <p:txBody>
              <a:bodyPr/>
              <a:lstStyle/>
              <a:p>
                <a:r>
                  <a:rPr lang="en-US">
                    <a:noFill/>
                  </a:rPr>
                  <a:t> </a:t>
                </a:r>
              </a:p>
            </p:txBody>
          </p:sp>
        </mc:Fallback>
      </mc:AlternateContent>
      <p:pic>
        <p:nvPicPr>
          <p:cNvPr id="7" name="Picture 6" descr="A picture containing object, room&#10;&#10;Description automatically generated">
            <a:extLst>
              <a:ext uri="{FF2B5EF4-FFF2-40B4-BE49-F238E27FC236}">
                <a16:creationId xmlns:a16="http://schemas.microsoft.com/office/drawing/2014/main" id="{C0EC8B3D-596C-44CB-AD4C-FD55B509F0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7947" y="3298002"/>
            <a:ext cx="4889416" cy="2737341"/>
          </a:xfrm>
          <a:prstGeom prst="rect">
            <a:avLst/>
          </a:prstGeom>
        </p:spPr>
      </p:pic>
    </p:spTree>
    <p:extLst>
      <p:ext uri="{BB962C8B-B14F-4D97-AF65-F5344CB8AC3E}">
        <p14:creationId xmlns:p14="http://schemas.microsoft.com/office/powerpoint/2010/main" val="24595067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178132" y="-23759"/>
            <a:ext cx="11291902" cy="563244"/>
          </a:xfrm>
        </p:spPr>
        <p:txBody>
          <a:bodyPr/>
          <a:lstStyle/>
          <a:p>
            <a:r>
              <a:rPr lang="en-US" sz="4000" dirty="0"/>
              <a:t> Microcontroller Circuit Example</a:t>
            </a:r>
          </a:p>
        </p:txBody>
      </p:sp>
      <p:sp>
        <p:nvSpPr>
          <p:cNvPr id="7" name="Rectangle 6"/>
          <p:cNvSpPr/>
          <p:nvPr/>
        </p:nvSpPr>
        <p:spPr>
          <a:xfrm>
            <a:off x="96253" y="611370"/>
            <a:ext cx="11777592" cy="58785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342900" indent="-342900" fontAlgn="auto">
              <a:spcAft>
                <a:spcPts val="0"/>
              </a:spcAft>
              <a:buClr>
                <a:srgbClr val="4E5B6F"/>
              </a:buClr>
              <a:buFont typeface="Wingdings" panose="05000000000000000000" pitchFamily="2" charset="2"/>
              <a:buChar char="Ø"/>
            </a:pPr>
            <a:endParaRPr lang="en-US"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fontAlgn="auto">
              <a:spcAft>
                <a:spcPts val="0"/>
              </a:spcAft>
              <a:buClr>
                <a:srgbClr val="4E5B6F"/>
              </a:buClr>
              <a:buFont typeface="Wingdings" panose="05000000000000000000" pitchFamily="2" charset="2"/>
              <a:buChar char="Ø"/>
            </a:pPr>
            <a:r>
              <a:rPr lang="en-US" dirty="0">
                <a:solidFill>
                  <a:prstClr val="black"/>
                </a:solidFill>
                <a:latin typeface="Cambria Math" panose="02040503050406030204" pitchFamily="18" charset="0"/>
                <a:ea typeface="Cambria Math" panose="02040503050406030204" pitchFamily="18" charset="0"/>
                <a:cs typeface="Arial" panose="020B0604020202020204" pitchFamily="34" charset="0"/>
              </a:rPr>
              <a:t>Schematics are somewhat like a foreign language, that electrical and computer engineers need to learn to speak.</a:t>
            </a:r>
          </a:p>
        </p:txBody>
      </p:sp>
      <p:pic>
        <p:nvPicPr>
          <p:cNvPr id="9" name="Picture 8">
            <a:extLst>
              <a:ext uri="{FF2B5EF4-FFF2-40B4-BE49-F238E27FC236}">
                <a16:creationId xmlns:a16="http://schemas.microsoft.com/office/drawing/2014/main" id="{C3740C66-8784-4967-8EF9-03408135D5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646" y="667808"/>
            <a:ext cx="9875348" cy="5412149"/>
          </a:xfrm>
          <a:prstGeom prst="rect">
            <a:avLst/>
          </a:prstGeom>
        </p:spPr>
      </p:pic>
      <p:sp>
        <p:nvSpPr>
          <p:cNvPr id="5" name="TextBox 4">
            <a:extLst>
              <a:ext uri="{FF2B5EF4-FFF2-40B4-BE49-F238E27FC236}">
                <a16:creationId xmlns:a16="http://schemas.microsoft.com/office/drawing/2014/main" id="{1ABD1C07-4ED3-4CCD-99F0-9DD8BFF61B21}"/>
              </a:ext>
            </a:extLst>
          </p:cNvPr>
          <p:cNvSpPr txBox="1"/>
          <p:nvPr/>
        </p:nvSpPr>
        <p:spPr>
          <a:xfrm>
            <a:off x="887646" y="725239"/>
            <a:ext cx="3293979" cy="369332"/>
          </a:xfrm>
          <a:prstGeom prst="rect">
            <a:avLst/>
          </a:prstGeom>
          <a:noFill/>
        </p:spPr>
        <p:txBody>
          <a:bodyPr wrap="none" rtlCol="0">
            <a:spAutoFit/>
          </a:bodyPr>
          <a:lstStyle/>
          <a:p>
            <a:r>
              <a:rPr lang="en-US" dirty="0">
                <a:solidFill>
                  <a:schemeClr val="bg1"/>
                </a:solidFill>
              </a:rPr>
              <a:t>Temperature Controlled DC Fan</a:t>
            </a:r>
          </a:p>
        </p:txBody>
      </p:sp>
      <p:sp>
        <p:nvSpPr>
          <p:cNvPr id="10" name="TextBox 9">
            <a:extLst>
              <a:ext uri="{FF2B5EF4-FFF2-40B4-BE49-F238E27FC236}">
                <a16:creationId xmlns:a16="http://schemas.microsoft.com/office/drawing/2014/main" id="{22C2D052-71CA-4C9A-B1A0-FD0C37DF0A25}"/>
              </a:ext>
            </a:extLst>
          </p:cNvPr>
          <p:cNvSpPr txBox="1"/>
          <p:nvPr/>
        </p:nvSpPr>
        <p:spPr>
          <a:xfrm>
            <a:off x="9827808" y="3512001"/>
            <a:ext cx="1071384" cy="461665"/>
          </a:xfrm>
          <a:prstGeom prst="rect">
            <a:avLst/>
          </a:prstGeom>
          <a:noFill/>
        </p:spPr>
        <p:txBody>
          <a:bodyPr wrap="none" rtlCol="0">
            <a:spAutoFit/>
          </a:bodyPr>
          <a:lstStyle/>
          <a:p>
            <a:r>
              <a:rPr lang="en-US" sz="1200" dirty="0">
                <a:solidFill>
                  <a:schemeClr val="bg1"/>
                </a:solidFill>
              </a:rPr>
              <a:t>Temperature </a:t>
            </a:r>
          </a:p>
          <a:p>
            <a:r>
              <a:rPr lang="en-US" sz="1200" dirty="0">
                <a:solidFill>
                  <a:schemeClr val="bg1"/>
                </a:solidFill>
              </a:rPr>
              <a:t>     Sensor</a:t>
            </a:r>
          </a:p>
        </p:txBody>
      </p:sp>
      <p:sp>
        <p:nvSpPr>
          <p:cNvPr id="11" name="TextBox 10">
            <a:extLst>
              <a:ext uri="{FF2B5EF4-FFF2-40B4-BE49-F238E27FC236}">
                <a16:creationId xmlns:a16="http://schemas.microsoft.com/office/drawing/2014/main" id="{2E2C9F78-C785-4647-8927-3B78C318D1AC}"/>
              </a:ext>
            </a:extLst>
          </p:cNvPr>
          <p:cNvSpPr txBox="1"/>
          <p:nvPr/>
        </p:nvSpPr>
        <p:spPr>
          <a:xfrm>
            <a:off x="7944756" y="4369628"/>
            <a:ext cx="470000" cy="276999"/>
          </a:xfrm>
          <a:prstGeom prst="rect">
            <a:avLst/>
          </a:prstGeom>
          <a:noFill/>
        </p:spPr>
        <p:txBody>
          <a:bodyPr wrap="none" rtlCol="0">
            <a:spAutoFit/>
          </a:bodyPr>
          <a:lstStyle/>
          <a:p>
            <a:r>
              <a:rPr lang="en-US" sz="1200" dirty="0">
                <a:solidFill>
                  <a:schemeClr val="bg1"/>
                </a:solidFill>
              </a:rPr>
              <a:t>ADC</a:t>
            </a:r>
          </a:p>
        </p:txBody>
      </p:sp>
      <p:sp>
        <p:nvSpPr>
          <p:cNvPr id="12" name="TextBox 11">
            <a:extLst>
              <a:ext uri="{FF2B5EF4-FFF2-40B4-BE49-F238E27FC236}">
                <a16:creationId xmlns:a16="http://schemas.microsoft.com/office/drawing/2014/main" id="{4715A28C-50E8-491F-B0D5-18A891A75203}"/>
              </a:ext>
            </a:extLst>
          </p:cNvPr>
          <p:cNvSpPr txBox="1"/>
          <p:nvPr/>
        </p:nvSpPr>
        <p:spPr>
          <a:xfrm>
            <a:off x="3773312" y="3373502"/>
            <a:ext cx="1217321" cy="276999"/>
          </a:xfrm>
          <a:prstGeom prst="rect">
            <a:avLst/>
          </a:prstGeom>
          <a:noFill/>
        </p:spPr>
        <p:txBody>
          <a:bodyPr wrap="none" rtlCol="0">
            <a:spAutoFit/>
          </a:bodyPr>
          <a:lstStyle/>
          <a:p>
            <a:r>
              <a:rPr lang="en-US" sz="1200" dirty="0">
                <a:solidFill>
                  <a:schemeClr val="bg1"/>
                </a:solidFill>
              </a:rPr>
              <a:t>Microcontroller</a:t>
            </a:r>
          </a:p>
        </p:txBody>
      </p:sp>
      <p:sp>
        <p:nvSpPr>
          <p:cNvPr id="13" name="TextBox 12">
            <a:extLst>
              <a:ext uri="{FF2B5EF4-FFF2-40B4-BE49-F238E27FC236}">
                <a16:creationId xmlns:a16="http://schemas.microsoft.com/office/drawing/2014/main" id="{5E48A614-F951-41B5-B235-DE761698850C}"/>
              </a:ext>
            </a:extLst>
          </p:cNvPr>
          <p:cNvSpPr txBox="1"/>
          <p:nvPr/>
        </p:nvSpPr>
        <p:spPr>
          <a:xfrm>
            <a:off x="125650" y="3900865"/>
            <a:ext cx="960519" cy="461665"/>
          </a:xfrm>
          <a:prstGeom prst="rect">
            <a:avLst/>
          </a:prstGeom>
          <a:noFill/>
        </p:spPr>
        <p:txBody>
          <a:bodyPr wrap="none" rtlCol="0">
            <a:spAutoFit/>
          </a:bodyPr>
          <a:lstStyle/>
          <a:p>
            <a:r>
              <a:rPr lang="en-US" sz="1200" dirty="0">
                <a:solidFill>
                  <a:schemeClr val="bg1"/>
                </a:solidFill>
              </a:rPr>
              <a:t>Mechanical </a:t>
            </a:r>
          </a:p>
          <a:p>
            <a:r>
              <a:rPr lang="en-US" sz="1200" dirty="0">
                <a:solidFill>
                  <a:schemeClr val="bg1"/>
                </a:solidFill>
              </a:rPr>
              <a:t>      Relay</a:t>
            </a:r>
          </a:p>
        </p:txBody>
      </p:sp>
      <p:sp>
        <p:nvSpPr>
          <p:cNvPr id="14" name="TextBox 13">
            <a:extLst>
              <a:ext uri="{FF2B5EF4-FFF2-40B4-BE49-F238E27FC236}">
                <a16:creationId xmlns:a16="http://schemas.microsoft.com/office/drawing/2014/main" id="{CF659279-FFFE-44F0-8643-20F866765F4B}"/>
              </a:ext>
            </a:extLst>
          </p:cNvPr>
          <p:cNvSpPr txBox="1"/>
          <p:nvPr/>
        </p:nvSpPr>
        <p:spPr>
          <a:xfrm>
            <a:off x="282166" y="3213921"/>
            <a:ext cx="647485" cy="276999"/>
          </a:xfrm>
          <a:prstGeom prst="rect">
            <a:avLst/>
          </a:prstGeom>
          <a:noFill/>
        </p:spPr>
        <p:txBody>
          <a:bodyPr wrap="none" rtlCol="0">
            <a:spAutoFit/>
          </a:bodyPr>
          <a:lstStyle/>
          <a:p>
            <a:r>
              <a:rPr lang="en-US" sz="1200" dirty="0">
                <a:solidFill>
                  <a:schemeClr val="bg1"/>
                </a:solidFill>
              </a:rPr>
              <a:t>DC Fan</a:t>
            </a:r>
          </a:p>
        </p:txBody>
      </p:sp>
      <p:sp>
        <p:nvSpPr>
          <p:cNvPr id="15" name="TextBox 14">
            <a:extLst>
              <a:ext uri="{FF2B5EF4-FFF2-40B4-BE49-F238E27FC236}">
                <a16:creationId xmlns:a16="http://schemas.microsoft.com/office/drawing/2014/main" id="{F19E77C3-8F58-4567-89B5-4DA7E97D08E7}"/>
              </a:ext>
            </a:extLst>
          </p:cNvPr>
          <p:cNvSpPr txBox="1"/>
          <p:nvPr/>
        </p:nvSpPr>
        <p:spPr>
          <a:xfrm>
            <a:off x="5091157" y="1997972"/>
            <a:ext cx="540084" cy="461665"/>
          </a:xfrm>
          <a:prstGeom prst="rect">
            <a:avLst/>
          </a:prstGeom>
          <a:noFill/>
        </p:spPr>
        <p:txBody>
          <a:bodyPr wrap="none" rtlCol="0">
            <a:spAutoFit/>
          </a:bodyPr>
          <a:lstStyle/>
          <a:p>
            <a:r>
              <a:rPr lang="en-US" sz="1200" dirty="0">
                <a:solidFill>
                  <a:schemeClr val="bg1"/>
                </a:solidFill>
              </a:rPr>
              <a:t>Trim </a:t>
            </a:r>
          </a:p>
          <a:p>
            <a:r>
              <a:rPr lang="en-US" sz="1200" dirty="0">
                <a:solidFill>
                  <a:schemeClr val="bg1"/>
                </a:solidFill>
              </a:rPr>
              <a:t> Pot</a:t>
            </a:r>
          </a:p>
        </p:txBody>
      </p:sp>
    </p:spTree>
    <p:extLst>
      <p:ext uri="{BB962C8B-B14F-4D97-AF65-F5344CB8AC3E}">
        <p14:creationId xmlns:p14="http://schemas.microsoft.com/office/powerpoint/2010/main" val="1366200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18" end="18"/>
                                            </p:txEl>
                                          </p:spTgt>
                                        </p:tgtEl>
                                        <p:attrNameLst>
                                          <p:attrName>style.visibility</p:attrName>
                                        </p:attrNameLst>
                                      </p:cBhvr>
                                      <p:to>
                                        <p:strVal val="visible"/>
                                      </p:to>
                                    </p:set>
                                    <p:anim calcmode="lin" valueType="num">
                                      <p:cBhvr additive="base">
                                        <p:cTn id="43" dur="500" fill="hold"/>
                                        <p:tgtEl>
                                          <p:spTgt spid="7">
                                            <p:txEl>
                                              <p:pRg st="18" end="1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18" end="1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2" grpId="0"/>
      <p:bldP spid="13" grpId="0"/>
      <p:bldP spid="14" grpId="0"/>
      <p:bldP spid="1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118339" y="66738"/>
            <a:ext cx="5353538" cy="563244"/>
          </a:xfrm>
        </p:spPr>
        <p:txBody>
          <a:bodyPr/>
          <a:lstStyle/>
          <a:p>
            <a:r>
              <a:rPr lang="en-US" sz="4000" dirty="0"/>
              <a:t> </a:t>
            </a:r>
            <a:r>
              <a:rPr lang="en-US" sz="4400" dirty="0"/>
              <a:t>What Do Engineers Do?</a:t>
            </a:r>
          </a:p>
        </p:txBody>
      </p:sp>
      <p:sp>
        <p:nvSpPr>
          <p:cNvPr id="7" name="Rectangle 6"/>
          <p:cNvSpPr/>
          <p:nvPr/>
        </p:nvSpPr>
        <p:spPr>
          <a:xfrm>
            <a:off x="382742" y="995448"/>
            <a:ext cx="10972799" cy="378565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indent="-342900" fontAlgn="auto">
              <a:spcAft>
                <a:spcPts val="0"/>
              </a:spcAft>
              <a:buClr>
                <a:srgbClr val="4E5B6F"/>
              </a:buClr>
              <a:buFont typeface="Wingdings" panose="05000000000000000000" pitchFamily="2" charset="2"/>
              <a:buChar char="Ø"/>
            </a:pPr>
            <a:r>
              <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rPr>
              <a:t>Apply math and science to solve problems. </a:t>
            </a: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342900" indent="-342900" fontAlgn="auto">
              <a:spcAft>
                <a:spcPts val="0"/>
              </a:spcAft>
              <a:buClr>
                <a:srgbClr val="4E5B6F"/>
              </a:buClr>
              <a:buFont typeface="Wingdings" panose="05000000000000000000" pitchFamily="2" charset="2"/>
              <a:buChar char="Ø"/>
            </a:pPr>
            <a:r>
              <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rPr>
              <a:t>Problems to be solved are opportunities for engineers.</a:t>
            </a: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342900" indent="-342900" fontAlgn="auto">
              <a:spcAft>
                <a:spcPts val="0"/>
              </a:spcAft>
              <a:buClr>
                <a:srgbClr val="4E5B6F"/>
              </a:buClr>
              <a:buFont typeface="Wingdings" panose="05000000000000000000" pitchFamily="2" charset="2"/>
              <a:buChar char="Ø"/>
            </a:pPr>
            <a:r>
              <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rPr>
              <a:t>Engineers are sustained by problems that are big enough for someone to pay for your skills to solve.</a:t>
            </a: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342900" indent="-342900" fontAlgn="auto">
              <a:spcAft>
                <a:spcPts val="0"/>
              </a:spcAft>
              <a:buClr>
                <a:srgbClr val="4E5B6F"/>
              </a:buClr>
              <a:buFont typeface="Wingdings" panose="05000000000000000000" pitchFamily="2" charset="2"/>
              <a:buChar char="Ø"/>
            </a:pPr>
            <a:r>
              <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rPr>
              <a:t>Intuitive understanding of how something works is very helpful when trying to figure out why it is not working.</a:t>
            </a:r>
          </a:p>
          <a:p>
            <a:pPr marL="342900" indent="-342900" fontAlgn="auto">
              <a:spcAft>
                <a:spcPts val="0"/>
              </a:spcAft>
              <a:buClr>
                <a:srgbClr val="4E5B6F"/>
              </a:buClr>
              <a:buFont typeface="Wingdings" panose="05000000000000000000" pitchFamily="2" charset="2"/>
              <a:buChar char="Ø"/>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342900" indent="-342900" fontAlgn="auto">
              <a:spcAft>
                <a:spcPts val="0"/>
              </a:spcAft>
              <a:buClr>
                <a:srgbClr val="4E5B6F"/>
              </a:buClr>
              <a:buFont typeface="Wingdings" panose="05000000000000000000" pitchFamily="2" charset="2"/>
              <a:buChar char="Ø"/>
            </a:pPr>
            <a:r>
              <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rPr>
              <a:t>Intuitive understanding has longer shelf life than a superficial understanding just sufficient to pass a test.</a:t>
            </a:r>
          </a:p>
        </p:txBody>
      </p:sp>
    </p:spTree>
    <p:extLst>
      <p:ext uri="{BB962C8B-B14F-4D97-AF65-F5344CB8AC3E}">
        <p14:creationId xmlns:p14="http://schemas.microsoft.com/office/powerpoint/2010/main" val="3356790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anim calcmode="lin" valueType="num">
                                      <p:cBhvr additive="base">
                                        <p:cTn id="17"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4011573" y="15631"/>
            <a:ext cx="3561535" cy="617167"/>
          </a:xfrm>
        </p:spPr>
        <p:txBody>
          <a:bodyPr/>
          <a:lstStyle/>
          <a:p>
            <a:r>
              <a:rPr lang="en-US" sz="4000" dirty="0"/>
              <a:t>Class Attendance</a:t>
            </a:r>
          </a:p>
        </p:txBody>
      </p:sp>
      <p:sp>
        <p:nvSpPr>
          <p:cNvPr id="5" name="Rectangle 4"/>
          <p:cNvSpPr/>
          <p:nvPr/>
        </p:nvSpPr>
        <p:spPr>
          <a:xfrm>
            <a:off x="790832" y="828509"/>
            <a:ext cx="10536195" cy="526297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Wingdings" panose="05000000000000000000" pitchFamily="2" charset="2"/>
              <a:buChar char="Ø"/>
            </a:pPr>
            <a:r>
              <a:rPr lang="en-US" sz="1600" b="1" dirty="0"/>
              <a:t>Quizzes</a:t>
            </a:r>
            <a:r>
              <a:rPr lang="en-US" sz="1600" dirty="0"/>
              <a:t>: Both a Prepare Reading Quiz near the start-of-class and a Post-Discussion Quiz near the end-of-class can be expected throughout the semester. The Prepare Reading Quizzes cover the assigned </a:t>
            </a:r>
            <a:r>
              <a:rPr lang="en-US" sz="1600" b="1" dirty="0"/>
              <a:t>Prepare</a:t>
            </a:r>
            <a:r>
              <a:rPr lang="en-US" sz="1600" dirty="0"/>
              <a:t> reading material and the Post-Discussion Quiz cover the material discussed during class time. The Prepare Reading Quizzes are both closed-book and closed notes, while the Post-Discussion Quizzes are closed-book, although handwritten notes taken during class time can be used. Students will self-grade and report their quiz results in I-Learn with 20% of your final grade based upon in-class quiz performance. You must be present to receive credit for each in-class quiz. The </a:t>
            </a:r>
            <a:r>
              <a:rPr lang="en-US" sz="1600" b="1" dirty="0"/>
              <a:t>lowest six</a:t>
            </a:r>
            <a:r>
              <a:rPr lang="en-US" sz="1600" dirty="0"/>
              <a:t> </a:t>
            </a:r>
            <a:r>
              <a:rPr lang="en-US" sz="1600" b="1" dirty="0"/>
              <a:t>Quiz</a:t>
            </a:r>
            <a:r>
              <a:rPr lang="en-US" sz="1600" dirty="0"/>
              <a:t> scores for each student during the semester will be automatically dropped prior to determining final grades. If you have an Authorized Absence accompanied by a completed </a:t>
            </a:r>
            <a:r>
              <a:rPr lang="en-US" sz="1600" b="1" dirty="0"/>
              <a:t>Student Absence Request Form</a:t>
            </a:r>
            <a:r>
              <a:rPr lang="en-US" sz="1600" dirty="0"/>
              <a:t>, then the quizzes for that day will simply not be included in the calculation of your final grade.</a:t>
            </a:r>
          </a:p>
          <a:p>
            <a:pPr marL="285750" indent="-285750">
              <a:buFont typeface="Wingdings" panose="05000000000000000000" pitchFamily="2" charset="2"/>
              <a:buChar char="Ø"/>
            </a:pPr>
            <a:endParaRPr lang="en-US" sz="1600"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sz="1600" dirty="0">
                <a:latin typeface="Cambria Math" panose="02040503050406030204" pitchFamily="18" charset="0"/>
                <a:ea typeface="Cambria Math" panose="02040503050406030204" pitchFamily="18" charset="0"/>
              </a:rPr>
              <a:t>Academic Policies</a:t>
            </a:r>
          </a:p>
          <a:p>
            <a:pPr marL="285750" indent="-285750">
              <a:buFont typeface="Wingdings" panose="05000000000000000000" pitchFamily="2" charset="2"/>
              <a:buChar char="Ø"/>
            </a:pPr>
            <a:endParaRPr lang="en-US" sz="1600" dirty="0">
              <a:latin typeface="Cambria Math" panose="02040503050406030204" pitchFamily="18" charset="0"/>
              <a:ea typeface="Cambria Math" panose="02040503050406030204" pitchFamily="18" charset="0"/>
            </a:endParaRPr>
          </a:p>
          <a:p>
            <a:r>
              <a:rPr lang="en-US" sz="1600" dirty="0">
                <a:latin typeface="Cambria Math" panose="02040503050406030204" pitchFamily="18" charset="0"/>
                <a:ea typeface="Cambria Math" panose="02040503050406030204" pitchFamily="18" charset="0"/>
              </a:rPr>
              <a:t>Students are responsible for class attendance. No absences, whether approved by the College for participation in College-sponsored activities or necessitated by sickness or other personal emergencies, are "excused" in the sense that the student is relieved from work assigned or carried out by the class during the absence. To ensure continuity, students must make up work missed. In most cases, repeated absences will result in a lower grade or a failure. </a:t>
            </a:r>
          </a:p>
          <a:p>
            <a:endParaRPr lang="en-US" sz="1600" dirty="0">
              <a:ln w="0"/>
              <a:solidFill>
                <a:prstClr val="black"/>
              </a:solidFill>
              <a:effectLst>
                <a:outerShdw blurRad="38100" dist="19050" dir="2700000" algn="tl" rotWithShape="0">
                  <a:prstClr val="black">
                    <a:alpha val="40000"/>
                  </a:prstClr>
                </a:outerShdw>
              </a:effectLst>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Wingdings" panose="05000000000000000000" pitchFamily="2" charset="2"/>
              <a:buChar char="Ø"/>
            </a:pPr>
            <a:r>
              <a:rPr lang="en-US" sz="1600" dirty="0">
                <a:latin typeface="Cambria Math" panose="02040503050406030204" pitchFamily="18" charset="0"/>
                <a:ea typeface="Cambria Math" panose="02040503050406030204" pitchFamily="18" charset="0"/>
              </a:rPr>
              <a:t>Student Authorized Absence Policy &amp; Request Form.</a:t>
            </a:r>
          </a:p>
          <a:p>
            <a:endParaRPr lang="en-US" sz="1600" dirty="0">
              <a:latin typeface="Cambria Math" panose="02040503050406030204" pitchFamily="18" charset="0"/>
              <a:ea typeface="Cambria Math" panose="02040503050406030204" pitchFamily="18" charset="0"/>
            </a:endParaRPr>
          </a:p>
          <a:p>
            <a:r>
              <a:rPr lang="en-US" sz="1600" dirty="0">
                <a:latin typeface="Cambria Math" panose="02040503050406030204" pitchFamily="18" charset="0"/>
                <a:ea typeface="Cambria Math" panose="02040503050406030204" pitchFamily="18" charset="0"/>
              </a:rPr>
              <a:t> Faculty may not reduce student grades on the basis of attendance if the absence(s) are for official university sponsored events.</a:t>
            </a:r>
          </a:p>
        </p:txBody>
      </p:sp>
    </p:spTree>
    <p:extLst>
      <p:ext uri="{BB962C8B-B14F-4D97-AF65-F5344CB8AC3E}">
        <p14:creationId xmlns:p14="http://schemas.microsoft.com/office/powerpoint/2010/main" val="912414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164863" y="78154"/>
            <a:ext cx="7705970" cy="563244"/>
          </a:xfrm>
        </p:spPr>
        <p:txBody>
          <a:bodyPr/>
          <a:lstStyle/>
          <a:p>
            <a:r>
              <a:rPr lang="en-US" sz="4000" dirty="0"/>
              <a:t> </a:t>
            </a:r>
            <a:r>
              <a:rPr lang="en-US" sz="4400" dirty="0"/>
              <a:t>What are Employers Looking For?</a:t>
            </a:r>
          </a:p>
        </p:txBody>
      </p:sp>
      <p:sp>
        <p:nvSpPr>
          <p:cNvPr id="7" name="Rectangle 6"/>
          <p:cNvSpPr/>
          <p:nvPr/>
        </p:nvSpPr>
        <p:spPr>
          <a:xfrm>
            <a:off x="382742" y="995448"/>
            <a:ext cx="10972799" cy="470898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fontAlgn="auto">
              <a:spcAft>
                <a:spcPts val="0"/>
              </a:spcAft>
              <a:buFont typeface="Wingdings" panose="05000000000000000000" pitchFamily="2" charset="2"/>
              <a:buChar char="Ø"/>
            </a:pPr>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fontAlgn="auto">
              <a:spcAft>
                <a:spcPts val="0"/>
              </a:spcAft>
              <a:buFont typeface="Wingdings" panose="05000000000000000000" pitchFamily="2" charset="2"/>
              <a:buChar char="Ø"/>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Someone who is hard working, self-motivated and demonstrates integrity.</a:t>
            </a:r>
          </a:p>
          <a:p>
            <a:pPr fontAlgn="auto">
              <a:spcAft>
                <a:spcPts val="0"/>
              </a:spcAft>
            </a:pPr>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fontAlgn="auto">
              <a:spcAft>
                <a:spcPts val="0"/>
              </a:spcAft>
              <a:buFont typeface="Wingdings" panose="05000000000000000000" pitchFamily="2" charset="2"/>
              <a:buChar char="Ø"/>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Solid grasp of circuit analysis &amp; design fundamentals. </a:t>
            </a:r>
          </a:p>
          <a:p>
            <a:pPr fontAlgn="auto">
              <a:spcAft>
                <a:spcPts val="0"/>
              </a:spcAft>
            </a:pPr>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fontAlgn="auto">
              <a:spcAft>
                <a:spcPts val="0"/>
              </a:spcAft>
              <a:buFont typeface="Wingdings" panose="05000000000000000000" pitchFamily="2" charset="2"/>
              <a:buChar char="Ø"/>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Good problem solving methodology. Take stock of what you do know. </a:t>
            </a:r>
          </a:p>
          <a:p>
            <a:pPr fontAlgn="auto">
              <a:spcAft>
                <a:spcPts val="0"/>
              </a:spcAft>
            </a:pPr>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fontAlgn="auto">
              <a:spcAft>
                <a:spcPts val="0"/>
              </a:spcAft>
              <a:buFont typeface="Wingdings" panose="05000000000000000000" pitchFamily="2" charset="2"/>
              <a:buChar char="Ø"/>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Detailed understanding of how something works is very helpful when trying to solve problems. </a:t>
            </a:r>
          </a:p>
          <a:p>
            <a:pPr fontAlgn="auto">
              <a:spcAft>
                <a:spcPts val="0"/>
              </a:spcAft>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	Do leakage currents increase or decrease in semiconductors as temperature increases?</a:t>
            </a:r>
          </a:p>
          <a:p>
            <a:pPr fontAlgn="auto">
              <a:spcAft>
                <a:spcPts val="0"/>
              </a:spcAft>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	Is paralleling silicon diodes to reduce power dissipation an effective technique?</a:t>
            </a:r>
          </a:p>
          <a:p>
            <a:pPr fontAlgn="auto">
              <a:spcAft>
                <a:spcPts val="0"/>
              </a:spcAft>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	Is current saturation for BJTs and MOSFETs the same phenomenon?</a:t>
            </a:r>
          </a:p>
          <a:p>
            <a:pPr fontAlgn="auto">
              <a:spcAft>
                <a:spcPts val="0"/>
              </a:spcAft>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	Why does power dissipation increase with increasing clock frequency in digital CMOS?</a:t>
            </a:r>
          </a:p>
          <a:p>
            <a:pPr fontAlgn="auto">
              <a:spcAft>
                <a:spcPts val="0"/>
              </a:spcAft>
            </a:pPr>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fontAlgn="auto">
              <a:spcAft>
                <a:spcPts val="0"/>
              </a:spcAft>
              <a:buFont typeface="Wingdings" panose="05000000000000000000" pitchFamily="2" charset="2"/>
              <a:buChar char="Ø"/>
            </a:pPr>
            <a:r>
              <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rPr>
              <a:t>Can easily look up equations, but can’t so easily look up concepts.</a:t>
            </a:r>
          </a:p>
          <a:p>
            <a:pPr marL="285750" indent="-285750" fontAlgn="auto">
              <a:spcAft>
                <a:spcPts val="0"/>
              </a:spcAft>
              <a:buFont typeface="Wingdings" panose="05000000000000000000" pitchFamily="2" charset="2"/>
              <a:buChar char="Ø"/>
            </a:pPr>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p:txBody>
      </p:sp>
    </p:spTree>
    <p:extLst>
      <p:ext uri="{BB962C8B-B14F-4D97-AF65-F5344CB8AC3E}">
        <p14:creationId xmlns:p14="http://schemas.microsoft.com/office/powerpoint/2010/main" val="3514210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 calcmode="lin" valueType="num">
                                      <p:cBhvr additive="base">
                                        <p:cTn id="13"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anim calcmode="lin" valueType="num">
                                      <p:cBhvr additive="base">
                                        <p:cTn id="1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anim calcmode="lin" valueType="num">
                                      <p:cBhvr additive="base">
                                        <p:cTn id="2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anim calcmode="lin" valueType="num">
                                      <p:cBhvr additive="base">
                                        <p:cTn id="31"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10" end="10"/>
                                            </p:txEl>
                                          </p:spTgt>
                                        </p:tgtEl>
                                        <p:attrNameLst>
                                          <p:attrName>style.visibility</p:attrName>
                                        </p:attrNameLst>
                                      </p:cBhvr>
                                      <p:to>
                                        <p:strVal val="visible"/>
                                      </p:to>
                                    </p:set>
                                    <p:anim calcmode="lin" valueType="num">
                                      <p:cBhvr additive="base">
                                        <p:cTn id="37"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11" end="11"/>
                                            </p:txEl>
                                          </p:spTgt>
                                        </p:tgtEl>
                                        <p:attrNameLst>
                                          <p:attrName>style.visibility</p:attrName>
                                        </p:attrNameLst>
                                      </p:cBhvr>
                                      <p:to>
                                        <p:strVal val="visible"/>
                                      </p:to>
                                    </p:set>
                                    <p:anim calcmode="lin" valueType="num">
                                      <p:cBhvr additive="base">
                                        <p:cTn id="43"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
                                            <p:txEl>
                                              <p:pRg st="13" end="13"/>
                                            </p:txEl>
                                          </p:spTgt>
                                        </p:tgtEl>
                                        <p:attrNameLst>
                                          <p:attrName>style.visibility</p:attrName>
                                        </p:attrNameLst>
                                      </p:cBhvr>
                                      <p:to>
                                        <p:strVal val="visible"/>
                                      </p:to>
                                    </p:set>
                                    <p:anim calcmode="lin" valueType="num">
                                      <p:cBhvr additive="base">
                                        <p:cTn id="49" dur="500" fill="hold"/>
                                        <p:tgtEl>
                                          <p:spTgt spid="7">
                                            <p:txEl>
                                              <p:pRg st="13" end="1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118339" y="66738"/>
            <a:ext cx="5353538" cy="563244"/>
          </a:xfrm>
        </p:spPr>
        <p:txBody>
          <a:bodyPr/>
          <a:lstStyle/>
          <a:p>
            <a:r>
              <a:rPr lang="en-US" sz="4000" dirty="0"/>
              <a:t> </a:t>
            </a:r>
            <a:r>
              <a:rPr lang="en-US" sz="4400" dirty="0"/>
              <a:t>What Do Engineers Do?</a:t>
            </a:r>
          </a:p>
        </p:txBody>
      </p:sp>
      <p:sp>
        <p:nvSpPr>
          <p:cNvPr id="7" name="Rectangle 6"/>
          <p:cNvSpPr/>
          <p:nvPr/>
        </p:nvSpPr>
        <p:spPr>
          <a:xfrm>
            <a:off x="382742" y="995448"/>
            <a:ext cx="10972799" cy="34778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indent="-342900" fontAlgn="auto">
              <a:spcAft>
                <a:spcPts val="0"/>
              </a:spcAft>
              <a:buClr>
                <a:srgbClr val="4E5B6F"/>
              </a:buClr>
              <a:buFont typeface="Wingdings" panose="05000000000000000000" pitchFamily="2" charset="2"/>
              <a:buChar char="Ø"/>
            </a:pPr>
            <a:r>
              <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rPr>
              <a:t>Apply math and science to solve problems. </a:t>
            </a: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342900" indent="-342900" fontAlgn="auto">
              <a:spcAft>
                <a:spcPts val="0"/>
              </a:spcAft>
              <a:buClr>
                <a:srgbClr val="4E5B6F"/>
              </a:buClr>
              <a:buFont typeface="Wingdings" panose="05000000000000000000" pitchFamily="2" charset="2"/>
              <a:buChar char="Ø"/>
            </a:pPr>
            <a:r>
              <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rPr>
              <a:t>Problems to be solved are opportunities for engineers.</a:t>
            </a: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342900" indent="-342900" fontAlgn="auto">
              <a:spcAft>
                <a:spcPts val="0"/>
              </a:spcAft>
              <a:buClr>
                <a:srgbClr val="4E5B6F"/>
              </a:buClr>
              <a:buFont typeface="Wingdings" panose="05000000000000000000" pitchFamily="2" charset="2"/>
              <a:buChar char="Ø"/>
            </a:pPr>
            <a:r>
              <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rPr>
              <a:t>Problems that are big enough for someone to pay to solve.</a:t>
            </a: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342900" indent="-342900" fontAlgn="auto">
              <a:spcAft>
                <a:spcPts val="0"/>
              </a:spcAft>
              <a:buClr>
                <a:srgbClr val="4E5B6F"/>
              </a:buClr>
              <a:buFont typeface="Wingdings" panose="05000000000000000000" pitchFamily="2" charset="2"/>
              <a:buChar char="Ø"/>
            </a:pPr>
            <a:r>
              <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rPr>
              <a:t>Intuitive understanding of how something works is very helpful when trying to figure out why it is not working.</a:t>
            </a:r>
          </a:p>
          <a:p>
            <a:pPr marL="342900" indent="-342900" fontAlgn="auto">
              <a:spcAft>
                <a:spcPts val="0"/>
              </a:spcAft>
              <a:buClr>
                <a:srgbClr val="4E5B6F"/>
              </a:buClr>
              <a:buFont typeface="Wingdings" panose="05000000000000000000" pitchFamily="2" charset="2"/>
              <a:buChar char="Ø"/>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342900" indent="-342900" fontAlgn="auto">
              <a:spcAft>
                <a:spcPts val="0"/>
              </a:spcAft>
              <a:buClr>
                <a:srgbClr val="4E5B6F"/>
              </a:buClr>
              <a:buFont typeface="Wingdings" panose="05000000000000000000" pitchFamily="2" charset="2"/>
              <a:buChar char="Ø"/>
            </a:pPr>
            <a:r>
              <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rPr>
              <a:t>Intuitive understanding has longer shelf life than a superficial understanding just sufficient to pass a test.</a:t>
            </a:r>
          </a:p>
        </p:txBody>
      </p:sp>
    </p:spTree>
    <p:extLst>
      <p:ext uri="{BB962C8B-B14F-4D97-AF65-F5344CB8AC3E}">
        <p14:creationId xmlns:p14="http://schemas.microsoft.com/office/powerpoint/2010/main" val="197894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696310" y="0"/>
            <a:ext cx="7323015" cy="563244"/>
          </a:xfrm>
        </p:spPr>
        <p:txBody>
          <a:bodyPr/>
          <a:lstStyle/>
          <a:p>
            <a:r>
              <a:rPr lang="en-US" sz="4000" dirty="0"/>
              <a:t> </a:t>
            </a:r>
            <a:r>
              <a:rPr lang="en-US" sz="4400" dirty="0"/>
              <a:t>General Career Suggestions</a:t>
            </a:r>
          </a:p>
        </p:txBody>
      </p:sp>
      <p:sp>
        <p:nvSpPr>
          <p:cNvPr id="7" name="Rectangle 6"/>
          <p:cNvSpPr/>
          <p:nvPr/>
        </p:nvSpPr>
        <p:spPr>
          <a:xfrm>
            <a:off x="382742" y="995448"/>
            <a:ext cx="10972799" cy="532453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fontAlgn="auto">
              <a:spcAft>
                <a:spcPts val="0"/>
              </a:spcAft>
              <a:buFont typeface="Wingdings" panose="05000000000000000000" pitchFamily="2" charset="2"/>
              <a:buChar char="Ø"/>
            </a:pPr>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marL="342900" lvl="0" indent="-342900" fontAlgn="auto">
              <a:spcBef>
                <a:spcPts val="0"/>
              </a:spcBef>
              <a:spcAft>
                <a:spcPts val="0"/>
              </a:spcAft>
              <a:buClrTx/>
              <a:buSzTx/>
              <a:buFont typeface="Wingdings" panose="05000000000000000000" pitchFamily="2" charset="2"/>
              <a:buChar char="Ø"/>
            </a:pPr>
            <a:r>
              <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rPr>
              <a:t>Wisely go after the tougher projects and problems, as you will learn more and become more valuable.</a:t>
            </a:r>
          </a:p>
          <a:p>
            <a:pPr marL="342900" lvl="0" indent="-342900" fontAlgn="auto">
              <a:spcBef>
                <a:spcPts val="0"/>
              </a:spcBef>
              <a:spcAft>
                <a:spcPts val="0"/>
              </a:spcAft>
              <a:buClrTx/>
              <a:buSzTx/>
              <a:buFont typeface="Wingdings" panose="05000000000000000000" pitchFamily="2" charset="2"/>
              <a:buChar char="Ø"/>
            </a:pPr>
            <a:endPar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342900" lvl="0" indent="-342900" fontAlgn="auto">
              <a:spcBef>
                <a:spcPts val="0"/>
              </a:spcBef>
              <a:spcAft>
                <a:spcPts val="0"/>
              </a:spcAft>
              <a:buClrTx/>
              <a:buSzTx/>
              <a:buFont typeface="Wingdings" panose="05000000000000000000" pitchFamily="2" charset="2"/>
              <a:buChar char="Ø"/>
            </a:pPr>
            <a:r>
              <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rPr>
              <a:t>Money follows worth, and worth is related to personal interest and passion.</a:t>
            </a:r>
          </a:p>
          <a:p>
            <a:pPr marL="342900" lvl="0" indent="-342900" fontAlgn="auto">
              <a:spcBef>
                <a:spcPts val="0"/>
              </a:spcBef>
              <a:spcAft>
                <a:spcPts val="0"/>
              </a:spcAft>
              <a:buClrTx/>
              <a:buSzTx/>
              <a:buFont typeface="Wingdings" panose="05000000000000000000" pitchFamily="2" charset="2"/>
              <a:buChar char="Ø"/>
            </a:pPr>
            <a:endPar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342900" lvl="0" indent="-342900" fontAlgn="auto">
              <a:spcBef>
                <a:spcPts val="0"/>
              </a:spcBef>
              <a:spcAft>
                <a:spcPts val="0"/>
              </a:spcAft>
              <a:buClrTx/>
              <a:buSzTx/>
              <a:buFont typeface="Wingdings" panose="05000000000000000000" pitchFamily="2" charset="2"/>
              <a:buChar char="Ø"/>
            </a:pPr>
            <a:r>
              <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rPr>
              <a:t>Problems to be solved are opportunities for engineers.</a:t>
            </a:r>
          </a:p>
          <a:p>
            <a:pPr marL="342900" lvl="0" indent="-342900" fontAlgn="auto">
              <a:spcBef>
                <a:spcPts val="0"/>
              </a:spcBef>
              <a:spcAft>
                <a:spcPts val="0"/>
              </a:spcAft>
              <a:buClrTx/>
              <a:buSzTx/>
              <a:buFont typeface="Wingdings" panose="05000000000000000000" pitchFamily="2" charset="2"/>
              <a:buChar char="Ø"/>
            </a:pPr>
            <a:endPar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342900" lvl="0" indent="-342900" fontAlgn="auto">
              <a:spcBef>
                <a:spcPts val="0"/>
              </a:spcBef>
              <a:spcAft>
                <a:spcPts val="0"/>
              </a:spcAft>
              <a:buClrTx/>
              <a:buSzTx/>
              <a:buFont typeface="Wingdings" panose="05000000000000000000" pitchFamily="2" charset="2"/>
              <a:buChar char="Ø"/>
            </a:pPr>
            <a:r>
              <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rPr>
              <a:t>An ounce of intuitive understanding is more valuable than a pound of equations.</a:t>
            </a:r>
          </a:p>
          <a:p>
            <a:pPr marL="342900" lvl="0" indent="-342900" fontAlgn="auto">
              <a:spcBef>
                <a:spcPts val="0"/>
              </a:spcBef>
              <a:spcAft>
                <a:spcPts val="0"/>
              </a:spcAft>
              <a:buClrTx/>
              <a:buSzTx/>
              <a:buFont typeface="Wingdings" panose="05000000000000000000" pitchFamily="2" charset="2"/>
              <a:buChar char="Ø"/>
            </a:pPr>
            <a:endPar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342900" lvl="0" indent="-342900" fontAlgn="auto">
              <a:spcBef>
                <a:spcPts val="0"/>
              </a:spcBef>
              <a:spcAft>
                <a:spcPts val="0"/>
              </a:spcAft>
              <a:buClrTx/>
              <a:buSzTx/>
              <a:buFont typeface="Wingdings" panose="05000000000000000000" pitchFamily="2" charset="2"/>
              <a:buChar char="Ø"/>
            </a:pPr>
            <a:r>
              <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rPr>
              <a:t>Embrace lifelong learning.</a:t>
            </a:r>
          </a:p>
          <a:p>
            <a:pPr marL="342900" lvl="0" indent="-342900" fontAlgn="auto">
              <a:spcBef>
                <a:spcPts val="0"/>
              </a:spcBef>
              <a:spcAft>
                <a:spcPts val="0"/>
              </a:spcAft>
              <a:buClrTx/>
              <a:buSzTx/>
              <a:buFont typeface="Wingdings" panose="05000000000000000000" pitchFamily="2" charset="2"/>
              <a:buChar char="Ø"/>
            </a:pPr>
            <a:endPar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342900" lvl="0" indent="-342900" fontAlgn="auto">
              <a:spcBef>
                <a:spcPts val="0"/>
              </a:spcBef>
              <a:spcAft>
                <a:spcPts val="0"/>
              </a:spcAft>
              <a:buClrTx/>
              <a:buSzTx/>
              <a:buFont typeface="Wingdings" panose="05000000000000000000" pitchFamily="2" charset="2"/>
              <a:buChar char="Ø"/>
            </a:pPr>
            <a:r>
              <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rPr>
              <a:t>If you end up in a position where you aren’t learning anything new and exciting, then it’s time for a change.</a:t>
            </a:r>
          </a:p>
          <a:p>
            <a:pPr lvl="0" fontAlgn="auto">
              <a:spcBef>
                <a:spcPts val="0"/>
              </a:spcBef>
              <a:spcAft>
                <a:spcPts val="0"/>
              </a:spcAft>
              <a:buClrTx/>
              <a:buSzTx/>
            </a:pPr>
            <a:endPar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285750" lvl="0" indent="-285750" fontAlgn="auto">
              <a:spcBef>
                <a:spcPts val="0"/>
              </a:spcBef>
              <a:spcAft>
                <a:spcPts val="0"/>
              </a:spcAft>
              <a:buClrTx/>
              <a:buSzTx/>
              <a:buFont typeface="Wingdings" panose="05000000000000000000" pitchFamily="2" charset="2"/>
              <a:buChar char="Ø"/>
            </a:pPr>
            <a:r>
              <a:rPr lang="en-US" sz="2000" dirty="0">
                <a:solidFill>
                  <a:srgbClr val="000000"/>
                </a:solidFill>
                <a:latin typeface="Cambria Math" panose="02040503050406030204" pitchFamily="18" charset="0"/>
                <a:ea typeface="Cambria Math" panose="02040503050406030204" pitchFamily="18" charset="0"/>
                <a:cs typeface="Arial" panose="020B0604020202020204" pitchFamily="34" charset="0"/>
              </a:rPr>
              <a:t>Once again, the future is bright for honest, hard working, motivated individuals.</a:t>
            </a:r>
          </a:p>
          <a:p>
            <a:pPr marL="285750" indent="-285750" fontAlgn="auto">
              <a:spcAft>
                <a:spcPts val="0"/>
              </a:spcAft>
              <a:buFont typeface="Wingdings" panose="05000000000000000000" pitchFamily="2" charset="2"/>
              <a:buChar char="Ø"/>
            </a:pPr>
            <a:endParaRPr lang="en-US" sz="2000"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p:txBody>
      </p:sp>
    </p:spTree>
    <p:extLst>
      <p:ext uri="{BB962C8B-B14F-4D97-AF65-F5344CB8AC3E}">
        <p14:creationId xmlns:p14="http://schemas.microsoft.com/office/powerpoint/2010/main" val="2374149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687883" y="0"/>
            <a:ext cx="11291902" cy="563244"/>
          </a:xfrm>
        </p:spPr>
        <p:txBody>
          <a:bodyPr/>
          <a:lstStyle/>
          <a:p>
            <a:r>
              <a:rPr lang="en-US" sz="4000" dirty="0"/>
              <a:t> Why Do You Need to Understand Circuit Schematics?</a:t>
            </a:r>
          </a:p>
        </p:txBody>
      </p:sp>
      <p:sp>
        <p:nvSpPr>
          <p:cNvPr id="7" name="Rectangle 6"/>
          <p:cNvSpPr/>
          <p:nvPr/>
        </p:nvSpPr>
        <p:spPr>
          <a:xfrm>
            <a:off x="212215" y="563244"/>
            <a:ext cx="11613504" cy="61555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fontAlgn="auto">
              <a:spcAft>
                <a:spcPts val="0"/>
              </a:spcAft>
              <a:buClr>
                <a:srgbClr val="4E5B6F"/>
              </a:buClr>
            </a:pPr>
            <a:endParaRPr lang="en-US" sz="2000"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342900" indent="-342900" fontAlgn="auto">
              <a:spcAft>
                <a:spcPts val="0"/>
              </a:spcAft>
              <a:buClr>
                <a:srgbClr val="4E5B6F"/>
              </a:buClr>
              <a:buFont typeface="Wingdings" panose="05000000000000000000" pitchFamily="2" charset="2"/>
              <a:buChar char="Ø"/>
            </a:pPr>
            <a:r>
              <a:rPr lang="en-US" dirty="0">
                <a:solidFill>
                  <a:prstClr val="black"/>
                </a:solidFill>
                <a:latin typeface="Cambria Math" panose="02040503050406030204" pitchFamily="18" charset="0"/>
                <a:ea typeface="Cambria Math" panose="02040503050406030204" pitchFamily="18" charset="0"/>
                <a:cs typeface="Arial" panose="020B0604020202020204" pitchFamily="34" charset="0"/>
              </a:rPr>
              <a:t>To be proficient at your job.</a:t>
            </a:r>
          </a:p>
          <a:p>
            <a:pPr marL="342900" indent="-342900" fontAlgn="auto">
              <a:spcAft>
                <a:spcPts val="0"/>
              </a:spcAft>
              <a:buClr>
                <a:srgbClr val="4E5B6F"/>
              </a:buClr>
              <a:buFont typeface="Wingdings" panose="05000000000000000000" pitchFamily="2" charset="2"/>
              <a:buChar char="Ø"/>
            </a:pPr>
            <a:endParaRPr lang="en-US"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fontAlgn="auto">
              <a:spcAft>
                <a:spcPts val="0"/>
              </a:spcAft>
              <a:buClr>
                <a:srgbClr val="4E5B6F"/>
              </a:buClr>
              <a:buFont typeface="Wingdings" panose="05000000000000000000" pitchFamily="2" charset="2"/>
              <a:buChar char="Ø"/>
            </a:pPr>
            <a:r>
              <a:rPr lang="en-US" dirty="0">
                <a:solidFill>
                  <a:prstClr val="black"/>
                </a:solidFill>
                <a:latin typeface="Cambria Math" panose="02040503050406030204" pitchFamily="18" charset="0"/>
                <a:ea typeface="Cambria Math" panose="02040503050406030204" pitchFamily="18" charset="0"/>
                <a:cs typeface="Arial" panose="020B0604020202020204" pitchFamily="34" charset="0"/>
              </a:rPr>
              <a:t>Whether you are the circuit designer or writing the code, you need to understand schematics.</a:t>
            </a:r>
          </a:p>
        </p:txBody>
      </p:sp>
      <p:pic>
        <p:nvPicPr>
          <p:cNvPr id="3" name="Picture 2">
            <a:extLst>
              <a:ext uri="{FF2B5EF4-FFF2-40B4-BE49-F238E27FC236}">
                <a16:creationId xmlns:a16="http://schemas.microsoft.com/office/drawing/2014/main" id="{C358C8E9-5248-442D-9164-A031232D7B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817" y="658426"/>
            <a:ext cx="8023004" cy="4975519"/>
          </a:xfrm>
          <a:prstGeom prst="rect">
            <a:avLst/>
          </a:prstGeom>
        </p:spPr>
      </p:pic>
      <p:sp>
        <p:nvSpPr>
          <p:cNvPr id="5" name="TextBox 4">
            <a:extLst>
              <a:ext uri="{FF2B5EF4-FFF2-40B4-BE49-F238E27FC236}">
                <a16:creationId xmlns:a16="http://schemas.microsoft.com/office/drawing/2014/main" id="{1ABD1C07-4ED3-4CCD-99F0-9DD8BFF61B21}"/>
              </a:ext>
            </a:extLst>
          </p:cNvPr>
          <p:cNvSpPr txBox="1"/>
          <p:nvPr/>
        </p:nvSpPr>
        <p:spPr>
          <a:xfrm>
            <a:off x="9195216" y="2593974"/>
            <a:ext cx="1362874" cy="369332"/>
          </a:xfrm>
          <a:prstGeom prst="rect">
            <a:avLst/>
          </a:prstGeom>
          <a:noFill/>
        </p:spPr>
        <p:txBody>
          <a:bodyPr wrap="none" rtlCol="0">
            <a:spAutoFit/>
          </a:bodyPr>
          <a:lstStyle/>
          <a:p>
            <a:r>
              <a:rPr lang="en-US" dirty="0">
                <a:solidFill>
                  <a:schemeClr val="bg1"/>
                </a:solidFill>
              </a:rPr>
              <a:t>GPS Module</a:t>
            </a:r>
          </a:p>
        </p:txBody>
      </p:sp>
    </p:spTree>
    <p:extLst>
      <p:ext uri="{BB962C8B-B14F-4D97-AF65-F5344CB8AC3E}">
        <p14:creationId xmlns:p14="http://schemas.microsoft.com/office/powerpoint/2010/main" val="2070104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7" end="17"/>
                                            </p:txEl>
                                          </p:spTgt>
                                        </p:tgtEl>
                                        <p:attrNameLst>
                                          <p:attrName>style.visibility</p:attrName>
                                        </p:attrNameLst>
                                      </p:cBhvr>
                                      <p:to>
                                        <p:strVal val="visible"/>
                                      </p:to>
                                    </p:set>
                                    <p:anim calcmode="lin" valueType="num">
                                      <p:cBhvr additive="base">
                                        <p:cTn id="7" dur="500" fill="hold"/>
                                        <p:tgtEl>
                                          <p:spTgt spid="7">
                                            <p:txEl>
                                              <p:pRg st="17" end="1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7" end="1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9" end="19"/>
                                            </p:txEl>
                                          </p:spTgt>
                                        </p:tgtEl>
                                        <p:attrNameLst>
                                          <p:attrName>style.visibility</p:attrName>
                                        </p:attrNameLst>
                                      </p:cBhvr>
                                      <p:to>
                                        <p:strVal val="visible"/>
                                      </p:to>
                                    </p:set>
                                    <p:anim calcmode="lin" valueType="num">
                                      <p:cBhvr additive="base">
                                        <p:cTn id="11" dur="500" fill="hold"/>
                                        <p:tgtEl>
                                          <p:spTgt spid="7">
                                            <p:txEl>
                                              <p:pRg st="19" end="1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2549236" y="9236"/>
            <a:ext cx="6673181" cy="422433"/>
          </a:xfrm>
        </p:spPr>
        <p:txBody>
          <a:bodyPr/>
          <a:lstStyle/>
          <a:p>
            <a:r>
              <a:rPr lang="en-US" sz="4000" dirty="0"/>
              <a:t>Piazza – Italian Word for Plaza</a:t>
            </a:r>
          </a:p>
        </p:txBody>
      </p:sp>
      <p:sp>
        <p:nvSpPr>
          <p:cNvPr id="6" name="Rectangle 5"/>
          <p:cNvSpPr/>
          <p:nvPr/>
        </p:nvSpPr>
        <p:spPr>
          <a:xfrm>
            <a:off x="258618" y="689815"/>
            <a:ext cx="11674763" cy="507831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lvl="0" indent="-285750" fontAlgn="base">
              <a:spcBef>
                <a:spcPct val="0"/>
              </a:spcBef>
              <a:buFont typeface="Wingdings" panose="05000000000000000000" pitchFamily="2" charset="2"/>
              <a:buChar char="Ø"/>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Piazza is a collaborative Q&amp;A tool, accessed through Canvas, that is intended to aid in </a:t>
            </a:r>
            <a:r>
              <a:rPr lang="en-US" dirty="0">
                <a:solidFill>
                  <a:srgbClr val="000000"/>
                </a:solidFill>
                <a:ea typeface="Cambria Math" panose="02040503050406030204" pitchFamily="18" charset="0"/>
                <a:cs typeface="Arial" panose="020B0604020202020204" pitchFamily="34" charset="0"/>
              </a:rPr>
              <a:t>in asking and answering each others questions. </a:t>
            </a: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You can post questions by name or </a:t>
            </a:r>
            <a:r>
              <a:rPr kumimoji="0" lang="en-US" sz="1800" b="0" i="0" u="none" strike="noStrike" kern="1200" cap="none" spc="0" normalizeH="0" baseline="0" noProof="0" dirty="0" err="1">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annonymously</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 and also answer questions posted by others.</a:t>
            </a: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Answers to questions can be upvoted so that the best answers appear first.</a:t>
            </a: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Since questions can be asked anonymously, please don’t let your important questions go unanswered. </a:t>
            </a: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Piazza is organized by folders that include “general technical questions”, ‘quizzes”, “</a:t>
            </a:r>
            <a:r>
              <a:rPr kumimoji="0" lang="en-US" sz="1800" b="0" i="0" u="none" strike="noStrike" kern="1200" cap="none" spc="0" normalizeH="0" baseline="0" noProof="0" dirty="0" err="1">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hws</a:t>
            </a: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 “labs”, “logistics” and “other”. The “</a:t>
            </a:r>
            <a:r>
              <a:rPr kumimoji="0" lang="en-US" sz="1800" b="0" i="0" u="none" strike="noStrike" kern="1200" cap="none" spc="0" normalizeH="0" baseline="0" noProof="0" dirty="0" err="1">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hws</a:t>
            </a: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 and “labs” folders have subfolders for individual assignments. So please navigate to the appropriate folder prior to posting.</a:t>
            </a: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Piazza is to be the main way of asking course related questions outside of class and/or help sessions.</a:t>
            </a: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Piazza is an</a:t>
            </a:r>
            <a:r>
              <a:rPr kumimoji="0" lang="en-US" sz="1800" b="0" i="0" u="none" strike="noStrike" kern="1200" cap="none" spc="0" normalizeH="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 online</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 way to “Teach One Another”, which is an important process in the BYU-I Learning model.</a:t>
            </a: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A short homework assignment due in two days asks you to Post </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sym typeface="Wingdings" panose="05000000000000000000" pitchFamily="2" charset="2"/>
              </a:rPr>
              <a:t></a:t>
            </a: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rPr>
              <a:t> Note on Piazza.</a:t>
            </a:r>
          </a:p>
        </p:txBody>
      </p:sp>
    </p:spTree>
    <p:extLst>
      <p:ext uri="{BB962C8B-B14F-4D97-AF65-F5344CB8AC3E}">
        <p14:creationId xmlns:p14="http://schemas.microsoft.com/office/powerpoint/2010/main" val="290507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anim calcmode="lin" valueType="num">
                                      <p:cBhvr additive="base">
                                        <p:cTn id="7"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anim calcmode="lin" valueType="num">
                                      <p:cBhvr additive="base">
                                        <p:cTn id="13"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10" end="10"/>
                                            </p:txEl>
                                          </p:spTgt>
                                        </p:tgtEl>
                                        <p:attrNameLst>
                                          <p:attrName>style.visibility</p:attrName>
                                        </p:attrNameLst>
                                      </p:cBhvr>
                                      <p:to>
                                        <p:strVal val="visible"/>
                                      </p:to>
                                    </p:set>
                                    <p:anim calcmode="lin" valueType="num">
                                      <p:cBhvr additive="base">
                                        <p:cTn id="19" dur="500" fill="hold"/>
                                        <p:tgtEl>
                                          <p:spTgt spid="6">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
                                            <p:txEl>
                                              <p:pRg st="12" end="12"/>
                                            </p:txEl>
                                          </p:spTgt>
                                        </p:tgtEl>
                                        <p:attrNameLst>
                                          <p:attrName>style.visibility</p:attrName>
                                        </p:attrNameLst>
                                      </p:cBhvr>
                                      <p:to>
                                        <p:strVal val="visible"/>
                                      </p:to>
                                    </p:set>
                                    <p:anim calcmode="lin" valueType="num">
                                      <p:cBhvr additive="base">
                                        <p:cTn id="23" dur="500" fill="hold"/>
                                        <p:tgtEl>
                                          <p:spTgt spid="6">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
                                            <p:txEl>
                                              <p:pRg st="14" end="14"/>
                                            </p:txEl>
                                          </p:spTgt>
                                        </p:tgtEl>
                                        <p:attrNameLst>
                                          <p:attrName>style.visibility</p:attrName>
                                        </p:attrNameLst>
                                      </p:cBhvr>
                                      <p:to>
                                        <p:strVal val="visible"/>
                                      </p:to>
                                    </p:set>
                                    <p:anim calcmode="lin" valueType="num">
                                      <p:cBhvr additive="base">
                                        <p:cTn id="29" dur="500" fill="hold"/>
                                        <p:tgtEl>
                                          <p:spTgt spid="6">
                                            <p:txEl>
                                              <p:pRg st="14" end="1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4C3CFAE-5E0B-4609-AC57-116B1758379A}"/>
              </a:ext>
            </a:extLst>
          </p:cNvPr>
          <p:cNvSpPr/>
          <p:nvPr/>
        </p:nvSpPr>
        <p:spPr>
          <a:xfrm>
            <a:off x="92360" y="686545"/>
            <a:ext cx="11998035" cy="424731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Do take some notes during class discussions.</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Do strive to understand the concepts, as understanding concepts produces a better harvest than simply memorizing material to pass a test.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Do take “Personal Responsibility for Your Education”, as you have the most to gain or lose. Studies show that those who to take Personal Responsibility for their e</a:t>
            </a:r>
            <a:r>
              <a:rPr kumimoji="0" lang="en-US" sz="1800" b="0" i="0" u="none" strike="noStrike" kern="1200" cap="none" spc="0" normalizeH="0" baseline="0" noProof="0" dirty="0" err="1">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ducation</a:t>
            </a:r>
            <a:r>
              <a:rPr kumimoji="0" lang="en-US" sz="1800" b="0" i="0" u="none" strike="noStrike" kern="1200" cap="none" spc="0" normalizeH="0" baseline="0" noProof="0" dirty="0">
                <a:ln>
                  <a:noFill/>
                </a:ln>
                <a:solidFill>
                  <a:srgbClr val="000000"/>
                </a:solidFill>
                <a:effectLst/>
                <a:uLnTx/>
                <a:uFillTx/>
                <a:latin typeface="Cambria" panose="02040503050406030204"/>
                <a:ea typeface="Calibri" panose="020F0502020204030204" pitchFamily="34" charset="0"/>
                <a:cs typeface="Times New Roman" panose="02020603050405020304" pitchFamily="18" charset="0"/>
              </a:rPr>
              <a:t> are most likely to succeed.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w="0"/>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Getting help when needed is a trademark of perseverance or grit: a desire to push forward and use whatever help necessary to accomplish our goals. </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Wednesday (5:00 to 7:30 pm) and Saturday (11:00 – 1:30 pm) in-person and Zoom help sessions for HW and Labs.</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a:t>Do follow the Honor Code, as the </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personal peace and spiritual confidence associated with keeping the commandments is invaluable.</a:t>
            </a: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endParaRPr>
          </a:p>
        </p:txBody>
      </p:sp>
      <p:sp>
        <p:nvSpPr>
          <p:cNvPr id="6" name="Title 1">
            <a:extLst>
              <a:ext uri="{FF2B5EF4-FFF2-40B4-BE49-F238E27FC236}">
                <a16:creationId xmlns:a16="http://schemas.microsoft.com/office/drawing/2014/main" id="{6C622EC6-07FD-3248-3DAC-BA24A57E726A}"/>
              </a:ext>
            </a:extLst>
          </p:cNvPr>
          <p:cNvSpPr txBox="1">
            <a:spLocks/>
          </p:cNvSpPr>
          <p:nvPr/>
        </p:nvSpPr>
        <p:spPr>
          <a:xfrm>
            <a:off x="797864" y="8965"/>
            <a:ext cx="10641105" cy="422433"/>
          </a:xfrm>
          <a:prstGeom prst="rect">
            <a:avLst/>
          </a:prstGeom>
        </p:spPr>
        <p:txBody>
          <a:bodyPr vert="horz" wrap="square" lIns="0" tIns="0" rIns="0" bIns="0" rtlCol="0" anchor="t">
            <a:noAutofit/>
          </a:bodyPr>
          <a:lstStyle>
            <a:lvl1pPr algn="l" defTabSz="685772" rtl="0" eaLnBrk="1" latinLnBrk="0" hangingPunct="1">
              <a:lnSpc>
                <a:spcPct val="90000"/>
              </a:lnSpc>
              <a:spcBef>
                <a:spcPct val="0"/>
              </a:spcBef>
              <a:buNone/>
              <a:defRPr lang="en-US" sz="4050" b="0" kern="1200" cap="none" spc="-113">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a:lstStyle>
          <a:p>
            <a:pPr marL="0" marR="0" lvl="0" indent="0" algn="l" defTabSz="685772"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113" normalizeH="0" baseline="0" noProof="0"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uLnTx/>
                <a:uFillTx/>
                <a:latin typeface="Cambria" panose="02040503050406030204"/>
                <a:ea typeface="+mn-ea"/>
                <a:cs typeface="Arial" charset="0"/>
              </a:rPr>
              <a:t>A Few Items Regarding College Success (Continued)</a:t>
            </a:r>
          </a:p>
        </p:txBody>
      </p:sp>
    </p:spTree>
    <p:extLst>
      <p:ext uri="{BB962C8B-B14F-4D97-AF65-F5344CB8AC3E}">
        <p14:creationId xmlns:p14="http://schemas.microsoft.com/office/powerpoint/2010/main" val="1677333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anim calcmode="lin" valueType="num">
                                      <p:cBhvr additive="base">
                                        <p:cTn id="2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 calcmode="lin" valueType="num">
                                      <p:cBhvr additive="base">
                                        <p:cTn id="27"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xEl>
                                              <p:pRg st="10" end="10"/>
                                            </p:txEl>
                                          </p:spTgt>
                                        </p:tgtEl>
                                        <p:attrNameLst>
                                          <p:attrName>style.visibility</p:attrName>
                                        </p:attrNameLst>
                                      </p:cBhvr>
                                      <p:to>
                                        <p:strVal val="visible"/>
                                      </p:to>
                                    </p:set>
                                    <p:anim calcmode="lin" valueType="num">
                                      <p:cBhvr additive="base">
                                        <p:cTn id="33"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756455" y="-542"/>
            <a:ext cx="4486124" cy="609600"/>
          </a:xfrm>
        </p:spPr>
        <p:txBody>
          <a:bodyPr/>
          <a:lstStyle/>
          <a:p>
            <a:r>
              <a:rPr lang="en-US" sz="4000" dirty="0"/>
              <a:t>Cheating/Plagiarism</a:t>
            </a:r>
          </a:p>
        </p:txBody>
      </p:sp>
      <p:sp>
        <p:nvSpPr>
          <p:cNvPr id="2" name="Rectangle 1">
            <a:extLst>
              <a:ext uri="{FF2B5EF4-FFF2-40B4-BE49-F238E27FC236}">
                <a16:creationId xmlns:a16="http://schemas.microsoft.com/office/drawing/2014/main" id="{8DA2669B-D72B-E781-3E92-DB0C75C7A16B}"/>
              </a:ext>
            </a:extLst>
          </p:cNvPr>
          <p:cNvSpPr/>
          <p:nvPr/>
        </p:nvSpPr>
        <p:spPr>
          <a:xfrm>
            <a:off x="133927" y="788276"/>
            <a:ext cx="11924146" cy="59093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100% of BYU-I Students that knowingly cheat in their classes regret or will regret their cheating.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First item on the CES Honor Code is “Be Honest”. Disciples of Christ should always strive to Be Honest.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Who does cheating really hurt?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The Person Cheating: The person cheating suffers long-term negative consequences of cheating, including the loss of technical and spiritual confidence. Imposter syndrome.</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Employers: Cheaters in college are more likely to cheat their future employers.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Past and Present BYU-I graduates: Employers often seek BYU-I graduates because of a culture of honesty and integrity. Those who cheat employers risk tarnishing the good reputation of all BYU-I graduates.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Plagiarism –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Claimin</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g credit for work you didn’t do. This is Academic Dishonesty.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What about ChatGPT?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AI is a tool that </a:t>
            </a:r>
            <a:r>
              <a:rPr kumimoji="0" lang="en-US" sz="1800" b="0" i="0" u="none" strike="noStrike" kern="1200" cap="none" spc="0" normalizeH="0" baseline="0" noProof="0" dirty="0" err="1">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practing</a:t>
            </a: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 engineers can benefit from.</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Be wise.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Plagiarism – Claiming credit for work you didn’t do.</a:t>
            </a:r>
          </a:p>
        </p:txBody>
      </p:sp>
    </p:spTree>
    <p:extLst>
      <p:ext uri="{BB962C8B-B14F-4D97-AF65-F5344CB8AC3E}">
        <p14:creationId xmlns:p14="http://schemas.microsoft.com/office/powerpoint/2010/main" val="3435282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 calcmode="lin" valueType="num">
                                      <p:cBhvr additive="base">
                                        <p:cTn id="1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 calcmode="lin" valueType="num">
                                      <p:cBhvr additive="base">
                                        <p:cTn id="19"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anim calcmode="lin" valueType="num">
                                      <p:cBhvr additive="base">
                                        <p:cTn id="25"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 calcmode="lin" valueType="num">
                                      <p:cBhvr additive="base">
                                        <p:cTn id="31"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anim calcmode="lin" valueType="num">
                                      <p:cBhvr additive="base">
                                        <p:cTn id="37"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12" end="12"/>
                                            </p:txEl>
                                          </p:spTgt>
                                        </p:tgtEl>
                                        <p:attrNameLst>
                                          <p:attrName>style.visibility</p:attrName>
                                        </p:attrNameLst>
                                      </p:cBhvr>
                                      <p:to>
                                        <p:strVal val="visible"/>
                                      </p:to>
                                    </p:set>
                                    <p:anim calcmode="lin" valueType="num">
                                      <p:cBhvr additive="base">
                                        <p:cTn id="43" dur="500" fill="hold"/>
                                        <p:tgtEl>
                                          <p:spTgt spid="2">
                                            <p:txEl>
                                              <p:pRg st="12" end="1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
                                            <p:txEl>
                                              <p:pRg st="14" end="14"/>
                                            </p:txEl>
                                          </p:spTgt>
                                        </p:tgtEl>
                                        <p:attrNameLst>
                                          <p:attrName>style.visibility</p:attrName>
                                        </p:attrNameLst>
                                      </p:cBhvr>
                                      <p:to>
                                        <p:strVal val="visible"/>
                                      </p:to>
                                    </p:set>
                                    <p:anim calcmode="lin" valueType="num">
                                      <p:cBhvr additive="base">
                                        <p:cTn id="49" dur="500" fill="hold"/>
                                        <p:tgtEl>
                                          <p:spTgt spid="2">
                                            <p:txEl>
                                              <p:pRg st="14" end="1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
                                            <p:txEl>
                                              <p:pRg st="16" end="16"/>
                                            </p:txEl>
                                          </p:spTgt>
                                        </p:tgtEl>
                                        <p:attrNameLst>
                                          <p:attrName>style.visibility</p:attrName>
                                        </p:attrNameLst>
                                      </p:cBhvr>
                                      <p:to>
                                        <p:strVal val="visible"/>
                                      </p:to>
                                    </p:set>
                                    <p:anim calcmode="lin" valueType="num">
                                      <p:cBhvr additive="base">
                                        <p:cTn id="55" dur="500" fill="hold"/>
                                        <p:tgtEl>
                                          <p:spTgt spid="2">
                                            <p:txEl>
                                              <p:pRg st="16" end="1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
                                            <p:txEl>
                                              <p:pRg st="18" end="18"/>
                                            </p:txEl>
                                          </p:spTgt>
                                        </p:tgtEl>
                                        <p:attrNameLst>
                                          <p:attrName>style.visibility</p:attrName>
                                        </p:attrNameLst>
                                      </p:cBhvr>
                                      <p:to>
                                        <p:strVal val="visible"/>
                                      </p:to>
                                    </p:set>
                                    <p:anim calcmode="lin" valueType="num">
                                      <p:cBhvr additive="base">
                                        <p:cTn id="61" dur="500" fill="hold"/>
                                        <p:tgtEl>
                                          <p:spTgt spid="2">
                                            <p:txEl>
                                              <p:pRg st="18" end="1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583055" y="18662"/>
            <a:ext cx="5047762" cy="563244"/>
          </a:xfrm>
        </p:spPr>
        <p:txBody>
          <a:bodyPr/>
          <a:lstStyle/>
          <a:p>
            <a:r>
              <a:rPr lang="en-US" sz="4000" dirty="0"/>
              <a:t> ECEN 350 Success Tips</a:t>
            </a:r>
          </a:p>
        </p:txBody>
      </p:sp>
      <p:sp>
        <p:nvSpPr>
          <p:cNvPr id="7" name="Rectangle 6"/>
          <p:cNvSpPr/>
          <p:nvPr/>
        </p:nvSpPr>
        <p:spPr>
          <a:xfrm>
            <a:off x="164756" y="923181"/>
            <a:ext cx="11862487" cy="517064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1800"/>
              </a:spcAft>
              <a:buClrTx/>
              <a:buSzTx/>
              <a:buFont typeface="Wingdings" panose="05000000000000000000" pitchFamily="2" charset="2"/>
              <a:buChar char="Ø"/>
              <a:tabLst/>
              <a:defRPr/>
            </a:pPr>
            <a:r>
              <a:rPr kumimoji="0" lang="en-US" b="0" i="0" u="none" strike="noStrike" kern="1200" cap="none" spc="0" normalizeH="0" baseline="0" noProof="0" dirty="0">
                <a:ln>
                  <a:noFill/>
                </a:ln>
                <a:solidFill>
                  <a:srgbClr val="000000"/>
                </a:solidFill>
                <a:effectLst/>
                <a:uLnTx/>
                <a:uFillTx/>
                <a:ea typeface="Calibri" panose="020F0502020204030204" pitchFamily="34" charset="0"/>
                <a:cs typeface="Times New Roman" panose="02020603050405020304" pitchFamily="18" charset="0"/>
              </a:rPr>
              <a:t>Strive to understand the concepts, as that produces a better harvest than simply memorizing material to pass a test.</a:t>
            </a:r>
          </a:p>
          <a:p>
            <a:pPr marL="285750" lvl="0" indent="-285750" fontAlgn="base">
              <a:spcBef>
                <a:spcPct val="0"/>
              </a:spcBef>
              <a:spcAft>
                <a:spcPct val="0"/>
              </a:spcAft>
              <a:buFont typeface="Wingdings" panose="05000000000000000000" pitchFamily="2" charset="2"/>
              <a:buChar char="Ø"/>
              <a:defRPr/>
            </a:pP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Don’t skimp on Sleep. Every physiological process in our body is adversely affected by a poor night’s sleep.</a:t>
            </a:r>
          </a:p>
          <a:p>
            <a:pPr marL="285750" lvl="0" indent="-285750" fontAlgn="base">
              <a:spcBef>
                <a:spcPct val="0"/>
              </a:spcBef>
              <a:spcAft>
                <a:spcPct val="0"/>
              </a:spcAft>
              <a:buFont typeface="Wingdings" panose="05000000000000000000" pitchFamily="2" charset="2"/>
              <a:buChar char="Ø"/>
              <a:defRPr/>
            </a:pPr>
            <a:endPar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285750" lvl="0" indent="-285750" fontAlgn="base">
              <a:spcBef>
                <a:spcPct val="0"/>
              </a:spcBef>
              <a:spcAft>
                <a:spcPct val="0"/>
              </a:spcAft>
              <a:buFont typeface="Wingdings" panose="05000000000000000000" pitchFamily="2" charset="2"/>
              <a:buChar char="Ø"/>
              <a:defRPr/>
            </a:pP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Don’t rely heavily on others, including on-line services, to solve your homework assignments. </a:t>
            </a:r>
          </a:p>
          <a:p>
            <a:pPr marL="285750" lvl="0" indent="-285750" fontAlgn="base">
              <a:spcBef>
                <a:spcPct val="0"/>
              </a:spcBef>
              <a:spcAft>
                <a:spcPct val="0"/>
              </a:spcAft>
              <a:buFont typeface="Wingdings" panose="05000000000000000000" pitchFamily="2" charset="2"/>
              <a:buChar char="Ø"/>
              <a:defRPr/>
            </a:pPr>
            <a:endPar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285750" lvl="0" indent="-285750" fontAlgn="base">
              <a:spcBef>
                <a:spcPct val="0"/>
              </a:spcBef>
              <a:spcAft>
                <a:spcPct val="0"/>
              </a:spcAft>
              <a:buFont typeface="Wingdings" panose="05000000000000000000" pitchFamily="2" charset="2"/>
              <a:buChar char="q"/>
              <a:defRPr/>
            </a:pP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There are no shortcuts to forming the neural pathways necessary to become proficient with a new discipline.</a:t>
            </a:r>
          </a:p>
          <a:p>
            <a:pPr marL="285750" lvl="0" indent="-285750" fontAlgn="base">
              <a:spcBef>
                <a:spcPct val="0"/>
              </a:spcBef>
              <a:spcAft>
                <a:spcPct val="0"/>
              </a:spcAft>
              <a:buFont typeface="Wingdings" panose="05000000000000000000" pitchFamily="2" charset="2"/>
              <a:buChar char="Ø"/>
              <a:defRPr/>
            </a:pPr>
            <a:endPar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fontAlgn="base">
              <a:spcBef>
                <a:spcPct val="0"/>
              </a:spcBef>
              <a:spcAft>
                <a:spcPts val="1800"/>
              </a:spcAft>
              <a:buFont typeface="Wingdings" panose="05000000000000000000" pitchFamily="2" charset="2"/>
              <a:buChar char="Ø"/>
              <a:defRPr/>
            </a:pPr>
            <a:r>
              <a:rPr lang="en-US" dirty="0">
                <a:solidFill>
                  <a:srgbClr val="000000"/>
                </a:solidFill>
                <a:ea typeface="Calibri" panose="020F0502020204030204" pitchFamily="34" charset="0"/>
                <a:cs typeface="Times New Roman" panose="02020603050405020304" pitchFamily="18" charset="0"/>
              </a:rPr>
              <a:t>Don’t rush through your reading, homework and lab assignments. “You Don’t Have Time to Rush” - attributed to a wise farmer.</a:t>
            </a:r>
          </a:p>
          <a:p>
            <a:pPr marL="285750" indent="-285750" fontAlgn="base">
              <a:spcBef>
                <a:spcPct val="0"/>
              </a:spcBef>
              <a:spcAft>
                <a:spcPts val="1800"/>
              </a:spcAft>
              <a:buFont typeface="Wingdings" panose="05000000000000000000" pitchFamily="2" charset="2"/>
              <a:buChar char="Ø"/>
              <a:defRPr/>
            </a:pPr>
            <a:r>
              <a:rPr lang="en-US" dirty="0">
                <a:solidFill>
                  <a:srgbClr val="000000"/>
                </a:solidFill>
              </a:rPr>
              <a:t>Beware of multitasking. According to an Article by John </a:t>
            </a:r>
            <a:r>
              <a:rPr lang="en-US" dirty="0" err="1">
                <a:solidFill>
                  <a:srgbClr val="000000"/>
                </a:solidFill>
              </a:rPr>
              <a:t>Naish</a:t>
            </a:r>
            <a:r>
              <a:rPr lang="en-US" dirty="0">
                <a:solidFill>
                  <a:srgbClr val="000000"/>
                </a:solidFill>
              </a:rPr>
              <a:t>, studies have shown that it takes longer to do multiple cognitive challenging tasks when multitasking, as compared to doing each task serially. Also multitasking has a negative physical effect, prompting the release of stress hormones and adrenaline.</a:t>
            </a:r>
          </a:p>
          <a:p>
            <a:pPr marL="285750" lvl="0" indent="-285750" fontAlgn="base">
              <a:spcBef>
                <a:spcPct val="0"/>
              </a:spcBef>
              <a:spcAft>
                <a:spcPts val="1800"/>
              </a:spcAft>
              <a:buFont typeface="Wingdings" panose="05000000000000000000" pitchFamily="2" charset="2"/>
              <a:buChar char="Ø"/>
              <a:defRPr/>
            </a:pPr>
            <a:r>
              <a:rPr lang="en-US" dirty="0">
                <a:solidFill>
                  <a:srgbClr val="000000"/>
                </a:solidFill>
                <a:ea typeface="Cambria Math" panose="02040503050406030204" pitchFamily="18" charset="0"/>
                <a:cs typeface="Arial" panose="020B0604020202020204" pitchFamily="34" charset="0"/>
              </a:rPr>
              <a:t>Do follow the Honor Code. “As you live with integrity you will have personal peace and self respect”. President Meredith, BYUI-I Devotional on 9/12/2023.</a:t>
            </a:r>
          </a:p>
          <a:p>
            <a:pPr marL="285750" lvl="0" indent="-285750" fontAlgn="base">
              <a:spcBef>
                <a:spcPct val="0"/>
              </a:spcBef>
              <a:spcAft>
                <a:spcPts val="1800"/>
              </a:spcAft>
              <a:buFont typeface="Wingdings" panose="05000000000000000000" pitchFamily="2" charset="2"/>
              <a:buChar char="Ø"/>
              <a:defRPr/>
            </a:pPr>
            <a:r>
              <a:rPr lang="en-US" dirty="0">
                <a:solidFill>
                  <a:srgbClr val="000000"/>
                </a:solidFill>
                <a:ea typeface="Calibri" panose="020F0502020204030204" pitchFamily="34" charset="0"/>
                <a:cs typeface="Times New Roman" panose="02020603050405020304" pitchFamily="18" charset="0"/>
              </a:rPr>
              <a:t>Strive to give your best effort this semester, rather than unnecessarily opting to retake a class at some later time.</a:t>
            </a:r>
          </a:p>
        </p:txBody>
      </p:sp>
    </p:spTree>
    <p:extLst>
      <p:ext uri="{BB962C8B-B14F-4D97-AF65-F5344CB8AC3E}">
        <p14:creationId xmlns:p14="http://schemas.microsoft.com/office/powerpoint/2010/main" val="1996062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anim calcmode="lin" valueType="num">
                                      <p:cBhvr additive="base">
                                        <p:cTn id="25"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anim calcmode="lin" valueType="num">
                                      <p:cBhvr additive="base">
                                        <p:cTn id="31"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 calcmode="lin" valueType="num">
                                      <p:cBhvr additive="base">
                                        <p:cTn id="37"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anim calcmode="lin" valueType="num">
                                      <p:cBhvr additive="base">
                                        <p:cTn id="43"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
                                            <p:txEl>
                                              <p:pRg st="10" end="10"/>
                                            </p:txEl>
                                          </p:spTgt>
                                        </p:tgtEl>
                                        <p:attrNameLst>
                                          <p:attrName>style.visibility</p:attrName>
                                        </p:attrNameLst>
                                      </p:cBhvr>
                                      <p:to>
                                        <p:strVal val="visible"/>
                                      </p:to>
                                    </p:set>
                                    <p:anim calcmode="lin" valueType="num">
                                      <p:cBhvr additive="base">
                                        <p:cTn id="49"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lue Segoe 4-3 template-template_April-17-2007">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2.xml><?xml version="1.0" encoding="utf-8"?>
<a:theme xmlns:a="http://schemas.openxmlformats.org/drawingml/2006/main" name="2_Blue Segoe 4-3 template-template_April-17-2007">
  <a:themeElements>
    <a:clrScheme name="Custom 14">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3030F8"/>
      </a:hlink>
      <a:folHlink>
        <a:srgbClr val="7575FA"/>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3.xml><?xml version="1.0" encoding="utf-8"?>
<a:theme xmlns:a="http://schemas.openxmlformats.org/drawingml/2006/main" name="4_Blue Segoe 4-3 template-template_April-17-2007">
  <a:themeElements>
    <a:clrScheme name="Custom 16">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000000"/>
      </a:hlink>
      <a:folHlink>
        <a:srgbClr val="7F7F7F"/>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4.xml><?xml version="1.0" encoding="utf-8"?>
<a:theme xmlns:a="http://schemas.openxmlformats.org/drawingml/2006/main" name="5_Blue Segoe 4-3 template-template_April-17-2007">
  <a:themeElements>
    <a:clrScheme name="Custom 14">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3030F8"/>
      </a:hlink>
      <a:folHlink>
        <a:srgbClr val="7575F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5.xml><?xml version="1.0" encoding="utf-8"?>
<a:theme xmlns:a="http://schemas.openxmlformats.org/drawingml/2006/main" name="6_Blue Segoe 4-3 template-template_April-17-2007">
  <a:themeElements>
    <a:clrScheme name="Custom 17">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BA5B20"/>
      </a:hlink>
      <a:folHlink>
        <a:srgbClr val="595959"/>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6.xml><?xml version="1.0" encoding="utf-8"?>
<a:theme xmlns:a="http://schemas.openxmlformats.org/drawingml/2006/main" name="10_Blue Segoe 4-3 template-template_April-17-2007">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7.xml><?xml version="1.0" encoding="utf-8"?>
<a:theme xmlns:a="http://schemas.openxmlformats.org/drawingml/2006/main" name="14_Blue Segoe 4-3 template-template_April-17-2007">
  <a:themeElements>
    <a:clrScheme name="Custom 22">
      <a:dk1>
        <a:srgbClr val="000000"/>
      </a:dk1>
      <a:lt1>
        <a:srgbClr val="FFFFFF"/>
      </a:lt1>
      <a:dk2>
        <a:srgbClr val="3030F8"/>
      </a:dk2>
      <a:lt2>
        <a:srgbClr val="FFFF99"/>
      </a:lt2>
      <a:accent1>
        <a:srgbClr val="FFC000"/>
      </a:accent1>
      <a:accent2>
        <a:srgbClr val="3497AE"/>
      </a:accent2>
      <a:accent3>
        <a:srgbClr val="DF8045"/>
      </a:accent3>
      <a:accent4>
        <a:srgbClr val="7DCC2E"/>
      </a:accent4>
      <a:accent5>
        <a:srgbClr val="FF9929"/>
      </a:accent5>
      <a:accent6>
        <a:srgbClr val="7D3DA1"/>
      </a:accent6>
      <a:hlink>
        <a:srgbClr val="0707D6"/>
      </a:hlink>
      <a:folHlink>
        <a:srgbClr val="5757F9"/>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14112</TotalTime>
  <Words>7450</Words>
  <Application>Microsoft Office PowerPoint</Application>
  <PresentationFormat>Widescreen</PresentationFormat>
  <Paragraphs>905</Paragraphs>
  <Slides>57</Slides>
  <Notes>32</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57</vt:i4>
      </vt:variant>
    </vt:vector>
  </HeadingPairs>
  <TitlesOfParts>
    <vt:vector size="69" baseType="lpstr">
      <vt:lpstr>Arial</vt:lpstr>
      <vt:lpstr>Calibri</vt:lpstr>
      <vt:lpstr>Cambria</vt:lpstr>
      <vt:lpstr>Cambria Math</vt:lpstr>
      <vt:lpstr>Wingdings</vt:lpstr>
      <vt:lpstr>Blue Segoe 4-3 template-template_April-17-2007</vt:lpstr>
      <vt:lpstr>2_Blue Segoe 4-3 template-template_April-17-2007</vt:lpstr>
      <vt:lpstr>4_Blue Segoe 4-3 template-template_April-17-2007</vt:lpstr>
      <vt:lpstr>5_Blue Segoe 4-3 template-template_April-17-2007</vt:lpstr>
      <vt:lpstr>6_Blue Segoe 4-3 template-template_April-17-2007</vt:lpstr>
      <vt:lpstr>10_Blue Segoe 4-3 template-template_April-17-2007</vt:lpstr>
      <vt:lpstr>14_Blue Segoe 4-3 template-template_April-17-2007</vt:lpstr>
      <vt:lpstr>ECEN 350 Electronic Devices and Circuits </vt:lpstr>
      <vt:lpstr> Spiritual Thoughts</vt:lpstr>
      <vt:lpstr>Grading Overview</vt:lpstr>
      <vt:lpstr>ECEN 350 - ebook and Software</vt:lpstr>
      <vt:lpstr>iClicker for In-Class Quizzes</vt:lpstr>
      <vt:lpstr>ECEN 350 Format and Suggestions</vt:lpstr>
      <vt:lpstr> ECEN 350 – Electronic Devices and Circuits  Relevance</vt:lpstr>
      <vt:lpstr>ECEN 350 - DC Power Supply Project</vt:lpstr>
      <vt:lpstr>Internship and Job Preparation</vt:lpstr>
      <vt:lpstr>Voltage Divider  General Case</vt:lpstr>
      <vt:lpstr>Voltage Divider  Two Resistors</vt:lpstr>
      <vt:lpstr>Voltage Divider and Follower Application</vt:lpstr>
      <vt:lpstr>Potentiometer – Adjustable Voltage Divider</vt:lpstr>
      <vt:lpstr>Potentiometer – Adjustable Voltage Divider</vt:lpstr>
      <vt:lpstr>Potentiometer Example</vt:lpstr>
      <vt:lpstr>Digital Multi-Meter  DMM</vt:lpstr>
      <vt:lpstr>10X and 1X Oscilloscope Probes</vt:lpstr>
      <vt:lpstr>PowerPoint Presentation</vt:lpstr>
      <vt:lpstr>Approximations</vt:lpstr>
      <vt:lpstr>Voltage and Current Sources </vt:lpstr>
      <vt:lpstr>Practical Voltage Sources </vt:lpstr>
      <vt:lpstr>Practical Current Sources </vt:lpstr>
      <vt:lpstr>Dependent Voltage Sources</vt:lpstr>
      <vt:lpstr>Dependent Current Sources</vt:lpstr>
      <vt:lpstr>Superposition Principle</vt:lpstr>
      <vt:lpstr>Thevenin’s Theorem</vt:lpstr>
      <vt:lpstr>Thevenin’s Theorem Example 1</vt:lpstr>
      <vt:lpstr>Norton’s Theorem</vt:lpstr>
      <vt:lpstr>Norton’s Theorem Example 1</vt:lpstr>
      <vt:lpstr>Alternating Current - AC</vt:lpstr>
      <vt:lpstr>PowerPoint Presentation</vt:lpstr>
      <vt:lpstr>Center-Tapped Transformer</vt:lpstr>
      <vt:lpstr>DC Blocking Capacitor</vt:lpstr>
      <vt:lpstr>Inductive and Capacitive Reactance</vt:lpstr>
      <vt:lpstr>Superposition Principle</vt:lpstr>
      <vt:lpstr>Linearity</vt:lpstr>
      <vt:lpstr>Linearity (Continued)</vt:lpstr>
      <vt:lpstr>The End</vt:lpstr>
      <vt:lpstr>Extra</vt:lpstr>
      <vt:lpstr>Simplified 741 IC Op-Amp Schematic</vt:lpstr>
      <vt:lpstr> Ideal Voltage Follower</vt:lpstr>
      <vt:lpstr>Feedback Control</vt:lpstr>
      <vt:lpstr>Simplified 741 IC Op-Amp Schematic</vt:lpstr>
      <vt:lpstr>Ideal Op-Amps </vt:lpstr>
      <vt:lpstr>Capacitors </vt:lpstr>
      <vt:lpstr>Inductors</vt:lpstr>
      <vt:lpstr> Microcontroller Circuit Example</vt:lpstr>
      <vt:lpstr> What Do Engineers Do?</vt:lpstr>
      <vt:lpstr>Class Attendance</vt:lpstr>
      <vt:lpstr> What are Employers Looking For?</vt:lpstr>
      <vt:lpstr> What Do Engineers Do?</vt:lpstr>
      <vt:lpstr> General Career Suggestions</vt:lpstr>
      <vt:lpstr> Why Do You Need to Understand Circuit Schematics?</vt:lpstr>
      <vt:lpstr>Piazza – Italian Word for Plaza</vt:lpstr>
      <vt:lpstr>PowerPoint Presentation</vt:lpstr>
      <vt:lpstr>Cheating/Plagiarism</vt:lpstr>
      <vt:lpstr> ECEN 350 Success Tips</vt:lpstr>
    </vt:vector>
  </TitlesOfParts>
  <Company>Brigham Young University 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ECEN 480 Digital Signal Processing</dc:title>
  <dc:creator>Swenson, Jody</dc:creator>
  <cp:lastModifiedBy>Swenson, Jody</cp:lastModifiedBy>
  <cp:revision>577</cp:revision>
  <dcterms:created xsi:type="dcterms:W3CDTF">2016-11-11T21:34:14Z</dcterms:created>
  <dcterms:modified xsi:type="dcterms:W3CDTF">2025-09-15T18:07:09Z</dcterms:modified>
</cp:coreProperties>
</file>